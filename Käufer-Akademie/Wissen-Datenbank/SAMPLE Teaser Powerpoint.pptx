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7" r:id="rId5"/>
    <p:sldId id="258" r:id="rId6"/>
    <p:sldId id="259" r:id="rId7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62" d="100"/>
          <a:sy n="162" d="100"/>
        </p:scale>
        <p:origin x="186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i Hesselmann" userId="4fc0911e-7d2f-44b0-be88-dbe7fe0fce87" providerId="ADAL" clId="{8BE0F5A6-4D07-4336-992A-438E58C62B59}"/>
    <pc:docChg chg="custSel modSld">
      <pc:chgData name="Kai Hesselmann" userId="4fc0911e-7d2f-44b0-be88-dbe7fe0fce87" providerId="ADAL" clId="{8BE0F5A6-4D07-4336-992A-438E58C62B59}" dt="2020-07-10T12:37:08.499" v="1" actId="478"/>
      <pc:docMkLst>
        <pc:docMk/>
      </pc:docMkLst>
      <pc:sldChg chg="delSp mod">
        <pc:chgData name="Kai Hesselmann" userId="4fc0911e-7d2f-44b0-be88-dbe7fe0fce87" providerId="ADAL" clId="{8BE0F5A6-4D07-4336-992A-438E58C62B59}" dt="2020-07-10T12:37:08.499" v="1" actId="478"/>
        <pc:sldMkLst>
          <pc:docMk/>
          <pc:sldMk cId="239404550" sldId="258"/>
        </pc:sldMkLst>
        <pc:spChg chg="del">
          <ac:chgData name="Kai Hesselmann" userId="4fc0911e-7d2f-44b0-be88-dbe7fe0fce87" providerId="ADAL" clId="{8BE0F5A6-4D07-4336-992A-438E58C62B59}" dt="2020-07-10T12:37:08.499" v="1" actId="478"/>
          <ac:spMkLst>
            <pc:docMk/>
            <pc:sldMk cId="239404550" sldId="258"/>
            <ac:spMk id="2" creationId="{598C212A-DE64-4883-933B-E43BCE40FC95}"/>
          </ac:spMkLst>
        </pc:spChg>
        <pc:spChg chg="del">
          <ac:chgData name="Kai Hesselmann" userId="4fc0911e-7d2f-44b0-be88-dbe7fe0fce87" providerId="ADAL" clId="{8BE0F5A6-4D07-4336-992A-438E58C62B59}" dt="2020-07-10T12:37:04.092" v="0" actId="478"/>
          <ac:spMkLst>
            <pc:docMk/>
            <pc:sldMk cId="239404550" sldId="258"/>
            <ac:spMk id="29" creationId="{CC65EFA3-AB42-4396-BC8F-05061F47E640}"/>
          </ac:spMkLst>
        </pc:spChg>
      </pc:sldChg>
    </pc:docChg>
  </pc:docChgLst>
  <pc:docChgLst>
    <pc:chgData name="Graig Gröbli" userId="aafc7ad6-f47e-4cac-85b2-5757bd5cb3f8" providerId="ADAL" clId="{27273186-87BB-4540-B19D-774DFD45F486}"/>
    <pc:docChg chg="undo custSel modSld">
      <pc:chgData name="Graig Gröbli" userId="aafc7ad6-f47e-4cac-85b2-5757bd5cb3f8" providerId="ADAL" clId="{27273186-87BB-4540-B19D-774DFD45F486}" dt="2020-06-30T09:07:04.601" v="278" actId="20577"/>
      <pc:docMkLst>
        <pc:docMk/>
      </pc:docMkLst>
      <pc:sldChg chg="modSp mod">
        <pc:chgData name="Graig Gröbli" userId="aafc7ad6-f47e-4cac-85b2-5757bd5cb3f8" providerId="ADAL" clId="{27273186-87BB-4540-B19D-774DFD45F486}" dt="2020-06-30T08:33:14.816" v="9" actId="20577"/>
        <pc:sldMkLst>
          <pc:docMk/>
          <pc:sldMk cId="3484471160" sldId="257"/>
        </pc:sldMkLst>
        <pc:spChg chg="mod">
          <ac:chgData name="Graig Gröbli" userId="aafc7ad6-f47e-4cac-85b2-5757bd5cb3f8" providerId="ADAL" clId="{27273186-87BB-4540-B19D-774DFD45F486}" dt="2020-06-30T08:33:14.816" v="9" actId="20577"/>
          <ac:spMkLst>
            <pc:docMk/>
            <pc:sldMk cId="3484471160" sldId="257"/>
            <ac:spMk id="4" creationId="{0156CB33-6221-4AE8-BA9A-5D6352C2D3E7}"/>
          </ac:spMkLst>
        </pc:spChg>
      </pc:sldChg>
      <pc:sldChg chg="addSp modSp mod">
        <pc:chgData name="Graig Gröbli" userId="aafc7ad6-f47e-4cac-85b2-5757bd5cb3f8" providerId="ADAL" clId="{27273186-87BB-4540-B19D-774DFD45F486}" dt="2020-06-30T09:07:04.601" v="278" actId="20577"/>
        <pc:sldMkLst>
          <pc:docMk/>
          <pc:sldMk cId="239404550" sldId="258"/>
        </pc:sldMkLst>
        <pc:spChg chg="add mod">
          <ac:chgData name="Graig Gröbli" userId="aafc7ad6-f47e-4cac-85b2-5757bd5cb3f8" providerId="ADAL" clId="{27273186-87BB-4540-B19D-774DFD45F486}" dt="2020-06-30T08:56:10.569" v="58" actId="20577"/>
          <ac:spMkLst>
            <pc:docMk/>
            <pc:sldMk cId="239404550" sldId="258"/>
            <ac:spMk id="2" creationId="{598C212A-DE64-4883-933B-E43BCE40FC95}"/>
          </ac:spMkLst>
        </pc:spChg>
        <pc:spChg chg="mod">
          <ac:chgData name="Graig Gröbli" userId="aafc7ad6-f47e-4cac-85b2-5757bd5cb3f8" providerId="ADAL" clId="{27273186-87BB-4540-B19D-774DFD45F486}" dt="2020-06-30T09:02:46.528" v="140" actId="14100"/>
          <ac:spMkLst>
            <pc:docMk/>
            <pc:sldMk cId="239404550" sldId="258"/>
            <ac:spMk id="10" creationId="{3B1A1B5E-14FD-48C3-8541-1A16EC731947}"/>
          </ac:spMkLst>
        </pc:spChg>
        <pc:spChg chg="mod">
          <ac:chgData name="Graig Gröbli" userId="aafc7ad6-f47e-4cac-85b2-5757bd5cb3f8" providerId="ADAL" clId="{27273186-87BB-4540-B19D-774DFD45F486}" dt="2020-06-30T09:02:23.111" v="118" actId="20577"/>
          <ac:spMkLst>
            <pc:docMk/>
            <pc:sldMk cId="239404550" sldId="258"/>
            <ac:spMk id="14" creationId="{6DA5AEBB-B993-49E0-8301-967803B1FCFE}"/>
          </ac:spMkLst>
        </pc:spChg>
        <pc:spChg chg="mod">
          <ac:chgData name="Graig Gröbli" userId="aafc7ad6-f47e-4cac-85b2-5757bd5cb3f8" providerId="ADAL" clId="{27273186-87BB-4540-B19D-774DFD45F486}" dt="2020-06-30T09:04:27.895" v="264" actId="20577"/>
          <ac:spMkLst>
            <pc:docMk/>
            <pc:sldMk cId="239404550" sldId="258"/>
            <ac:spMk id="15" creationId="{26E655F8-7D50-4A20-98A9-395CEA13AA65}"/>
          </ac:spMkLst>
        </pc:spChg>
        <pc:spChg chg="mod">
          <ac:chgData name="Graig Gröbli" userId="aafc7ad6-f47e-4cac-85b2-5757bd5cb3f8" providerId="ADAL" clId="{27273186-87BB-4540-B19D-774DFD45F486}" dt="2020-06-30T09:04:09.903" v="222" actId="20577"/>
          <ac:spMkLst>
            <pc:docMk/>
            <pc:sldMk cId="239404550" sldId="258"/>
            <ac:spMk id="20" creationId="{EC8088F7-80BE-47C9-B133-8EC6D17B8724}"/>
          </ac:spMkLst>
        </pc:spChg>
        <pc:spChg chg="mod">
          <ac:chgData name="Graig Gröbli" userId="aafc7ad6-f47e-4cac-85b2-5757bd5cb3f8" providerId="ADAL" clId="{27273186-87BB-4540-B19D-774DFD45F486}" dt="2020-06-30T08:58:05.256" v="76" actId="20577"/>
          <ac:spMkLst>
            <pc:docMk/>
            <pc:sldMk cId="239404550" sldId="258"/>
            <ac:spMk id="22" creationId="{52D77CCF-5FF1-4F12-A585-44FC3DBB514D}"/>
          </ac:spMkLst>
        </pc:spChg>
        <pc:spChg chg="mod">
          <ac:chgData name="Graig Gröbli" userId="aafc7ad6-f47e-4cac-85b2-5757bd5cb3f8" providerId="ADAL" clId="{27273186-87BB-4540-B19D-774DFD45F486}" dt="2020-06-30T09:07:04.601" v="278" actId="20577"/>
          <ac:spMkLst>
            <pc:docMk/>
            <pc:sldMk cId="239404550" sldId="258"/>
            <ac:spMk id="23" creationId="{38174752-32F6-417D-B27C-5FC4A3207CB6}"/>
          </ac:spMkLst>
        </pc:spChg>
        <pc:spChg chg="add mod">
          <ac:chgData name="Graig Gröbli" userId="aafc7ad6-f47e-4cac-85b2-5757bd5cb3f8" providerId="ADAL" clId="{27273186-87BB-4540-B19D-774DFD45F486}" dt="2020-06-30T08:58:18.333" v="95" actId="20577"/>
          <ac:spMkLst>
            <pc:docMk/>
            <pc:sldMk cId="239404550" sldId="258"/>
            <ac:spMk id="29" creationId="{CC65EFA3-AB42-4396-BC8F-05061F47E640}"/>
          </ac:spMkLst>
        </pc:spChg>
      </pc:sldChg>
    </pc:docChg>
  </pc:docChgLst>
  <pc:docChgLst>
    <pc:chgData name="Kai Hesselmann" userId="4fc0911e-7d2f-44b0-be88-dbe7fe0fce87" providerId="ADAL" clId="{54F3FA4A-47BF-40B2-B289-7EF37AB1DA29}"/>
    <pc:docChg chg="modSld">
      <pc:chgData name="Kai Hesselmann" userId="4fc0911e-7d2f-44b0-be88-dbe7fe0fce87" providerId="ADAL" clId="{54F3FA4A-47BF-40B2-B289-7EF37AB1DA29}" dt="2020-06-26T08:21:29.868" v="15" actId="1076"/>
      <pc:docMkLst>
        <pc:docMk/>
      </pc:docMkLst>
      <pc:sldChg chg="addSp modSp mod">
        <pc:chgData name="Kai Hesselmann" userId="4fc0911e-7d2f-44b0-be88-dbe7fe0fce87" providerId="ADAL" clId="{54F3FA4A-47BF-40B2-B289-7EF37AB1DA29}" dt="2020-06-26T08:21:29.868" v="15" actId="1076"/>
        <pc:sldMkLst>
          <pc:docMk/>
          <pc:sldMk cId="239404550" sldId="258"/>
        </pc:sldMkLst>
        <pc:spChg chg="mod">
          <ac:chgData name="Kai Hesselmann" userId="4fc0911e-7d2f-44b0-be88-dbe7fe0fce87" providerId="ADAL" clId="{54F3FA4A-47BF-40B2-B289-7EF37AB1DA29}" dt="2020-06-08T09:18:48.333" v="1" actId="6549"/>
          <ac:spMkLst>
            <pc:docMk/>
            <pc:sldMk cId="239404550" sldId="258"/>
            <ac:spMk id="15" creationId="{26E655F8-7D50-4A20-98A9-395CEA13AA65}"/>
          </ac:spMkLst>
        </pc:spChg>
        <pc:spChg chg="add mod">
          <ac:chgData name="Kai Hesselmann" userId="4fc0911e-7d2f-44b0-be88-dbe7fe0fce87" providerId="ADAL" clId="{54F3FA4A-47BF-40B2-B289-7EF37AB1DA29}" dt="2020-06-26T08:21:24.068" v="13" actId="1076"/>
          <ac:spMkLst>
            <pc:docMk/>
            <pc:sldMk cId="239404550" sldId="258"/>
            <ac:spMk id="26" creationId="{9218569C-5786-41E3-B296-6D45AA2493C5}"/>
          </ac:spMkLst>
        </pc:spChg>
        <pc:spChg chg="add mod">
          <ac:chgData name="Kai Hesselmann" userId="4fc0911e-7d2f-44b0-be88-dbe7fe0fce87" providerId="ADAL" clId="{54F3FA4A-47BF-40B2-B289-7EF37AB1DA29}" dt="2020-06-26T08:21:29.868" v="15" actId="1076"/>
          <ac:spMkLst>
            <pc:docMk/>
            <pc:sldMk cId="239404550" sldId="258"/>
            <ac:spMk id="28" creationId="{912F76DE-039D-4350-8AA8-FDAFBF6C2BC4}"/>
          </ac:spMkLst>
        </pc:spChg>
      </pc:sldChg>
      <pc:sldChg chg="modSp mod">
        <pc:chgData name="Kai Hesselmann" userId="4fc0911e-7d2f-44b0-be88-dbe7fe0fce87" providerId="ADAL" clId="{54F3FA4A-47BF-40B2-B289-7EF37AB1DA29}" dt="2020-06-08T09:19:37.136" v="7" actId="255"/>
        <pc:sldMkLst>
          <pc:docMk/>
          <pc:sldMk cId="3867748720" sldId="259"/>
        </pc:sldMkLst>
        <pc:spChg chg="mod">
          <ac:chgData name="Kai Hesselmann" userId="4fc0911e-7d2f-44b0-be88-dbe7fe0fce87" providerId="ADAL" clId="{54F3FA4A-47BF-40B2-B289-7EF37AB1DA29}" dt="2020-06-08T09:19:37.136" v="7" actId="255"/>
          <ac:spMkLst>
            <pc:docMk/>
            <pc:sldMk cId="3867748720" sldId="259"/>
            <ac:spMk id="5" creationId="{75EDA64A-2441-4C4B-82D0-B6952A86ED12}"/>
          </ac:spMkLst>
        </pc:spChg>
        <pc:grpChg chg="mod">
          <ac:chgData name="Kai Hesselmann" userId="4fc0911e-7d2f-44b0-be88-dbe7fe0fce87" providerId="ADAL" clId="{54F3FA4A-47BF-40B2-B289-7EF37AB1DA29}" dt="2020-06-08T09:19:23.389" v="4" actId="1076"/>
          <ac:grpSpMkLst>
            <pc:docMk/>
            <pc:sldMk cId="3867748720" sldId="259"/>
            <ac:grpSpMk id="9" creationId="{161E5667-FF09-428D-AEC3-D13587D38052}"/>
          </ac:grpSpMkLst>
        </pc:grpChg>
      </pc:sldChg>
    </pc:docChg>
  </pc:docChgLst>
  <pc:docChgLst>
    <pc:chgData name="Nicolas von Westphalen" userId="4eb7a7cb-d831-41d5-8404-3def3e43d49f" providerId="ADAL" clId="{350116C8-EC07-4FE1-96B6-F1434542493B}"/>
    <pc:docChg chg="undo custSel modSld">
      <pc:chgData name="Nicolas von Westphalen" userId="4eb7a7cb-d831-41d5-8404-3def3e43d49f" providerId="ADAL" clId="{350116C8-EC07-4FE1-96B6-F1434542493B}" dt="2020-05-27T14:28:27.075" v="736" actId="1036"/>
      <pc:docMkLst>
        <pc:docMk/>
      </pc:docMkLst>
      <pc:sldChg chg="addSp delSp modSp mod">
        <pc:chgData name="Nicolas von Westphalen" userId="4eb7a7cb-d831-41d5-8404-3def3e43d49f" providerId="ADAL" clId="{350116C8-EC07-4FE1-96B6-F1434542493B}" dt="2020-05-27T14:28:27.075" v="736" actId="1036"/>
        <pc:sldMkLst>
          <pc:docMk/>
          <pc:sldMk cId="239404550" sldId="258"/>
        </pc:sldMkLst>
        <pc:spChg chg="add del mod">
          <ac:chgData name="Nicolas von Westphalen" userId="4eb7a7cb-d831-41d5-8404-3def3e43d49f" providerId="ADAL" clId="{350116C8-EC07-4FE1-96B6-F1434542493B}" dt="2020-05-12T08:20:19.539" v="118"/>
          <ac:spMkLst>
            <pc:docMk/>
            <pc:sldMk cId="239404550" sldId="258"/>
            <ac:spMk id="2" creationId="{686E3DB8-C1DB-48BA-A1E6-FE35DF1EE663}"/>
          </ac:spMkLst>
        </pc:spChg>
        <pc:spChg chg="mod">
          <ac:chgData name="Nicolas von Westphalen" userId="4eb7a7cb-d831-41d5-8404-3def3e43d49f" providerId="ADAL" clId="{350116C8-EC07-4FE1-96B6-F1434542493B}" dt="2020-05-27T14:28:27.075" v="736" actId="1036"/>
          <ac:spMkLst>
            <pc:docMk/>
            <pc:sldMk cId="239404550" sldId="258"/>
            <ac:spMk id="4" creationId="{CDC52A6B-5B31-478A-BD20-0614515B45BD}"/>
          </ac:spMkLst>
        </pc:spChg>
        <pc:spChg chg="mod">
          <ac:chgData name="Nicolas von Westphalen" userId="4eb7a7cb-d831-41d5-8404-3def3e43d49f" providerId="ADAL" clId="{350116C8-EC07-4FE1-96B6-F1434542493B}" dt="2020-05-27T14:28:27.075" v="736" actId="1036"/>
          <ac:spMkLst>
            <pc:docMk/>
            <pc:sldMk cId="239404550" sldId="258"/>
            <ac:spMk id="5" creationId="{E2A96861-A7A9-4C61-ADF8-F060185599BC}"/>
          </ac:spMkLst>
        </pc:spChg>
        <pc:spChg chg="mod">
          <ac:chgData name="Nicolas von Westphalen" userId="4eb7a7cb-d831-41d5-8404-3def3e43d49f" providerId="ADAL" clId="{350116C8-EC07-4FE1-96B6-F1434542493B}" dt="2020-05-27T14:28:27.075" v="736" actId="1036"/>
          <ac:spMkLst>
            <pc:docMk/>
            <pc:sldMk cId="239404550" sldId="258"/>
            <ac:spMk id="6" creationId="{17EB3E74-721F-4BA3-A3AA-93809DE0FCF8}"/>
          </ac:spMkLst>
        </pc:spChg>
        <pc:spChg chg="mod">
          <ac:chgData name="Nicolas von Westphalen" userId="4eb7a7cb-d831-41d5-8404-3def3e43d49f" providerId="ADAL" clId="{350116C8-EC07-4FE1-96B6-F1434542493B}" dt="2020-05-27T14:28:27.075" v="736" actId="1036"/>
          <ac:spMkLst>
            <pc:docMk/>
            <pc:sldMk cId="239404550" sldId="258"/>
            <ac:spMk id="7" creationId="{3A9A4AB4-4257-4005-8FCC-D4AF2879DB9D}"/>
          </ac:spMkLst>
        </pc:spChg>
        <pc:spChg chg="mod">
          <ac:chgData name="Nicolas von Westphalen" userId="4eb7a7cb-d831-41d5-8404-3def3e43d49f" providerId="ADAL" clId="{350116C8-EC07-4FE1-96B6-F1434542493B}" dt="2020-05-27T14:28:27.075" v="736" actId="1036"/>
          <ac:spMkLst>
            <pc:docMk/>
            <pc:sldMk cId="239404550" sldId="258"/>
            <ac:spMk id="8" creationId="{F5B32AFB-5F74-4AFB-B788-617A1BCBC9DB}"/>
          </ac:spMkLst>
        </pc:spChg>
        <pc:spChg chg="mod">
          <ac:chgData name="Nicolas von Westphalen" userId="4eb7a7cb-d831-41d5-8404-3def3e43d49f" providerId="ADAL" clId="{350116C8-EC07-4FE1-96B6-F1434542493B}" dt="2020-05-27T14:28:27.075" v="736" actId="1036"/>
          <ac:spMkLst>
            <pc:docMk/>
            <pc:sldMk cId="239404550" sldId="258"/>
            <ac:spMk id="9" creationId="{5709E6CB-FEB6-4FF9-AA26-225207DBC89D}"/>
          </ac:spMkLst>
        </pc:spChg>
        <pc:spChg chg="mod">
          <ac:chgData name="Nicolas von Westphalen" userId="4eb7a7cb-d831-41d5-8404-3def3e43d49f" providerId="ADAL" clId="{350116C8-EC07-4FE1-96B6-F1434542493B}" dt="2020-05-12T08:55:37.993" v="474" actId="1035"/>
          <ac:spMkLst>
            <pc:docMk/>
            <pc:sldMk cId="239404550" sldId="258"/>
            <ac:spMk id="10" creationId="{3B1A1B5E-14FD-48C3-8541-1A16EC731947}"/>
          </ac:spMkLst>
        </pc:spChg>
        <pc:spChg chg="mod">
          <ac:chgData name="Nicolas von Westphalen" userId="4eb7a7cb-d831-41d5-8404-3def3e43d49f" providerId="ADAL" clId="{350116C8-EC07-4FE1-96B6-F1434542493B}" dt="2020-05-27T14:28:27.075" v="736" actId="1036"/>
          <ac:spMkLst>
            <pc:docMk/>
            <pc:sldMk cId="239404550" sldId="258"/>
            <ac:spMk id="11" creationId="{D5E9B35B-9156-4693-B538-105F4CEF10C1}"/>
          </ac:spMkLst>
        </pc:spChg>
        <pc:spChg chg="mod">
          <ac:chgData name="Nicolas von Westphalen" userId="4eb7a7cb-d831-41d5-8404-3def3e43d49f" providerId="ADAL" clId="{350116C8-EC07-4FE1-96B6-F1434542493B}" dt="2020-05-27T14:28:27.075" v="736" actId="1036"/>
          <ac:spMkLst>
            <pc:docMk/>
            <pc:sldMk cId="239404550" sldId="258"/>
            <ac:spMk id="12" creationId="{A1B8562D-9F0F-44D9-8862-D6FBF4F749B3}"/>
          </ac:spMkLst>
        </pc:spChg>
        <pc:spChg chg="mod">
          <ac:chgData name="Nicolas von Westphalen" userId="4eb7a7cb-d831-41d5-8404-3def3e43d49f" providerId="ADAL" clId="{350116C8-EC07-4FE1-96B6-F1434542493B}" dt="2020-05-27T14:28:27.075" v="736" actId="1036"/>
          <ac:spMkLst>
            <pc:docMk/>
            <pc:sldMk cId="239404550" sldId="258"/>
            <ac:spMk id="13" creationId="{C8277A74-6B44-45C9-A68E-5CDCA28CDF13}"/>
          </ac:spMkLst>
        </pc:spChg>
        <pc:spChg chg="mod">
          <ac:chgData name="Nicolas von Westphalen" userId="4eb7a7cb-d831-41d5-8404-3def3e43d49f" providerId="ADAL" clId="{350116C8-EC07-4FE1-96B6-F1434542493B}" dt="2020-05-27T14:28:27.075" v="736" actId="1036"/>
          <ac:spMkLst>
            <pc:docMk/>
            <pc:sldMk cId="239404550" sldId="258"/>
            <ac:spMk id="14" creationId="{6DA5AEBB-B993-49E0-8301-967803B1FCFE}"/>
          </ac:spMkLst>
        </pc:spChg>
        <pc:spChg chg="mod">
          <ac:chgData name="Nicolas von Westphalen" userId="4eb7a7cb-d831-41d5-8404-3def3e43d49f" providerId="ADAL" clId="{350116C8-EC07-4FE1-96B6-F1434542493B}" dt="2020-05-27T14:28:27.075" v="736" actId="1036"/>
          <ac:spMkLst>
            <pc:docMk/>
            <pc:sldMk cId="239404550" sldId="258"/>
            <ac:spMk id="15" creationId="{26E655F8-7D50-4A20-98A9-395CEA13AA65}"/>
          </ac:spMkLst>
        </pc:spChg>
        <pc:spChg chg="mod">
          <ac:chgData name="Nicolas von Westphalen" userId="4eb7a7cb-d831-41d5-8404-3def3e43d49f" providerId="ADAL" clId="{350116C8-EC07-4FE1-96B6-F1434542493B}" dt="2020-05-27T14:28:27.075" v="736" actId="1036"/>
          <ac:spMkLst>
            <pc:docMk/>
            <pc:sldMk cId="239404550" sldId="258"/>
            <ac:spMk id="16" creationId="{82631AF3-7AAB-40F4-80A2-DEBBD29E82E0}"/>
          </ac:spMkLst>
        </pc:spChg>
        <pc:spChg chg="mod">
          <ac:chgData name="Nicolas von Westphalen" userId="4eb7a7cb-d831-41d5-8404-3def3e43d49f" providerId="ADAL" clId="{350116C8-EC07-4FE1-96B6-F1434542493B}" dt="2020-05-27T14:28:27.075" v="736" actId="1036"/>
          <ac:spMkLst>
            <pc:docMk/>
            <pc:sldMk cId="239404550" sldId="258"/>
            <ac:spMk id="17" creationId="{9B7E6F24-5D4C-4D5E-828B-7D27DB271090}"/>
          </ac:spMkLst>
        </pc:spChg>
        <pc:spChg chg="mod">
          <ac:chgData name="Nicolas von Westphalen" userId="4eb7a7cb-d831-41d5-8404-3def3e43d49f" providerId="ADAL" clId="{350116C8-EC07-4FE1-96B6-F1434542493B}" dt="2020-05-27T14:28:27.075" v="736" actId="1036"/>
          <ac:spMkLst>
            <pc:docMk/>
            <pc:sldMk cId="239404550" sldId="258"/>
            <ac:spMk id="18" creationId="{5885C59A-C9F9-4544-A329-468703F5E2D1}"/>
          </ac:spMkLst>
        </pc:spChg>
        <pc:spChg chg="mod">
          <ac:chgData name="Nicolas von Westphalen" userId="4eb7a7cb-d831-41d5-8404-3def3e43d49f" providerId="ADAL" clId="{350116C8-EC07-4FE1-96B6-F1434542493B}" dt="2020-05-27T14:28:27.075" v="736" actId="1036"/>
          <ac:spMkLst>
            <pc:docMk/>
            <pc:sldMk cId="239404550" sldId="258"/>
            <ac:spMk id="19" creationId="{BAB7B0C6-6A2A-41F1-85DE-FD9EA3145B47}"/>
          </ac:spMkLst>
        </pc:spChg>
        <pc:spChg chg="mod">
          <ac:chgData name="Nicolas von Westphalen" userId="4eb7a7cb-d831-41d5-8404-3def3e43d49f" providerId="ADAL" clId="{350116C8-EC07-4FE1-96B6-F1434542493B}" dt="2020-05-27T14:28:27.075" v="736" actId="1036"/>
          <ac:spMkLst>
            <pc:docMk/>
            <pc:sldMk cId="239404550" sldId="258"/>
            <ac:spMk id="20" creationId="{EC8088F7-80BE-47C9-B133-8EC6D17B8724}"/>
          </ac:spMkLst>
        </pc:spChg>
        <pc:spChg chg="mod">
          <ac:chgData name="Nicolas von Westphalen" userId="4eb7a7cb-d831-41d5-8404-3def3e43d49f" providerId="ADAL" clId="{350116C8-EC07-4FE1-96B6-F1434542493B}" dt="2020-05-27T14:28:27.075" v="736" actId="1036"/>
          <ac:spMkLst>
            <pc:docMk/>
            <pc:sldMk cId="239404550" sldId="258"/>
            <ac:spMk id="22" creationId="{52D77CCF-5FF1-4F12-A585-44FC3DBB514D}"/>
          </ac:spMkLst>
        </pc:spChg>
        <pc:spChg chg="mod">
          <ac:chgData name="Nicolas von Westphalen" userId="4eb7a7cb-d831-41d5-8404-3def3e43d49f" providerId="ADAL" clId="{350116C8-EC07-4FE1-96B6-F1434542493B}" dt="2020-05-27T14:28:27.075" v="736" actId="1036"/>
          <ac:spMkLst>
            <pc:docMk/>
            <pc:sldMk cId="239404550" sldId="258"/>
            <ac:spMk id="23" creationId="{38174752-32F6-417D-B27C-5FC4A3207CB6}"/>
          </ac:spMkLst>
        </pc:spChg>
        <pc:spChg chg="del mod">
          <ac:chgData name="Nicolas von Westphalen" userId="4eb7a7cb-d831-41d5-8404-3def3e43d49f" providerId="ADAL" clId="{350116C8-EC07-4FE1-96B6-F1434542493B}" dt="2020-05-12T08:50:25.127" v="391" actId="478"/>
          <ac:spMkLst>
            <pc:docMk/>
            <pc:sldMk cId="239404550" sldId="258"/>
            <ac:spMk id="26" creationId="{952A2022-9C21-466F-BB6E-CA82864E0980}"/>
          </ac:spMkLst>
        </pc:spChg>
        <pc:spChg chg="del mod">
          <ac:chgData name="Nicolas von Westphalen" userId="4eb7a7cb-d831-41d5-8404-3def3e43d49f" providerId="ADAL" clId="{350116C8-EC07-4FE1-96B6-F1434542493B}" dt="2020-05-12T08:50:21.212" v="390" actId="478"/>
          <ac:spMkLst>
            <pc:docMk/>
            <pc:sldMk cId="239404550" sldId="258"/>
            <ac:spMk id="28" creationId="{26E20D51-7EE6-4A95-9612-381C471C1A3B}"/>
          </ac:spMkLst>
        </pc:spChg>
        <pc:spChg chg="add del mod">
          <ac:chgData name="Nicolas von Westphalen" userId="4eb7a7cb-d831-41d5-8404-3def3e43d49f" providerId="ADAL" clId="{350116C8-EC07-4FE1-96B6-F1434542493B}" dt="2020-05-12T08:26:57.516" v="327" actId="478"/>
          <ac:spMkLst>
            <pc:docMk/>
            <pc:sldMk cId="239404550" sldId="258"/>
            <ac:spMk id="29" creationId="{B71E35C4-1287-4AD6-8AF1-E63392AE4247}"/>
          </ac:spMkLst>
        </pc:spChg>
        <pc:spChg chg="add del mod">
          <ac:chgData name="Nicolas von Westphalen" userId="4eb7a7cb-d831-41d5-8404-3def3e43d49f" providerId="ADAL" clId="{350116C8-EC07-4FE1-96B6-F1434542493B}" dt="2020-05-27T14:28:09.030" v="715" actId="478"/>
          <ac:spMkLst>
            <pc:docMk/>
            <pc:sldMk cId="239404550" sldId="258"/>
            <ac:spMk id="30" creationId="{D61C4664-6E79-43BE-AF09-78A61D267B03}"/>
          </ac:spMkLst>
        </pc:spChg>
        <pc:graphicFrameChg chg="mod">
          <ac:chgData name="Nicolas von Westphalen" userId="4eb7a7cb-d831-41d5-8404-3def3e43d49f" providerId="ADAL" clId="{350116C8-EC07-4FE1-96B6-F1434542493B}" dt="2020-05-27T14:28:27.075" v="736" actId="1036"/>
          <ac:graphicFrameMkLst>
            <pc:docMk/>
            <pc:sldMk cId="239404550" sldId="258"/>
            <ac:graphicFrameMk id="25" creationId="{41F5ECBB-48DA-4F68-AFB5-41839D4C6C52}"/>
          </ac:graphicFrameMkLst>
        </pc:graphicFrameChg>
        <pc:graphicFrameChg chg="mod">
          <ac:chgData name="Nicolas von Westphalen" userId="4eb7a7cb-d831-41d5-8404-3def3e43d49f" providerId="ADAL" clId="{350116C8-EC07-4FE1-96B6-F1434542493B}" dt="2020-05-27T14:28:27.075" v="736" actId="1036"/>
          <ac:graphicFrameMkLst>
            <pc:docMk/>
            <pc:sldMk cId="239404550" sldId="258"/>
            <ac:graphicFrameMk id="27" creationId="{EC5C6AD2-8F93-4948-BCA1-FEB3398AF498}"/>
          </ac:graphicFrameMkLst>
        </pc:graphicFrameChg>
      </pc:sldChg>
      <pc:sldChg chg="modSp mod">
        <pc:chgData name="Nicolas von Westphalen" userId="4eb7a7cb-d831-41d5-8404-3def3e43d49f" providerId="ADAL" clId="{350116C8-EC07-4FE1-96B6-F1434542493B}" dt="2020-05-12T08:57:25.153" v="476" actId="120"/>
        <pc:sldMkLst>
          <pc:docMk/>
          <pc:sldMk cId="3867748720" sldId="259"/>
        </pc:sldMkLst>
        <pc:spChg chg="mod">
          <ac:chgData name="Nicolas von Westphalen" userId="4eb7a7cb-d831-41d5-8404-3def3e43d49f" providerId="ADAL" clId="{350116C8-EC07-4FE1-96B6-F1434542493B}" dt="2020-05-08T14:37:16.245" v="0" actId="20577"/>
          <ac:spMkLst>
            <pc:docMk/>
            <pc:sldMk cId="3867748720" sldId="259"/>
            <ac:spMk id="4" creationId="{13AB5B04-CAA4-48B4-AC55-A22AF2D0DBA0}"/>
          </ac:spMkLst>
        </pc:spChg>
        <pc:spChg chg="mod">
          <ac:chgData name="Nicolas von Westphalen" userId="4eb7a7cb-d831-41d5-8404-3def3e43d49f" providerId="ADAL" clId="{350116C8-EC07-4FE1-96B6-F1434542493B}" dt="2020-05-12T08:57:25.153" v="476" actId="120"/>
          <ac:spMkLst>
            <pc:docMk/>
            <pc:sldMk cId="3867748720" sldId="259"/>
            <ac:spMk id="5" creationId="{75EDA64A-2441-4C4B-82D0-B6952A86ED12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Umsatz</c:v>
                </c:pt>
              </c:strCache>
            </c:strRef>
          </c:tx>
          <c:spPr>
            <a:solidFill>
              <a:schemeClr val="accent1">
                <a:lumMod val="75000"/>
              </a:schemeClr>
            </a:solidFill>
            <a:ln>
              <a:noFill/>
            </a:ln>
            <a:effectLst/>
          </c:spPr>
          <c:invertIfNegative val="0"/>
          <c:cat>
            <c:strRef>
              <c:f>Tabelle1!$A$2:$A$6</c:f>
              <c:strCache>
                <c:ptCount val="5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2020E</c:v>
                </c:pt>
                <c:pt idx="4">
                  <c:v>2021E</c:v>
                </c:pt>
              </c:strCache>
            </c:strRef>
          </c:cat>
          <c:val>
            <c:numRef>
              <c:f>Tabelle1!$B$2:$B$6</c:f>
              <c:numCache>
                <c:formatCode>General</c:formatCode>
                <c:ptCount val="5"/>
                <c:pt idx="0">
                  <c:v>10</c:v>
                </c:pt>
                <c:pt idx="1">
                  <c:v>11</c:v>
                </c:pt>
                <c:pt idx="2">
                  <c:v>8</c:v>
                </c:pt>
                <c:pt idx="3">
                  <c:v>14</c:v>
                </c:pt>
                <c:pt idx="4">
                  <c:v>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B6B-4F22-B696-6FBBA773C5D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165550831"/>
        <c:axId val="1159696751"/>
      </c:barChart>
      <c:lineChart>
        <c:grouping val="standard"/>
        <c:varyColors val="0"/>
        <c:ser>
          <c:idx val="2"/>
          <c:order val="1"/>
          <c:tx>
            <c:strRef>
              <c:f>Tabelle1!$C$1</c:f>
              <c:strCache>
                <c:ptCount val="1"/>
                <c:pt idx="0">
                  <c:v>EBITDA in %</c:v>
                </c:pt>
              </c:strCache>
            </c:strRef>
          </c:tx>
          <c:spPr>
            <a:ln w="28575" cap="rnd">
              <a:solidFill>
                <a:schemeClr val="tx2">
                  <a:lumMod val="60000"/>
                  <a:lumOff val="40000"/>
                </a:schemeClr>
              </a:solidFill>
              <a:round/>
            </a:ln>
            <a:effectLst/>
          </c:spPr>
          <c:marker>
            <c:symbol val="none"/>
          </c:marker>
          <c:cat>
            <c:strRef>
              <c:f>Tabelle1!$A$2:$A$6</c:f>
              <c:strCache>
                <c:ptCount val="5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2020E</c:v>
                </c:pt>
                <c:pt idx="4">
                  <c:v>2021E</c:v>
                </c:pt>
              </c:strCache>
            </c:strRef>
          </c:cat>
          <c:val>
            <c:numRef>
              <c:f>Tabelle1!$C$2:$C$6</c:f>
              <c:numCache>
                <c:formatCode>General</c:formatCode>
                <c:ptCount val="5"/>
                <c:pt idx="0">
                  <c:v>8</c:v>
                </c:pt>
                <c:pt idx="1">
                  <c:v>9</c:v>
                </c:pt>
                <c:pt idx="2">
                  <c:v>7</c:v>
                </c:pt>
                <c:pt idx="3">
                  <c:v>10</c:v>
                </c:pt>
                <c:pt idx="4">
                  <c:v>12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B6B-4F22-B696-6FBBA773C5D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65549231"/>
        <c:axId val="1159682607"/>
      </c:lineChart>
      <c:catAx>
        <c:axId val="116555083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159696751"/>
        <c:crosses val="autoZero"/>
        <c:auto val="1"/>
        <c:lblAlgn val="ctr"/>
        <c:lblOffset val="100"/>
        <c:noMultiLvlLbl val="0"/>
      </c:catAx>
      <c:valAx>
        <c:axId val="115969675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165550831"/>
        <c:crosses val="autoZero"/>
        <c:crossBetween val="between"/>
      </c:valAx>
      <c:valAx>
        <c:axId val="1159682607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165549231"/>
        <c:crosses val="max"/>
        <c:crossBetween val="between"/>
      </c:valAx>
      <c:catAx>
        <c:axId val="1165549231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159682607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800"/>
      </a:pPr>
      <a:endParaRPr lang="de-DE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Umsatz</c:v>
                </c:pt>
              </c:strCache>
            </c:strRef>
          </c:tx>
          <c:spPr>
            <a:solidFill>
              <a:schemeClr val="accent1">
                <a:lumMod val="75000"/>
              </a:schemeClr>
            </a:solidFill>
            <a:ln>
              <a:noFill/>
            </a:ln>
            <a:effectLst/>
          </c:spPr>
          <c:invertIfNegative val="0"/>
          <c:cat>
            <c:strRef>
              <c:f>Tabelle1!$A$2:$A$11</c:f>
              <c:strCache>
                <c:ptCount val="10"/>
                <c:pt idx="0">
                  <c:v>2013</c:v>
                </c:pt>
                <c:pt idx="1">
                  <c:v>2014</c:v>
                </c:pt>
                <c:pt idx="2">
                  <c:v>2015</c:v>
                </c:pt>
                <c:pt idx="3">
                  <c:v>2016</c:v>
                </c:pt>
                <c:pt idx="4">
                  <c:v>2017</c:v>
                </c:pt>
                <c:pt idx="5">
                  <c:v>2018</c:v>
                </c:pt>
                <c:pt idx="6">
                  <c:v>2019</c:v>
                </c:pt>
                <c:pt idx="7">
                  <c:v>2020E</c:v>
                </c:pt>
                <c:pt idx="8">
                  <c:v>2021E</c:v>
                </c:pt>
                <c:pt idx="9">
                  <c:v>2022E</c:v>
                </c:pt>
              </c:strCache>
            </c:strRef>
          </c:cat>
          <c:val>
            <c:numRef>
              <c:f>Tabelle1!$B$2:$B$11</c:f>
              <c:numCache>
                <c:formatCode>General</c:formatCode>
                <c:ptCount val="10"/>
                <c:pt idx="0">
                  <c:v>100</c:v>
                </c:pt>
                <c:pt idx="1">
                  <c:v>105</c:v>
                </c:pt>
                <c:pt idx="2">
                  <c:v>110</c:v>
                </c:pt>
                <c:pt idx="3">
                  <c:v>105</c:v>
                </c:pt>
                <c:pt idx="4">
                  <c:v>108</c:v>
                </c:pt>
                <c:pt idx="5">
                  <c:v>115</c:v>
                </c:pt>
                <c:pt idx="6">
                  <c:v>120</c:v>
                </c:pt>
                <c:pt idx="7">
                  <c:v>115</c:v>
                </c:pt>
                <c:pt idx="8">
                  <c:v>123</c:v>
                </c:pt>
                <c:pt idx="9">
                  <c:v>129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942-47CE-8232-B9B912F14BD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165550831"/>
        <c:axId val="1159696751"/>
      </c:barChart>
      <c:catAx>
        <c:axId val="116555083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159696751"/>
        <c:crosses val="autoZero"/>
        <c:auto val="1"/>
        <c:lblAlgn val="ctr"/>
        <c:lblOffset val="100"/>
        <c:noMultiLvlLbl val="0"/>
      </c:catAx>
      <c:valAx>
        <c:axId val="115969675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16555083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800"/>
      </a:pPr>
      <a:endParaRPr lang="de-DE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95FB897-CF5E-49BB-AC46-571A553B52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9B167C98-0A95-4864-802E-B46E18AEDA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E836DDD-468C-4721-95B3-3E47F24F0A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5A927-C88B-449A-9472-9654B8AE6577}" type="datetimeFigureOut">
              <a:rPr lang="de-DE" smtClean="0"/>
              <a:t>10.07.2020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45440BB-7BCB-4ABA-A552-2E5A698F6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D435C2D-9AF5-41CA-8324-63A2CDACB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8BBA29-93AF-4A25-93C7-AA0D8B2DAC2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529202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457A010-795C-45FD-B55A-8A0EDB9353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EA6C5EF-85B9-483B-908F-0C36306A2D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C68CF3E-61E9-430C-AC24-1E735943B2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5A927-C88B-449A-9472-9654B8AE6577}" type="datetimeFigureOut">
              <a:rPr lang="de-DE" smtClean="0"/>
              <a:t>10.07.2020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5FDA810-E7DD-49B6-8690-AD7CFDB272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66214EF-FDC1-4B85-B78F-FD674406F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8BBA29-93AF-4A25-93C7-AA0D8B2DAC2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48341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7F67246-3035-4DEE-AE6E-B9A4CF3398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2AD217B-0466-4672-B88E-ACD7627FC0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6BBCA85-47E1-4501-A305-7E10A5E57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5A927-C88B-449A-9472-9654B8AE6577}" type="datetimeFigureOut">
              <a:rPr lang="de-DE" smtClean="0"/>
              <a:t>10.07.2020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DB1B2AF-362F-4284-808E-F4C49C338B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8B108FE-E1E5-4B77-A667-9315E5992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8BBA29-93AF-4A25-93C7-AA0D8B2DAC2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350635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1441814-BFBF-4B75-AC5B-8B0488A72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6CFD30D-8D53-48E3-AB9E-2352FB8021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12CC0A01-02B2-4A89-B490-97AA4BCC39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CFD1EDD-3D18-4B3B-9C0E-55ACFD2708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5A927-C88B-449A-9472-9654B8AE6577}" type="datetimeFigureOut">
              <a:rPr lang="de-DE" smtClean="0"/>
              <a:t>10.07.2020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43D0233-810B-4E4A-9361-B3B4E43C4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0AA8209-0516-412D-A559-6E6EB3333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8BBA29-93AF-4A25-93C7-AA0D8B2DAC2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172635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0F6AFCB-CDFE-4C99-B8F0-9FB7D4C831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A391B4C-5A91-4F46-AF7D-A3F20A644F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446DD982-CC2C-419D-806B-CC807CD92F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6C2ED58A-DB05-4E20-BBEC-21EDC4D4BD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83D84E8C-B7C2-4CB4-AB1C-FD1AA5FEA4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461BC2FE-8BC6-4F44-88E8-339B17307E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5A927-C88B-449A-9472-9654B8AE6577}" type="datetimeFigureOut">
              <a:rPr lang="de-DE" smtClean="0"/>
              <a:t>10.07.2020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F7AE5D95-10C8-4B15-A09E-D1508C08B3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BD0945B0-5FB3-4D0A-9C8E-5A1FE1B2D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8BBA29-93AF-4A25-93C7-AA0D8B2DAC2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76621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C80BD5A-B4FE-4569-A249-5EB32A08B9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FF399390-651A-4139-B480-E14194611F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5A927-C88B-449A-9472-9654B8AE6577}" type="datetimeFigureOut">
              <a:rPr lang="de-DE" smtClean="0"/>
              <a:t>10.07.2020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5EC98B5-EEE9-4D20-A8D2-F3923CEFE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A180730-C148-49EB-B716-FBFCC0FD5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8BBA29-93AF-4A25-93C7-AA0D8B2DAC2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821570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25A80883-041F-4075-8EFC-94806604F7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5A927-C88B-449A-9472-9654B8AE6577}" type="datetimeFigureOut">
              <a:rPr lang="de-DE" smtClean="0"/>
              <a:t>10.07.2020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622D05E9-8BCE-494C-B9A6-259CA1DBC4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D4AADF2-083B-48D1-B914-C3409D21C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8BBA29-93AF-4A25-93C7-AA0D8B2DAC2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108334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4F689E0-EBE8-4838-8CC7-8ED464125C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BE20F73-E0AA-4C90-949B-4D8F606D4B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8B9D4B4-9BA7-4008-9EF9-D0499FBF18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8BFB7C6-CA3C-410F-9268-819B2386D6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5A927-C88B-449A-9472-9654B8AE6577}" type="datetimeFigureOut">
              <a:rPr lang="de-DE" smtClean="0"/>
              <a:t>10.07.2020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C5D43B5-08EB-477D-8C6E-0ACA6AD3D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53EBB44-5A48-414E-B01E-6BA4A859CF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8BBA29-93AF-4A25-93C7-AA0D8B2DAC2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115473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24A1493-99CD-42FD-9C16-D49A266C4C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F55485CE-F1ED-4E5C-8D33-8DFA45C48F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8E2762C-71F6-4676-AE59-56C0A444EE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F9C4452-F322-437A-9EC9-D6348FB094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5A927-C88B-449A-9472-9654B8AE6577}" type="datetimeFigureOut">
              <a:rPr lang="de-DE" smtClean="0"/>
              <a:t>10.07.2020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8AF830A-7F88-4A84-972A-7167DC72C6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95CA388-E8AD-4BF2-A840-58BB3A6DE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8BBA29-93AF-4A25-93C7-AA0D8B2DAC2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329219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B25E1FC-1AF4-498E-BF6F-7DCB668E4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601BE0FF-F8A1-4E7E-BDEC-A4CDDCC9CA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D982B4C-1AA7-435E-8E87-D544AD5E5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5A927-C88B-449A-9472-9654B8AE6577}" type="datetimeFigureOut">
              <a:rPr lang="de-DE" smtClean="0"/>
              <a:t>10.07.2020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64C8DFD-E960-4453-BFC1-2D0DB2AED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6AD1B00-8220-45F4-AC94-EF1FB6644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8BBA29-93AF-4A25-93C7-AA0D8B2DAC2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876089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0EE78348-9A09-476F-A0C1-9A25F4478B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08DEA5FC-205B-41BF-B4C7-73904D4BEA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B7AA2B2-BBE5-4EC4-BAFA-550B7D73E6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5A927-C88B-449A-9472-9654B8AE6577}" type="datetimeFigureOut">
              <a:rPr lang="de-DE" smtClean="0"/>
              <a:t>10.07.2020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F760FB9-10BF-487E-8290-64791F20B4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63A1835-ACE8-49C2-8847-2E661EAE1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8BBA29-93AF-4A25-93C7-AA0D8B2DAC2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982027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DD0B357E-D871-49EB-9F16-04852EE753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9505B20-554D-47E6-BE30-C8375DAE85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6F5E3B2-7B9C-40EA-BE64-027B3E4228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45A927-C88B-449A-9472-9654B8AE6577}" type="datetimeFigureOut">
              <a:rPr lang="de-DE" smtClean="0"/>
              <a:t>10.07.2020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C933F21-68D1-4470-8FC6-06C9A94818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6FEFD95-D828-4DAC-8BAF-9B92C4B855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8BBA29-93AF-4A25-93C7-AA0D8B2DAC2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590601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chart" Target="../charts/chart1.xml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chart" Target="../charts/char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9">
            <a:extLst>
              <a:ext uri="{FF2B5EF4-FFF2-40B4-BE49-F238E27FC236}">
                <a16:creationId xmlns:a16="http://schemas.microsoft.com/office/drawing/2014/main" id="{0156CB33-6221-4AE8-BA9A-5D6352C2D3E7}"/>
              </a:ext>
            </a:extLst>
          </p:cNvPr>
          <p:cNvSpPr txBox="1"/>
          <p:nvPr/>
        </p:nvSpPr>
        <p:spPr>
          <a:xfrm>
            <a:off x="414018" y="2967501"/>
            <a:ext cx="5300982" cy="1418337"/>
          </a:xfrm>
          <a:prstGeom prst="rect">
            <a:avLst/>
          </a:prstGeom>
        </p:spPr>
        <p:txBody>
          <a:bodyPr vert="horz" wrap="square" lIns="0" tIns="1244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80"/>
              </a:spcBef>
            </a:pPr>
            <a:r>
              <a:rPr lang="de-DE" sz="2400" spc="-5" dirty="0">
                <a:latin typeface="Carlito"/>
                <a:cs typeface="Carlito"/>
              </a:rPr>
              <a:t>TEASER</a:t>
            </a:r>
            <a:endParaRPr sz="2400" dirty="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</a:pPr>
            <a:endParaRPr lang="de-DE" sz="2400" spc="-5" dirty="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</a:pPr>
            <a:r>
              <a:rPr lang="de-DE" sz="3600" spc="-5" dirty="0">
                <a:latin typeface="Carlito"/>
                <a:cs typeface="Carlito"/>
              </a:rPr>
              <a:t>PROJEKTNAME</a:t>
            </a:r>
            <a:endParaRPr sz="3600" dirty="0">
              <a:latin typeface="Carlito"/>
              <a:cs typeface="Carlito"/>
            </a:endParaRP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FA9BB776-8354-454B-B485-AEBA728B956E}"/>
              </a:ext>
            </a:extLst>
          </p:cNvPr>
          <p:cNvSpPr/>
          <p:nvPr/>
        </p:nvSpPr>
        <p:spPr>
          <a:xfrm>
            <a:off x="8839200" y="685800"/>
            <a:ext cx="2743200" cy="1143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LOGO M&amp;A-Berater</a:t>
            </a:r>
          </a:p>
        </p:txBody>
      </p:sp>
      <p:sp>
        <p:nvSpPr>
          <p:cNvPr id="6" name="object 9">
            <a:extLst>
              <a:ext uri="{FF2B5EF4-FFF2-40B4-BE49-F238E27FC236}">
                <a16:creationId xmlns:a16="http://schemas.microsoft.com/office/drawing/2014/main" id="{F50B5570-652B-4D0B-9C9F-F3A000356CE7}"/>
              </a:ext>
            </a:extLst>
          </p:cNvPr>
          <p:cNvSpPr txBox="1"/>
          <p:nvPr/>
        </p:nvSpPr>
        <p:spPr>
          <a:xfrm>
            <a:off x="10210800" y="5903327"/>
            <a:ext cx="1583689" cy="371897"/>
          </a:xfrm>
          <a:prstGeom prst="rect">
            <a:avLst/>
          </a:prstGeom>
        </p:spPr>
        <p:txBody>
          <a:bodyPr vert="horz" wrap="square" lIns="0" tIns="1244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80"/>
              </a:spcBef>
            </a:pPr>
            <a:r>
              <a:rPr lang="de-DE" sz="1600" spc="-5" dirty="0">
                <a:latin typeface="Carlito"/>
                <a:cs typeface="Carlito"/>
              </a:rPr>
              <a:t>DATUM</a:t>
            </a:r>
            <a:endParaRPr sz="1600" dirty="0">
              <a:latin typeface="Carlito"/>
              <a:cs typeface="Carlito"/>
            </a:endParaRPr>
          </a:p>
        </p:txBody>
      </p:sp>
      <p:sp>
        <p:nvSpPr>
          <p:cNvPr id="7" name="object 9">
            <a:extLst>
              <a:ext uri="{FF2B5EF4-FFF2-40B4-BE49-F238E27FC236}">
                <a16:creationId xmlns:a16="http://schemas.microsoft.com/office/drawing/2014/main" id="{F44C6BBC-AF3C-4819-9859-13D8E2671FA0}"/>
              </a:ext>
            </a:extLst>
          </p:cNvPr>
          <p:cNvSpPr txBox="1"/>
          <p:nvPr/>
        </p:nvSpPr>
        <p:spPr>
          <a:xfrm>
            <a:off x="5304155" y="6471459"/>
            <a:ext cx="1583689" cy="310341"/>
          </a:xfrm>
          <a:prstGeom prst="rect">
            <a:avLst/>
          </a:prstGeom>
        </p:spPr>
        <p:txBody>
          <a:bodyPr vert="horz" wrap="square" lIns="0" tIns="12446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80"/>
              </a:spcBef>
            </a:pPr>
            <a:r>
              <a:rPr lang="de-DE" sz="1200" i="1" spc="-5" dirty="0">
                <a:solidFill>
                  <a:schemeClr val="bg1">
                    <a:lumMod val="50000"/>
                  </a:schemeClr>
                </a:solidFill>
                <a:latin typeface="Carlito"/>
                <a:cs typeface="Carlito"/>
              </a:rPr>
              <a:t>- Streng vertraulich -</a:t>
            </a:r>
            <a:endParaRPr sz="1200" i="1" dirty="0">
              <a:solidFill>
                <a:schemeClr val="bg1">
                  <a:lumMod val="50000"/>
                </a:schemeClr>
              </a:solidFill>
              <a:latin typeface="Carlito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34844711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CDC52A6B-5B31-478A-BD20-0614515B45BD}"/>
              </a:ext>
            </a:extLst>
          </p:cNvPr>
          <p:cNvSpPr txBox="1"/>
          <p:nvPr/>
        </p:nvSpPr>
        <p:spPr>
          <a:xfrm>
            <a:off x="8433307" y="3530476"/>
            <a:ext cx="2787015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773680" algn="l"/>
              </a:tabLst>
            </a:pPr>
            <a:r>
              <a:rPr sz="1100" b="1" u="sng" dirty="0">
                <a:uFill>
                  <a:solidFill>
                    <a:srgbClr val="1F5293"/>
                  </a:solidFill>
                </a:uFill>
                <a:latin typeface="+mj-lt"/>
                <a:cs typeface="Carlito"/>
              </a:rPr>
              <a:t>  </a:t>
            </a:r>
            <a:r>
              <a:rPr sz="1100" b="1" u="sng" spc="-20" dirty="0">
                <a:uFill>
                  <a:solidFill>
                    <a:srgbClr val="1F5293"/>
                  </a:solidFill>
                </a:uFill>
                <a:latin typeface="+mj-lt"/>
                <a:cs typeface="Carlito"/>
              </a:rPr>
              <a:t> </a:t>
            </a:r>
            <a:r>
              <a:rPr sz="1100" b="1" u="sng" dirty="0">
                <a:uFill>
                  <a:solidFill>
                    <a:srgbClr val="1F5293"/>
                  </a:solidFill>
                </a:uFill>
                <a:latin typeface="+mj-lt"/>
                <a:cs typeface="Carlito"/>
              </a:rPr>
              <a:t>FINANZEN	</a:t>
            </a:r>
            <a:endParaRPr sz="1100">
              <a:latin typeface="+mj-lt"/>
              <a:cs typeface="Carlito"/>
            </a:endParaRPr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E2A96861-A7A9-4C61-ADF8-F060185599BC}"/>
              </a:ext>
            </a:extLst>
          </p:cNvPr>
          <p:cNvSpPr txBox="1"/>
          <p:nvPr/>
        </p:nvSpPr>
        <p:spPr>
          <a:xfrm>
            <a:off x="456691" y="1036316"/>
            <a:ext cx="2787650" cy="1827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2774315" algn="l"/>
              </a:tabLst>
            </a:pPr>
            <a:r>
              <a:rPr sz="1100" b="1" u="sng" dirty="0">
                <a:uFill>
                  <a:solidFill>
                    <a:srgbClr val="1F5293"/>
                  </a:solidFill>
                </a:uFill>
                <a:latin typeface="+mj-lt"/>
                <a:cs typeface="Carlito"/>
              </a:rPr>
              <a:t>  </a:t>
            </a:r>
            <a:r>
              <a:rPr sz="1100" b="1" u="sng" spc="-95" dirty="0">
                <a:uFill>
                  <a:solidFill>
                    <a:srgbClr val="1F5293"/>
                  </a:solidFill>
                </a:uFill>
                <a:latin typeface="+mj-lt"/>
                <a:cs typeface="Carlito"/>
              </a:rPr>
              <a:t> </a:t>
            </a:r>
            <a:r>
              <a:rPr sz="1100" b="1" u="sng" dirty="0">
                <a:uFill>
                  <a:solidFill>
                    <a:srgbClr val="1F5293"/>
                  </a:solidFill>
                </a:uFill>
                <a:latin typeface="+mj-lt"/>
                <a:cs typeface="Carlito"/>
              </a:rPr>
              <a:t>DAS</a:t>
            </a:r>
            <a:r>
              <a:rPr sz="1100" b="1" u="sng" spc="-100" dirty="0">
                <a:uFill>
                  <a:solidFill>
                    <a:srgbClr val="1F5293"/>
                  </a:solidFill>
                </a:uFill>
                <a:latin typeface="+mj-lt"/>
                <a:cs typeface="Carlito"/>
              </a:rPr>
              <a:t> </a:t>
            </a:r>
            <a:r>
              <a:rPr sz="1100" b="1" u="sng" dirty="0">
                <a:uFill>
                  <a:solidFill>
                    <a:srgbClr val="1F5293"/>
                  </a:solidFill>
                </a:uFill>
                <a:latin typeface="+mj-lt"/>
                <a:cs typeface="Carlito"/>
              </a:rPr>
              <a:t>UNTERNEHMEN	</a:t>
            </a:r>
            <a:endParaRPr sz="1100" dirty="0">
              <a:latin typeface="+mj-lt"/>
              <a:cs typeface="Carlito"/>
            </a:endParaRPr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17EB3E74-721F-4BA3-A3AA-93809DE0FCF8}"/>
              </a:ext>
            </a:extLst>
          </p:cNvPr>
          <p:cNvSpPr txBox="1"/>
          <p:nvPr/>
        </p:nvSpPr>
        <p:spPr>
          <a:xfrm>
            <a:off x="8433307" y="1036316"/>
            <a:ext cx="2787650" cy="1827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2774315" algn="l"/>
              </a:tabLst>
            </a:pPr>
            <a:r>
              <a:rPr sz="1100" b="1" u="sng" dirty="0">
                <a:uFill>
                  <a:solidFill>
                    <a:srgbClr val="1F5293"/>
                  </a:solidFill>
                </a:uFill>
                <a:latin typeface="+mj-lt"/>
                <a:cs typeface="Carlito"/>
              </a:rPr>
              <a:t>  </a:t>
            </a:r>
            <a:r>
              <a:rPr sz="1100" b="1" u="sng" spc="-20" dirty="0">
                <a:uFill>
                  <a:solidFill>
                    <a:srgbClr val="1F5293"/>
                  </a:solidFill>
                </a:uFill>
                <a:latin typeface="+mj-lt"/>
                <a:cs typeface="Carlito"/>
              </a:rPr>
              <a:t> </a:t>
            </a:r>
            <a:r>
              <a:rPr lang="de-DE" sz="1100" b="1" u="sng" spc="-5" dirty="0">
                <a:uFill>
                  <a:solidFill>
                    <a:srgbClr val="1F5293"/>
                  </a:solidFill>
                </a:uFill>
                <a:latin typeface="+mj-lt"/>
                <a:cs typeface="Carlito"/>
              </a:rPr>
              <a:t>TRANSAKTIONSHINTERGRUND</a:t>
            </a:r>
            <a:r>
              <a:rPr sz="1100" b="1" u="sng" spc="-5" dirty="0">
                <a:uFill>
                  <a:solidFill>
                    <a:srgbClr val="1F5293"/>
                  </a:solidFill>
                </a:uFill>
                <a:latin typeface="+mj-lt"/>
                <a:cs typeface="Carlito"/>
              </a:rPr>
              <a:t>	</a:t>
            </a:r>
            <a:endParaRPr sz="1100" dirty="0">
              <a:latin typeface="+mj-lt"/>
              <a:cs typeface="Carlito"/>
            </a:endParaRPr>
          </a:p>
        </p:txBody>
      </p:sp>
      <p:sp>
        <p:nvSpPr>
          <p:cNvPr id="7" name="object 5">
            <a:extLst>
              <a:ext uri="{FF2B5EF4-FFF2-40B4-BE49-F238E27FC236}">
                <a16:creationId xmlns:a16="http://schemas.microsoft.com/office/drawing/2014/main" id="{3A9A4AB4-4257-4005-8FCC-D4AF2879DB9D}"/>
              </a:ext>
            </a:extLst>
          </p:cNvPr>
          <p:cNvSpPr txBox="1"/>
          <p:nvPr/>
        </p:nvSpPr>
        <p:spPr>
          <a:xfrm>
            <a:off x="4448047" y="3518284"/>
            <a:ext cx="2787015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773680" algn="l"/>
              </a:tabLst>
            </a:pPr>
            <a:r>
              <a:rPr sz="1100" b="1" u="sng" dirty="0">
                <a:uFill>
                  <a:solidFill>
                    <a:srgbClr val="1F5293"/>
                  </a:solidFill>
                </a:uFill>
                <a:latin typeface="+mj-lt"/>
                <a:cs typeface="Carlito"/>
              </a:rPr>
              <a:t>  </a:t>
            </a:r>
            <a:r>
              <a:rPr sz="1100" b="1" u="sng" spc="5" dirty="0">
                <a:uFill>
                  <a:solidFill>
                    <a:srgbClr val="1F5293"/>
                  </a:solidFill>
                </a:uFill>
                <a:latin typeface="+mj-lt"/>
                <a:cs typeface="Carlito"/>
              </a:rPr>
              <a:t> </a:t>
            </a:r>
            <a:r>
              <a:rPr lang="de-DE" sz="1100" b="1" u="sng" dirty="0">
                <a:uFill>
                  <a:solidFill>
                    <a:srgbClr val="1F5293"/>
                  </a:solidFill>
                </a:uFill>
                <a:latin typeface="+mj-lt"/>
                <a:cs typeface="Carlito"/>
              </a:rPr>
              <a:t>GESCHÄFTSPROZESSE</a:t>
            </a:r>
            <a:r>
              <a:rPr sz="1100" b="1" u="sng" dirty="0">
                <a:uFill>
                  <a:solidFill>
                    <a:srgbClr val="1F5293"/>
                  </a:solidFill>
                </a:uFill>
                <a:latin typeface="+mj-lt"/>
                <a:cs typeface="Carlito"/>
              </a:rPr>
              <a:t>	</a:t>
            </a:r>
            <a:endParaRPr sz="1100" dirty="0">
              <a:latin typeface="+mj-lt"/>
              <a:cs typeface="Carlito"/>
            </a:endParaRPr>
          </a:p>
        </p:txBody>
      </p:sp>
      <p:sp>
        <p:nvSpPr>
          <p:cNvPr id="8" name="object 6">
            <a:extLst>
              <a:ext uri="{FF2B5EF4-FFF2-40B4-BE49-F238E27FC236}">
                <a16:creationId xmlns:a16="http://schemas.microsoft.com/office/drawing/2014/main" id="{F5B32AFB-5F74-4AFB-B788-617A1BCBC9DB}"/>
              </a:ext>
            </a:extLst>
          </p:cNvPr>
          <p:cNvSpPr txBox="1"/>
          <p:nvPr/>
        </p:nvSpPr>
        <p:spPr>
          <a:xfrm>
            <a:off x="4432808" y="1036316"/>
            <a:ext cx="2787650" cy="1827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2774315" algn="l"/>
              </a:tabLst>
            </a:pPr>
            <a:r>
              <a:rPr sz="1100" b="1" u="sng" dirty="0">
                <a:uFill>
                  <a:solidFill>
                    <a:srgbClr val="1F5293"/>
                  </a:solidFill>
                </a:uFill>
                <a:latin typeface="+mj-lt"/>
                <a:cs typeface="Carlito"/>
              </a:rPr>
              <a:t> </a:t>
            </a:r>
            <a:r>
              <a:rPr sz="1100" b="1" u="sng" spc="75" dirty="0">
                <a:uFill>
                  <a:solidFill>
                    <a:srgbClr val="1F5293"/>
                  </a:solidFill>
                </a:uFill>
                <a:latin typeface="+mj-lt"/>
                <a:cs typeface="Carlito"/>
              </a:rPr>
              <a:t> </a:t>
            </a:r>
            <a:r>
              <a:rPr lang="de-DE" sz="1100" b="1" u="sng" spc="-5" dirty="0">
                <a:uFill>
                  <a:solidFill>
                    <a:srgbClr val="1F5293"/>
                  </a:solidFill>
                </a:uFill>
                <a:latin typeface="+mj-lt"/>
                <a:cs typeface="Carlito"/>
              </a:rPr>
              <a:t>PRODUKTE UND DIENSTLEISTUNGEN</a:t>
            </a:r>
            <a:r>
              <a:rPr sz="1100" b="1" u="sng" spc="-5" dirty="0">
                <a:uFill>
                  <a:solidFill>
                    <a:srgbClr val="1F5293"/>
                  </a:solidFill>
                </a:uFill>
                <a:latin typeface="+mj-lt"/>
                <a:cs typeface="Carlito"/>
              </a:rPr>
              <a:t>	</a:t>
            </a:r>
            <a:endParaRPr sz="1100" dirty="0">
              <a:latin typeface="+mj-lt"/>
              <a:cs typeface="Carlito"/>
            </a:endParaRPr>
          </a:p>
        </p:txBody>
      </p:sp>
      <p:sp>
        <p:nvSpPr>
          <p:cNvPr id="9" name="object 7">
            <a:extLst>
              <a:ext uri="{FF2B5EF4-FFF2-40B4-BE49-F238E27FC236}">
                <a16:creationId xmlns:a16="http://schemas.microsoft.com/office/drawing/2014/main" id="{5709E6CB-FEB6-4FF9-AA26-225207DBC89D}"/>
              </a:ext>
            </a:extLst>
          </p:cNvPr>
          <p:cNvSpPr/>
          <p:nvPr/>
        </p:nvSpPr>
        <p:spPr>
          <a:xfrm>
            <a:off x="2964179" y="985644"/>
            <a:ext cx="216407" cy="21640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sp>
        <p:nvSpPr>
          <p:cNvPr id="10" name="object 8">
            <a:extLst>
              <a:ext uri="{FF2B5EF4-FFF2-40B4-BE49-F238E27FC236}">
                <a16:creationId xmlns:a16="http://schemas.microsoft.com/office/drawing/2014/main" id="{3B1A1B5E-14FD-48C3-8541-1A16EC731947}"/>
              </a:ext>
            </a:extLst>
          </p:cNvPr>
          <p:cNvSpPr txBox="1"/>
          <p:nvPr/>
        </p:nvSpPr>
        <p:spPr>
          <a:xfrm>
            <a:off x="448156" y="374431"/>
            <a:ext cx="2787650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de-DE" sz="1400" spc="-5" dirty="0">
                <a:solidFill>
                  <a:srgbClr val="333333"/>
                </a:solidFill>
                <a:latin typeface="+mj-lt"/>
                <a:cs typeface="Carlito"/>
              </a:rPr>
              <a:t>TEASER - PROJEKTNAME</a:t>
            </a:r>
            <a:endParaRPr sz="1400" dirty="0">
              <a:latin typeface="+mj-lt"/>
              <a:cs typeface="Carlito"/>
            </a:endParaRPr>
          </a:p>
        </p:txBody>
      </p:sp>
      <p:sp>
        <p:nvSpPr>
          <p:cNvPr id="11" name="object 9">
            <a:extLst>
              <a:ext uri="{FF2B5EF4-FFF2-40B4-BE49-F238E27FC236}">
                <a16:creationId xmlns:a16="http://schemas.microsoft.com/office/drawing/2014/main" id="{D5E9B35B-9156-4693-B538-105F4CEF10C1}"/>
              </a:ext>
            </a:extLst>
          </p:cNvPr>
          <p:cNvSpPr/>
          <p:nvPr/>
        </p:nvSpPr>
        <p:spPr>
          <a:xfrm>
            <a:off x="10948873" y="1003392"/>
            <a:ext cx="123341" cy="20179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sp>
        <p:nvSpPr>
          <p:cNvPr id="12" name="object 10">
            <a:extLst>
              <a:ext uri="{FF2B5EF4-FFF2-40B4-BE49-F238E27FC236}">
                <a16:creationId xmlns:a16="http://schemas.microsoft.com/office/drawing/2014/main" id="{A1B8562D-9F0F-44D9-8862-D6FBF4F749B3}"/>
              </a:ext>
            </a:extLst>
          </p:cNvPr>
          <p:cNvSpPr/>
          <p:nvPr/>
        </p:nvSpPr>
        <p:spPr>
          <a:xfrm>
            <a:off x="6879254" y="1040713"/>
            <a:ext cx="146814" cy="16678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sp>
        <p:nvSpPr>
          <p:cNvPr id="13" name="object 11">
            <a:extLst>
              <a:ext uri="{FF2B5EF4-FFF2-40B4-BE49-F238E27FC236}">
                <a16:creationId xmlns:a16="http://schemas.microsoft.com/office/drawing/2014/main" id="{C8277A74-6B44-45C9-A68E-5CDCA28CDF13}"/>
              </a:ext>
            </a:extLst>
          </p:cNvPr>
          <p:cNvSpPr/>
          <p:nvPr/>
        </p:nvSpPr>
        <p:spPr>
          <a:xfrm>
            <a:off x="6876288" y="3496918"/>
            <a:ext cx="174819" cy="19470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sp>
        <p:nvSpPr>
          <p:cNvPr id="14" name="object 12">
            <a:extLst>
              <a:ext uri="{FF2B5EF4-FFF2-40B4-BE49-F238E27FC236}">
                <a16:creationId xmlns:a16="http://schemas.microsoft.com/office/drawing/2014/main" id="{6DA5AEBB-B993-49E0-8301-967803B1FCFE}"/>
              </a:ext>
            </a:extLst>
          </p:cNvPr>
          <p:cNvSpPr txBox="1"/>
          <p:nvPr/>
        </p:nvSpPr>
        <p:spPr>
          <a:xfrm>
            <a:off x="572211" y="1342412"/>
            <a:ext cx="2466340" cy="1372171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84150" indent="-171450">
              <a:lnSpc>
                <a:spcPct val="100000"/>
              </a:lnSpc>
              <a:spcBef>
                <a:spcPts val="700"/>
              </a:spcBef>
              <a:buFont typeface="Arial" panose="020B0604020202020204" pitchFamily="34" charset="0"/>
              <a:buChar char="•"/>
            </a:pPr>
            <a:r>
              <a:rPr lang="de-DE" sz="1000" dirty="0">
                <a:latin typeface="+mj-lt"/>
                <a:cs typeface="Carlito"/>
              </a:rPr>
              <a:t>Rechtsform: [z.B. GmbH]</a:t>
            </a:r>
          </a:p>
          <a:p>
            <a:pPr marL="184150" indent="-171450">
              <a:lnSpc>
                <a:spcPct val="100000"/>
              </a:lnSpc>
              <a:spcBef>
                <a:spcPts val="700"/>
              </a:spcBef>
              <a:buFont typeface="Arial" panose="020B0604020202020204" pitchFamily="34" charset="0"/>
              <a:buChar char="•"/>
            </a:pPr>
            <a:r>
              <a:rPr lang="de-DE" sz="1000" dirty="0">
                <a:latin typeface="+mj-lt"/>
                <a:cs typeface="Carlito"/>
              </a:rPr>
              <a:t>Gerundetes Alter und ggf. Gründungsjahr</a:t>
            </a:r>
          </a:p>
          <a:p>
            <a:pPr marL="184150" indent="-171450">
              <a:lnSpc>
                <a:spcPct val="100000"/>
              </a:lnSpc>
              <a:spcBef>
                <a:spcPts val="700"/>
              </a:spcBef>
              <a:buFont typeface="Arial" panose="020B0604020202020204" pitchFamily="34" charset="0"/>
              <a:buChar char="•"/>
            </a:pPr>
            <a:r>
              <a:rPr lang="de-DE" sz="1000" dirty="0">
                <a:latin typeface="+mj-lt"/>
                <a:cs typeface="Carlito"/>
              </a:rPr>
              <a:t>Hauptsitz [Region z.B. Süddeutschland]</a:t>
            </a:r>
          </a:p>
          <a:p>
            <a:pPr marL="184150" indent="-171450">
              <a:lnSpc>
                <a:spcPct val="100000"/>
              </a:lnSpc>
              <a:spcBef>
                <a:spcPts val="700"/>
              </a:spcBef>
              <a:buFont typeface="Arial" panose="020B0604020202020204" pitchFamily="34" charset="0"/>
              <a:buChar char="•"/>
            </a:pPr>
            <a:r>
              <a:rPr lang="de-DE" sz="1000" dirty="0">
                <a:latin typeface="+mj-lt"/>
                <a:cs typeface="Carlito"/>
              </a:rPr>
              <a:t>Anzahl der Mitarbeiter</a:t>
            </a:r>
          </a:p>
          <a:p>
            <a:pPr marL="184150" indent="-171450">
              <a:lnSpc>
                <a:spcPct val="100000"/>
              </a:lnSpc>
              <a:spcBef>
                <a:spcPts val="700"/>
              </a:spcBef>
              <a:buFont typeface="Arial" panose="020B0604020202020204" pitchFamily="34" charset="0"/>
              <a:buChar char="•"/>
            </a:pPr>
            <a:r>
              <a:rPr lang="de-DE" sz="1000" dirty="0">
                <a:latin typeface="+mj-lt"/>
                <a:cs typeface="Carlito"/>
              </a:rPr>
              <a:t>Geschäftsmodell [z.B. Hersteller von Heim-Textilien] </a:t>
            </a:r>
            <a:endParaRPr sz="1000" dirty="0">
              <a:latin typeface="+mj-lt"/>
              <a:cs typeface="Carlito"/>
            </a:endParaRPr>
          </a:p>
        </p:txBody>
      </p:sp>
      <p:sp>
        <p:nvSpPr>
          <p:cNvPr id="15" name="object 13">
            <a:extLst>
              <a:ext uri="{FF2B5EF4-FFF2-40B4-BE49-F238E27FC236}">
                <a16:creationId xmlns:a16="http://schemas.microsoft.com/office/drawing/2014/main" id="{26E655F8-7D50-4A20-98A9-395CEA13AA65}"/>
              </a:ext>
            </a:extLst>
          </p:cNvPr>
          <p:cNvSpPr txBox="1"/>
          <p:nvPr/>
        </p:nvSpPr>
        <p:spPr>
          <a:xfrm>
            <a:off x="4549902" y="1176791"/>
            <a:ext cx="2586990" cy="2121093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lang="de-DE" sz="1200" dirty="0">
                <a:latin typeface="+mj-lt"/>
                <a:cs typeface="Carlito"/>
              </a:rPr>
              <a:t>PRODUKTE</a:t>
            </a:r>
          </a:p>
          <a:p>
            <a:pPr marL="12700" lvl="0">
              <a:spcBef>
                <a:spcPts val="95"/>
              </a:spcBef>
            </a:pPr>
            <a:r>
              <a:rPr lang="de-DE" sz="800" spc="-60" dirty="0">
                <a:solidFill>
                  <a:prstClr val="black"/>
                </a:solidFill>
                <a:latin typeface="Calibri Light" panose="020F0302020204030204"/>
                <a:cs typeface="Arial"/>
              </a:rPr>
              <a:t>Falls vorhanden: Angaben zur Umsatzverteilung nach Produktgruppen</a:t>
            </a:r>
            <a:endParaRPr lang="de-DE" sz="800" dirty="0">
              <a:solidFill>
                <a:prstClr val="black"/>
              </a:solidFill>
              <a:latin typeface="Calibri Light" panose="020F0302020204030204"/>
              <a:cs typeface="Carlito"/>
            </a:endParaRPr>
          </a:p>
          <a:p>
            <a:pPr marL="184150" indent="-171450">
              <a:lnSpc>
                <a:spcPct val="100000"/>
              </a:lnSpc>
              <a:spcBef>
                <a:spcPts val="700"/>
              </a:spcBef>
              <a:buFont typeface="Arial" panose="020B0604020202020204" pitchFamily="34" charset="0"/>
              <a:buChar char="•"/>
            </a:pPr>
            <a:r>
              <a:rPr lang="de-DE" sz="1000" dirty="0">
                <a:latin typeface="+mj-lt"/>
                <a:cs typeface="Carlito"/>
              </a:rPr>
              <a:t>Hauptproduktkategorie [z.B. Heimtextilien]</a:t>
            </a:r>
          </a:p>
          <a:p>
            <a:pPr marL="184150" indent="-171450">
              <a:lnSpc>
                <a:spcPct val="100000"/>
              </a:lnSpc>
              <a:spcBef>
                <a:spcPts val="700"/>
              </a:spcBef>
              <a:buFont typeface="Arial" panose="020B0604020202020204" pitchFamily="34" charset="0"/>
              <a:buChar char="•"/>
            </a:pPr>
            <a:r>
              <a:rPr lang="de-DE" sz="1000" dirty="0">
                <a:latin typeface="+mj-lt"/>
                <a:cs typeface="Carlito"/>
              </a:rPr>
              <a:t>Nebenproduktkategorie [z.B. Bettwäsche, Handtücher]</a:t>
            </a:r>
          </a:p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lang="de-DE" sz="1200" dirty="0">
                <a:latin typeface="+mj-lt"/>
                <a:cs typeface="Carlito"/>
              </a:rPr>
              <a:t>DIENSTLEISTUNGEN</a:t>
            </a:r>
          </a:p>
          <a:p>
            <a:pPr marL="184150" indent="-171450">
              <a:lnSpc>
                <a:spcPct val="100000"/>
              </a:lnSpc>
              <a:spcBef>
                <a:spcPts val="700"/>
              </a:spcBef>
              <a:buFont typeface="Arial" panose="020B0604020202020204" pitchFamily="34" charset="0"/>
              <a:buChar char="•"/>
            </a:pPr>
            <a:r>
              <a:rPr lang="de-DE" sz="1000" dirty="0">
                <a:latin typeface="+mj-lt"/>
                <a:cs typeface="Carlito"/>
              </a:rPr>
              <a:t>Innerhalb der Wertschöpfungskette [z.B. Design von Heimtextilien]</a:t>
            </a:r>
          </a:p>
          <a:p>
            <a:pPr marL="184150" indent="-171450">
              <a:lnSpc>
                <a:spcPct val="100000"/>
              </a:lnSpc>
              <a:spcBef>
                <a:spcPts val="700"/>
              </a:spcBef>
              <a:buFont typeface="Arial" panose="020B0604020202020204" pitchFamily="34" charset="0"/>
              <a:buChar char="•"/>
            </a:pPr>
            <a:r>
              <a:rPr lang="de-DE" sz="1000" dirty="0">
                <a:latin typeface="+mj-lt"/>
                <a:cs typeface="Carlito"/>
              </a:rPr>
              <a:t>Nebentätigkeiten [z.B. Lohnfertigung im Bereich Atemschutzmasken]</a:t>
            </a:r>
          </a:p>
        </p:txBody>
      </p:sp>
      <p:sp>
        <p:nvSpPr>
          <p:cNvPr id="16" name="object 14">
            <a:extLst>
              <a:ext uri="{FF2B5EF4-FFF2-40B4-BE49-F238E27FC236}">
                <a16:creationId xmlns:a16="http://schemas.microsoft.com/office/drawing/2014/main" id="{82631AF3-7AAB-40F4-80A2-DEBBD29E82E0}"/>
              </a:ext>
            </a:extLst>
          </p:cNvPr>
          <p:cNvSpPr/>
          <p:nvPr/>
        </p:nvSpPr>
        <p:spPr>
          <a:xfrm>
            <a:off x="10882641" y="3484626"/>
            <a:ext cx="166917" cy="17555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sp>
        <p:nvSpPr>
          <p:cNvPr id="17" name="object 15">
            <a:extLst>
              <a:ext uri="{FF2B5EF4-FFF2-40B4-BE49-F238E27FC236}">
                <a16:creationId xmlns:a16="http://schemas.microsoft.com/office/drawing/2014/main" id="{9B7E6F24-5D4C-4D5E-828B-7D27DB271090}"/>
              </a:ext>
            </a:extLst>
          </p:cNvPr>
          <p:cNvSpPr txBox="1"/>
          <p:nvPr/>
        </p:nvSpPr>
        <p:spPr>
          <a:xfrm>
            <a:off x="482600" y="3524760"/>
            <a:ext cx="2787650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774315" algn="l"/>
              </a:tabLst>
            </a:pPr>
            <a:r>
              <a:rPr sz="1100" b="1" u="sng" dirty="0">
                <a:uFill>
                  <a:solidFill>
                    <a:srgbClr val="1F5293"/>
                  </a:solidFill>
                </a:uFill>
                <a:latin typeface="+mj-lt"/>
                <a:cs typeface="Carlito"/>
              </a:rPr>
              <a:t>  </a:t>
            </a:r>
            <a:r>
              <a:rPr sz="1100" b="1" u="sng" spc="-90" dirty="0">
                <a:uFill>
                  <a:solidFill>
                    <a:srgbClr val="1F5293"/>
                  </a:solidFill>
                </a:uFill>
                <a:latin typeface="+mj-lt"/>
                <a:cs typeface="Carlito"/>
              </a:rPr>
              <a:t> </a:t>
            </a:r>
            <a:r>
              <a:rPr sz="1100" b="1" u="sng" dirty="0">
                <a:uFill>
                  <a:solidFill>
                    <a:srgbClr val="1F5293"/>
                  </a:solidFill>
                </a:uFill>
                <a:latin typeface="+mj-lt"/>
                <a:cs typeface="Carlito"/>
              </a:rPr>
              <a:t>MARKT UND</a:t>
            </a:r>
            <a:r>
              <a:rPr sz="1100" b="1" u="sng" spc="-85" dirty="0">
                <a:uFill>
                  <a:solidFill>
                    <a:srgbClr val="1F5293"/>
                  </a:solidFill>
                </a:uFill>
                <a:latin typeface="+mj-lt"/>
                <a:cs typeface="Carlito"/>
              </a:rPr>
              <a:t> </a:t>
            </a:r>
            <a:r>
              <a:rPr lang="de-DE" sz="1100" b="1" u="sng" dirty="0">
                <a:uFill>
                  <a:solidFill>
                    <a:srgbClr val="1F5293"/>
                  </a:solidFill>
                </a:uFill>
                <a:latin typeface="+mj-lt"/>
                <a:cs typeface="Carlito"/>
              </a:rPr>
              <a:t>WETTBEWERB</a:t>
            </a:r>
            <a:r>
              <a:rPr sz="1100" b="1" u="sng" dirty="0">
                <a:uFill>
                  <a:solidFill>
                    <a:srgbClr val="1F5293"/>
                  </a:solidFill>
                </a:uFill>
                <a:latin typeface="+mj-lt"/>
                <a:cs typeface="Carlito"/>
              </a:rPr>
              <a:t>	</a:t>
            </a:r>
            <a:endParaRPr sz="1100" dirty="0">
              <a:latin typeface="+mj-lt"/>
              <a:cs typeface="Carlito"/>
            </a:endParaRPr>
          </a:p>
        </p:txBody>
      </p:sp>
      <p:sp>
        <p:nvSpPr>
          <p:cNvPr id="18" name="object 16">
            <a:extLst>
              <a:ext uri="{FF2B5EF4-FFF2-40B4-BE49-F238E27FC236}">
                <a16:creationId xmlns:a16="http://schemas.microsoft.com/office/drawing/2014/main" id="{5885C59A-C9F9-4544-A329-468703F5E2D1}"/>
              </a:ext>
            </a:extLst>
          </p:cNvPr>
          <p:cNvSpPr/>
          <p:nvPr/>
        </p:nvSpPr>
        <p:spPr>
          <a:xfrm>
            <a:off x="2968439" y="3467949"/>
            <a:ext cx="180438" cy="17473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sp>
        <p:nvSpPr>
          <p:cNvPr id="19" name="object 32">
            <a:extLst>
              <a:ext uri="{FF2B5EF4-FFF2-40B4-BE49-F238E27FC236}">
                <a16:creationId xmlns:a16="http://schemas.microsoft.com/office/drawing/2014/main" id="{BAB7B0C6-6A2A-41F1-85DE-FD9EA3145B47}"/>
              </a:ext>
            </a:extLst>
          </p:cNvPr>
          <p:cNvSpPr txBox="1"/>
          <p:nvPr/>
        </p:nvSpPr>
        <p:spPr>
          <a:xfrm>
            <a:off x="510945" y="3784390"/>
            <a:ext cx="2733395" cy="3943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de-DE" sz="800" spc="-80" dirty="0">
                <a:latin typeface="+mj-lt"/>
                <a:cs typeface="Arial"/>
              </a:rPr>
              <a:t>Marktvolumen (z.B. von Statista) </a:t>
            </a:r>
            <a:r>
              <a:rPr sz="800" spc="-60" dirty="0">
                <a:latin typeface="+mj-lt"/>
                <a:cs typeface="Arial"/>
              </a:rPr>
              <a:t>in </a:t>
            </a:r>
            <a:r>
              <a:rPr sz="800" spc="-25" dirty="0">
                <a:latin typeface="+mj-lt"/>
                <a:cs typeface="Arial"/>
              </a:rPr>
              <a:t>Mio.</a:t>
            </a:r>
            <a:r>
              <a:rPr sz="800" spc="-10" dirty="0">
                <a:latin typeface="+mj-lt"/>
                <a:cs typeface="Arial"/>
              </a:rPr>
              <a:t> </a:t>
            </a:r>
            <a:r>
              <a:rPr sz="800" spc="-55" dirty="0">
                <a:latin typeface="+mj-lt"/>
                <a:cs typeface="Arial"/>
              </a:rPr>
              <a:t>€</a:t>
            </a:r>
            <a:endParaRPr lang="de-DE" sz="800" spc="-55" dirty="0">
              <a:latin typeface="+mj-lt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de-DE" sz="800" spc="-55" dirty="0">
                <a:latin typeface="+mj-lt"/>
                <a:cs typeface="Arial"/>
              </a:rPr>
              <a:t>Falls vorhanden: Erwartetes Marktvolumen für kommende Jahre</a:t>
            </a:r>
            <a:endParaRPr sz="800" dirty="0">
              <a:latin typeface="+mj-lt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endParaRPr sz="800" dirty="0">
              <a:latin typeface="+mj-lt"/>
              <a:cs typeface="Carlito"/>
            </a:endParaRPr>
          </a:p>
        </p:txBody>
      </p:sp>
      <p:sp>
        <p:nvSpPr>
          <p:cNvPr id="20" name="object 33">
            <a:extLst>
              <a:ext uri="{FF2B5EF4-FFF2-40B4-BE49-F238E27FC236}">
                <a16:creationId xmlns:a16="http://schemas.microsoft.com/office/drawing/2014/main" id="{EC8088F7-80BE-47C9-B133-8EC6D17B8724}"/>
              </a:ext>
            </a:extLst>
          </p:cNvPr>
          <p:cNvSpPr txBox="1"/>
          <p:nvPr/>
        </p:nvSpPr>
        <p:spPr>
          <a:xfrm>
            <a:off x="4542442" y="3786967"/>
            <a:ext cx="2421255" cy="223138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84150" indent="-171450">
              <a:lnSpc>
                <a:spcPct val="100000"/>
              </a:lnSpc>
              <a:spcBef>
                <a:spcPts val="700"/>
              </a:spcBef>
              <a:buFont typeface="Arial" panose="020B0604020202020204" pitchFamily="34" charset="0"/>
              <a:buChar char="•"/>
            </a:pPr>
            <a:r>
              <a:rPr lang="de-DE" sz="1000" dirty="0">
                <a:latin typeface="+mj-lt"/>
                <a:cs typeface="Carlito"/>
              </a:rPr>
              <a:t>Wertschöpfungstiefe:</a:t>
            </a:r>
          </a:p>
          <a:p>
            <a:pPr marL="184150" indent="-171450">
              <a:lnSpc>
                <a:spcPct val="100000"/>
              </a:lnSpc>
              <a:spcBef>
                <a:spcPts val="700"/>
              </a:spcBef>
              <a:buFont typeface="Symbol" panose="05050102010706020507" pitchFamily="18" charset="2"/>
              <a:buChar char="-"/>
            </a:pPr>
            <a:r>
              <a:rPr lang="de-DE" sz="1000" dirty="0">
                <a:latin typeface="+mj-lt"/>
                <a:cs typeface="Carlito"/>
              </a:rPr>
              <a:t>Einkauf [z.B. über Vertretungen im Ausland]</a:t>
            </a:r>
          </a:p>
          <a:p>
            <a:pPr marL="184150" indent="-171450">
              <a:lnSpc>
                <a:spcPct val="100000"/>
              </a:lnSpc>
              <a:spcBef>
                <a:spcPts val="700"/>
              </a:spcBef>
              <a:buFont typeface="Symbol" panose="05050102010706020507" pitchFamily="18" charset="2"/>
              <a:buChar char="-"/>
            </a:pPr>
            <a:r>
              <a:rPr lang="de-DE" sz="1000" dirty="0">
                <a:latin typeface="+mj-lt"/>
                <a:cs typeface="Carlito"/>
              </a:rPr>
              <a:t>Marketing, IT, Logistik, Vertrieb [z.B. erfolgen In-House] </a:t>
            </a:r>
          </a:p>
          <a:p>
            <a:pPr marL="184150" indent="-171450">
              <a:lnSpc>
                <a:spcPct val="100000"/>
              </a:lnSpc>
              <a:spcBef>
                <a:spcPts val="700"/>
              </a:spcBef>
              <a:buFont typeface="Symbol" panose="05050102010706020507" pitchFamily="18" charset="2"/>
              <a:buChar char="-"/>
            </a:pPr>
            <a:r>
              <a:rPr lang="de-DE" sz="1000" dirty="0">
                <a:latin typeface="+mj-lt"/>
                <a:cs typeface="Carlito"/>
              </a:rPr>
              <a:t>Vertrieb [z.B. erfolgt über stationäre namhafte Handelsketten]</a:t>
            </a:r>
          </a:p>
          <a:p>
            <a:pPr marL="184150" indent="-171450">
              <a:lnSpc>
                <a:spcPct val="100000"/>
              </a:lnSpc>
              <a:spcBef>
                <a:spcPts val="700"/>
              </a:spcBef>
              <a:buFont typeface="Symbol" panose="05050102010706020507" pitchFamily="18" charset="2"/>
              <a:buChar char="-"/>
            </a:pPr>
            <a:r>
              <a:rPr lang="de-DE" sz="1000" dirty="0">
                <a:latin typeface="+mj-lt"/>
                <a:cs typeface="Carlito"/>
              </a:rPr>
              <a:t>Kundengruppen und -struktur</a:t>
            </a:r>
          </a:p>
          <a:p>
            <a:pPr marL="184150" indent="-171450">
              <a:lnSpc>
                <a:spcPct val="100000"/>
              </a:lnSpc>
              <a:spcBef>
                <a:spcPts val="700"/>
              </a:spcBef>
              <a:buFont typeface="Arial" panose="020B0604020202020204" pitchFamily="34" charset="0"/>
              <a:buChar char="•"/>
            </a:pPr>
            <a:r>
              <a:rPr lang="de-DE" sz="1000" dirty="0">
                <a:latin typeface="+mj-lt"/>
                <a:cs typeface="Carlito"/>
              </a:rPr>
              <a:t>Perspektive im Bereich Prozesse [z.B. im Bereich Vertrieb durch Zusammenlegung von Vertretungen]</a:t>
            </a:r>
          </a:p>
        </p:txBody>
      </p:sp>
      <p:sp>
        <p:nvSpPr>
          <p:cNvPr id="21" name="object 50">
            <a:extLst>
              <a:ext uri="{FF2B5EF4-FFF2-40B4-BE49-F238E27FC236}">
                <a16:creationId xmlns:a16="http://schemas.microsoft.com/office/drawing/2014/main" id="{CCD1A374-C8BD-42A6-BB8A-69E5F6BADAB4}"/>
              </a:ext>
            </a:extLst>
          </p:cNvPr>
          <p:cNvSpPr txBox="1">
            <a:spLocks/>
          </p:cNvSpPr>
          <p:nvPr/>
        </p:nvSpPr>
        <p:spPr>
          <a:xfrm>
            <a:off x="11746866" y="6553200"/>
            <a:ext cx="140334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lnSpc>
                <a:spcPts val="1045"/>
              </a:lnSpc>
            </a:pPr>
            <a:fld id="{81D60167-4931-47E6-BA6A-407CBD079E47}" type="slidenum">
              <a:rPr lang="de-DE" spc="-5" smtClean="0"/>
              <a:pPr marL="38100">
                <a:lnSpc>
                  <a:spcPts val="1045"/>
                </a:lnSpc>
              </a:pPr>
              <a:t>2</a:t>
            </a:fld>
            <a:endParaRPr lang="de-DE" spc="-5" dirty="0"/>
          </a:p>
        </p:txBody>
      </p:sp>
      <p:sp>
        <p:nvSpPr>
          <p:cNvPr id="22" name="object 48">
            <a:extLst>
              <a:ext uri="{FF2B5EF4-FFF2-40B4-BE49-F238E27FC236}">
                <a16:creationId xmlns:a16="http://schemas.microsoft.com/office/drawing/2014/main" id="{52D77CCF-5FF1-4F12-A585-44FC3DBB514D}"/>
              </a:ext>
            </a:extLst>
          </p:cNvPr>
          <p:cNvSpPr txBox="1"/>
          <p:nvPr/>
        </p:nvSpPr>
        <p:spPr>
          <a:xfrm>
            <a:off x="8472295" y="3784390"/>
            <a:ext cx="2885263" cy="3943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" dirty="0" err="1">
                <a:latin typeface="+mj-lt"/>
                <a:cs typeface="Carlito"/>
              </a:rPr>
              <a:t>Umsatzerlöse</a:t>
            </a:r>
            <a:r>
              <a:rPr sz="800" spc="-5" dirty="0">
                <a:latin typeface="+mj-lt"/>
                <a:cs typeface="Carlito"/>
              </a:rPr>
              <a:t> </a:t>
            </a:r>
            <a:r>
              <a:rPr lang="de-DE" sz="800" spc="-5" dirty="0">
                <a:latin typeface="+mj-lt"/>
                <a:cs typeface="Carlito"/>
              </a:rPr>
              <a:t>in EUR Mio. und EBITDA </a:t>
            </a:r>
            <a:r>
              <a:rPr sz="800" spc="-60" dirty="0">
                <a:latin typeface="+mj-lt"/>
                <a:cs typeface="Arial"/>
              </a:rPr>
              <a:t>in</a:t>
            </a:r>
            <a:r>
              <a:rPr lang="de-DE" sz="800" spc="-60" dirty="0">
                <a:latin typeface="+mj-lt"/>
                <a:cs typeface="Arial"/>
              </a:rPr>
              <a:t> %</a:t>
            </a: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de-DE" sz="800" spc="-60" dirty="0">
                <a:latin typeface="+mj-lt"/>
                <a:cs typeface="Arial"/>
              </a:rPr>
              <a:t>Falls vorhanden: Erwartete Entwicklung von Umsatz und Profitabilität für kommende Jahre</a:t>
            </a:r>
            <a:endParaRPr sz="800" dirty="0">
              <a:latin typeface="+mj-lt"/>
              <a:cs typeface="Carlito"/>
            </a:endParaRPr>
          </a:p>
        </p:txBody>
      </p:sp>
      <p:sp>
        <p:nvSpPr>
          <p:cNvPr id="23" name="object 49">
            <a:extLst>
              <a:ext uri="{FF2B5EF4-FFF2-40B4-BE49-F238E27FC236}">
                <a16:creationId xmlns:a16="http://schemas.microsoft.com/office/drawing/2014/main" id="{38174752-32F6-417D-B27C-5FC4A3207CB6}"/>
              </a:ext>
            </a:extLst>
          </p:cNvPr>
          <p:cNvSpPr txBox="1"/>
          <p:nvPr/>
        </p:nvSpPr>
        <p:spPr>
          <a:xfrm>
            <a:off x="8536685" y="1344571"/>
            <a:ext cx="2586990" cy="2077492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>
            <a:defPPr>
              <a:defRPr lang="de-DE"/>
            </a:defPPr>
            <a:lvl1pPr marL="184150" indent="-171450">
              <a:lnSpc>
                <a:spcPct val="100000"/>
              </a:lnSpc>
              <a:spcBef>
                <a:spcPts val="700"/>
              </a:spcBef>
              <a:buFont typeface="Arial" panose="020B0604020202020204" pitchFamily="34" charset="0"/>
              <a:buChar char="•"/>
              <a:defRPr sz="1000">
                <a:latin typeface="Carlito"/>
                <a:cs typeface="Carlito"/>
              </a:defRPr>
            </a:lvl1pPr>
          </a:lstStyle>
          <a:p>
            <a:r>
              <a:rPr lang="de-DE" dirty="0">
                <a:latin typeface="+mj-lt"/>
              </a:rPr>
              <a:t>Beteiligungsanlass/Motiv  [z.B. Nachfolgeregelung] </a:t>
            </a:r>
          </a:p>
          <a:p>
            <a:r>
              <a:rPr lang="de-DE" dirty="0">
                <a:latin typeface="+mj-lt"/>
              </a:rPr>
              <a:t>Anteile [z.B. zum Verkauf stehen 100% der Unternehmensanteile]</a:t>
            </a:r>
          </a:p>
          <a:p>
            <a:r>
              <a:rPr lang="de-DE" dirty="0">
                <a:latin typeface="+mj-lt"/>
              </a:rPr>
              <a:t>Veräußerungsart [z.B. Share oder Asset Deal]</a:t>
            </a:r>
          </a:p>
          <a:p>
            <a:r>
              <a:rPr lang="de-DE" dirty="0">
                <a:latin typeface="+mj-lt"/>
              </a:rPr>
              <a:t>Übergangsphase [z.B. Geschäftsführer steht für ein Jahr weiterhin zur Verfügung]</a:t>
            </a:r>
          </a:p>
          <a:p>
            <a:r>
              <a:rPr lang="de-DE" dirty="0">
                <a:latin typeface="+mj-lt"/>
              </a:rPr>
              <a:t>Ggf. Kaufpreisvorstellung [z.B. EUR 10 Mio. für 100% der Anteile, ohne Immobilien]</a:t>
            </a:r>
          </a:p>
          <a:p>
            <a:pPr marL="12700" indent="0">
              <a:buNone/>
            </a:pPr>
            <a:endParaRPr dirty="0">
              <a:latin typeface="+mj-lt"/>
            </a:endParaRPr>
          </a:p>
        </p:txBody>
      </p:sp>
      <p:sp>
        <p:nvSpPr>
          <p:cNvPr id="24" name="object 9">
            <a:extLst>
              <a:ext uri="{FF2B5EF4-FFF2-40B4-BE49-F238E27FC236}">
                <a16:creationId xmlns:a16="http://schemas.microsoft.com/office/drawing/2014/main" id="{A4E04778-F4F9-4134-90FA-B834A512B793}"/>
              </a:ext>
            </a:extLst>
          </p:cNvPr>
          <p:cNvSpPr txBox="1"/>
          <p:nvPr/>
        </p:nvSpPr>
        <p:spPr>
          <a:xfrm>
            <a:off x="5304155" y="6471459"/>
            <a:ext cx="1583689" cy="248786"/>
          </a:xfrm>
          <a:prstGeom prst="rect">
            <a:avLst/>
          </a:prstGeom>
        </p:spPr>
        <p:txBody>
          <a:bodyPr vert="horz" wrap="square" lIns="0" tIns="12446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80"/>
              </a:spcBef>
            </a:pPr>
            <a:r>
              <a:rPr lang="de-DE" sz="800" i="1" spc="-5" dirty="0">
                <a:solidFill>
                  <a:schemeClr val="bg1">
                    <a:lumMod val="50000"/>
                  </a:schemeClr>
                </a:solidFill>
                <a:latin typeface="Carlito"/>
                <a:cs typeface="Carlito"/>
              </a:rPr>
              <a:t>- Streng vertraulich -</a:t>
            </a:r>
            <a:endParaRPr sz="800" i="1" dirty="0">
              <a:solidFill>
                <a:schemeClr val="bg1">
                  <a:lumMod val="50000"/>
                </a:schemeClr>
              </a:solidFill>
              <a:latin typeface="Carlito"/>
              <a:cs typeface="Carlito"/>
            </a:endParaRPr>
          </a:p>
        </p:txBody>
      </p:sp>
      <p:graphicFrame>
        <p:nvGraphicFramePr>
          <p:cNvPr id="25" name="Diagramm 24">
            <a:extLst>
              <a:ext uri="{FF2B5EF4-FFF2-40B4-BE49-F238E27FC236}">
                <a16:creationId xmlns:a16="http://schemas.microsoft.com/office/drawing/2014/main" id="{41F5ECBB-48DA-4F68-AFB5-41839D4C6C5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46944763"/>
              </p:ext>
            </p:extLst>
          </p:nvPr>
        </p:nvGraphicFramePr>
        <p:xfrm>
          <a:off x="8286652" y="4104884"/>
          <a:ext cx="3070907" cy="19953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27" name="Diagramm 26">
            <a:extLst>
              <a:ext uri="{FF2B5EF4-FFF2-40B4-BE49-F238E27FC236}">
                <a16:creationId xmlns:a16="http://schemas.microsoft.com/office/drawing/2014/main" id="{EC5C6AD2-8F93-4948-BCA1-FEB3398AF49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11379254"/>
              </p:ext>
            </p:extLst>
          </p:nvPr>
        </p:nvGraphicFramePr>
        <p:xfrm>
          <a:off x="430252" y="4104884"/>
          <a:ext cx="2839615" cy="16335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sp>
        <p:nvSpPr>
          <p:cNvPr id="26" name="Textfeld 18">
            <a:extLst>
              <a:ext uri="{FF2B5EF4-FFF2-40B4-BE49-F238E27FC236}">
                <a16:creationId xmlns:a16="http://schemas.microsoft.com/office/drawing/2014/main" id="{9218569C-5786-41E3-B296-6D45AA2493C5}"/>
              </a:ext>
            </a:extLst>
          </p:cNvPr>
          <p:cNvSpPr txBox="1"/>
          <p:nvPr/>
        </p:nvSpPr>
        <p:spPr>
          <a:xfrm>
            <a:off x="10424337" y="5308673"/>
            <a:ext cx="1398676" cy="704843"/>
          </a:xfrm>
          <a:prstGeom prst="rect">
            <a:avLst/>
          </a:prstGeom>
          <a:solidFill>
            <a:schemeClr val="lt1"/>
          </a:solidFill>
          <a:ln w="6350">
            <a:solidFill>
              <a:prstClr val="black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e-DE" sz="1000" i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Zum Bearbeiten: Rechte Maustaste &gt; Daten bearbeiten</a:t>
            </a:r>
            <a:endParaRPr lang="de-DE" sz="10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8" name="Textfeld 18">
            <a:extLst>
              <a:ext uri="{FF2B5EF4-FFF2-40B4-BE49-F238E27FC236}">
                <a16:creationId xmlns:a16="http://schemas.microsoft.com/office/drawing/2014/main" id="{912F76DE-039D-4350-8AA8-FDAFBF6C2BC4}"/>
              </a:ext>
            </a:extLst>
          </p:cNvPr>
          <p:cNvSpPr txBox="1"/>
          <p:nvPr/>
        </p:nvSpPr>
        <p:spPr>
          <a:xfrm>
            <a:off x="2545002" y="5186731"/>
            <a:ext cx="1398676" cy="704843"/>
          </a:xfrm>
          <a:prstGeom prst="rect">
            <a:avLst/>
          </a:prstGeom>
          <a:solidFill>
            <a:schemeClr val="lt1"/>
          </a:solidFill>
          <a:ln w="6350">
            <a:solidFill>
              <a:prstClr val="black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e-DE" sz="1000" i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Zum Bearbeiten: Rechte Maustaste &gt; Daten bearbeiten</a:t>
            </a:r>
            <a:endParaRPr lang="de-DE" sz="10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4045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13AB5B04-CAA4-48B4-AC55-A22AF2D0DBA0}"/>
              </a:ext>
            </a:extLst>
          </p:cNvPr>
          <p:cNvSpPr txBox="1"/>
          <p:nvPr/>
        </p:nvSpPr>
        <p:spPr>
          <a:xfrm>
            <a:off x="449072" y="483488"/>
            <a:ext cx="2179828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70" dirty="0">
                <a:solidFill>
                  <a:srgbClr val="333333"/>
                </a:solidFill>
                <a:latin typeface="Carlito"/>
                <a:cs typeface="Carlito"/>
              </a:rPr>
              <a:t>K</a:t>
            </a:r>
            <a:r>
              <a:rPr sz="1400" spc="-5" dirty="0">
                <a:solidFill>
                  <a:srgbClr val="333333"/>
                </a:solidFill>
                <a:latin typeface="Carlito"/>
                <a:cs typeface="Carlito"/>
              </a:rPr>
              <a:t>O</a:t>
            </a:r>
            <a:r>
              <a:rPr sz="1400" dirty="0">
                <a:solidFill>
                  <a:srgbClr val="333333"/>
                </a:solidFill>
                <a:latin typeface="Carlito"/>
                <a:cs typeface="Carlito"/>
              </a:rPr>
              <a:t>N</a:t>
            </a:r>
            <a:r>
              <a:rPr sz="1400" spc="-110" dirty="0">
                <a:solidFill>
                  <a:srgbClr val="333333"/>
                </a:solidFill>
                <a:latin typeface="Carlito"/>
                <a:cs typeface="Carlito"/>
              </a:rPr>
              <a:t>T</a:t>
            </a:r>
            <a:r>
              <a:rPr sz="1400" dirty="0">
                <a:solidFill>
                  <a:srgbClr val="333333"/>
                </a:solidFill>
                <a:latin typeface="Carlito"/>
                <a:cs typeface="Carlito"/>
              </a:rPr>
              <a:t>AKT</a:t>
            </a:r>
            <a:r>
              <a:rPr lang="de-DE" sz="1400" dirty="0">
                <a:solidFill>
                  <a:srgbClr val="333333"/>
                </a:solidFill>
                <a:latin typeface="Carlito"/>
                <a:cs typeface="Carlito"/>
              </a:rPr>
              <a:t>DATEN</a:t>
            </a:r>
            <a:endParaRPr sz="1400" dirty="0">
              <a:latin typeface="Carlito"/>
              <a:cs typeface="Carlito"/>
            </a:endParaRPr>
          </a:p>
        </p:txBody>
      </p:sp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161E5667-FF09-428D-AEC3-D13587D38052}"/>
              </a:ext>
            </a:extLst>
          </p:cNvPr>
          <p:cNvGrpSpPr/>
          <p:nvPr/>
        </p:nvGrpSpPr>
        <p:grpSpPr>
          <a:xfrm>
            <a:off x="449072" y="2102229"/>
            <a:ext cx="4680930" cy="1455011"/>
            <a:chOff x="828675" y="2736956"/>
            <a:chExt cx="4680930" cy="1455011"/>
          </a:xfrm>
        </p:grpSpPr>
        <p:sp>
          <p:nvSpPr>
            <p:cNvPr id="5" name="object 6">
              <a:extLst>
                <a:ext uri="{FF2B5EF4-FFF2-40B4-BE49-F238E27FC236}">
                  <a16:creationId xmlns:a16="http://schemas.microsoft.com/office/drawing/2014/main" id="{75EDA64A-2441-4C4B-82D0-B6952A86ED12}"/>
                </a:ext>
              </a:extLst>
            </p:cNvPr>
            <p:cNvSpPr txBox="1"/>
            <p:nvPr/>
          </p:nvSpPr>
          <p:spPr>
            <a:xfrm>
              <a:off x="3008503" y="2823644"/>
              <a:ext cx="2501102" cy="1368323"/>
            </a:xfrm>
            <a:prstGeom prst="rect">
              <a:avLst/>
            </a:prstGeom>
          </p:spPr>
          <p:txBody>
            <a:bodyPr vert="horz" wrap="square" lIns="0" tIns="67310" rIns="0" bIns="0" rtlCol="0">
              <a:spAutoFit/>
            </a:bodyPr>
            <a:lstStyle/>
            <a:p>
              <a:pPr marL="12700" algn="ctr">
                <a:lnSpc>
                  <a:spcPct val="100000"/>
                </a:lnSpc>
                <a:spcBef>
                  <a:spcPts val="530"/>
                </a:spcBef>
              </a:pPr>
              <a:r>
                <a:rPr lang="de-DE" sz="1200" b="1" spc="-5" dirty="0">
                  <a:solidFill>
                    <a:srgbClr val="313131"/>
                  </a:solidFill>
                  <a:latin typeface="Carlito"/>
                  <a:cs typeface="Carlito"/>
                </a:rPr>
                <a:t>Vor- und Nachname</a:t>
              </a:r>
              <a:endParaRPr sz="1200" dirty="0">
                <a:latin typeface="Carlito"/>
                <a:cs typeface="Carlito"/>
              </a:endParaRPr>
            </a:p>
            <a:p>
              <a:pPr marL="12700" marR="5080">
                <a:lnSpc>
                  <a:spcPct val="100000"/>
                </a:lnSpc>
                <a:spcBef>
                  <a:spcPts val="400"/>
                </a:spcBef>
              </a:pPr>
              <a:endParaRPr lang="de-DE" sz="500" spc="-5" dirty="0">
                <a:solidFill>
                  <a:srgbClr val="313131"/>
                </a:solidFill>
                <a:latin typeface="Carlito"/>
                <a:cs typeface="Carlito"/>
              </a:endParaRPr>
            </a:p>
            <a:p>
              <a:pPr marL="12700" marR="5080">
                <a:lnSpc>
                  <a:spcPct val="100000"/>
                </a:lnSpc>
                <a:spcBef>
                  <a:spcPts val="400"/>
                </a:spcBef>
              </a:pPr>
              <a:r>
                <a:rPr lang="de-DE" sz="1100" spc="-5" dirty="0">
                  <a:solidFill>
                    <a:srgbClr val="313131"/>
                  </a:solidFill>
                  <a:latin typeface="Carlito"/>
                  <a:cs typeface="Carlito"/>
                </a:rPr>
                <a:t>Position:</a:t>
              </a:r>
            </a:p>
            <a:p>
              <a:pPr marL="12700" marR="189865">
                <a:lnSpc>
                  <a:spcPct val="100000"/>
                </a:lnSpc>
                <a:spcBef>
                  <a:spcPts val="105"/>
                </a:spcBef>
              </a:pPr>
              <a:r>
                <a:rPr lang="de-DE" sz="1100" spc="-5" dirty="0">
                  <a:solidFill>
                    <a:srgbClr val="313131"/>
                  </a:solidFill>
                  <a:latin typeface="Carlito"/>
                  <a:cs typeface="Carlito"/>
                </a:rPr>
                <a:t>Email Adresse:</a:t>
              </a:r>
            </a:p>
            <a:p>
              <a:pPr marL="12700" marR="189865">
                <a:lnSpc>
                  <a:spcPct val="100000"/>
                </a:lnSpc>
                <a:spcBef>
                  <a:spcPts val="105"/>
                </a:spcBef>
              </a:pPr>
              <a:r>
                <a:rPr lang="de-DE" sz="1100" spc="-5" dirty="0">
                  <a:solidFill>
                    <a:srgbClr val="313131"/>
                  </a:solidFill>
                  <a:latin typeface="Carlito"/>
                  <a:cs typeface="Carlito"/>
                </a:rPr>
                <a:t>Telefon:</a:t>
              </a:r>
            </a:p>
            <a:p>
              <a:pPr marL="12700" marR="189865">
                <a:lnSpc>
                  <a:spcPct val="100000"/>
                </a:lnSpc>
                <a:spcBef>
                  <a:spcPts val="105"/>
                </a:spcBef>
              </a:pPr>
              <a:r>
                <a:rPr lang="de-DE" sz="1100" spc="-5" dirty="0">
                  <a:solidFill>
                    <a:srgbClr val="313131"/>
                  </a:solidFill>
                  <a:latin typeface="Carlito"/>
                  <a:cs typeface="Carlito"/>
                </a:rPr>
                <a:t>Mobil:</a:t>
              </a:r>
              <a:endParaRPr lang="de-DE" sz="1100" dirty="0">
                <a:latin typeface="Carlito"/>
                <a:cs typeface="Carlito"/>
              </a:endParaRPr>
            </a:p>
            <a:p>
              <a:pPr marL="12700" marR="5080">
                <a:lnSpc>
                  <a:spcPct val="100000"/>
                </a:lnSpc>
                <a:spcBef>
                  <a:spcPts val="400"/>
                </a:spcBef>
              </a:pPr>
              <a:endParaRPr sz="1100" dirty="0">
                <a:latin typeface="Carlito"/>
                <a:cs typeface="Carlito"/>
              </a:endParaRPr>
            </a:p>
          </p:txBody>
        </p:sp>
        <p:sp>
          <p:nvSpPr>
            <p:cNvPr id="8" name="Rechteck 7">
              <a:extLst>
                <a:ext uri="{FF2B5EF4-FFF2-40B4-BE49-F238E27FC236}">
                  <a16:creationId xmlns:a16="http://schemas.microsoft.com/office/drawing/2014/main" id="{85269EA6-FCD5-4950-9CEA-6DA8AAD22C21}"/>
                </a:ext>
              </a:extLst>
            </p:cNvPr>
            <p:cNvSpPr/>
            <p:nvPr/>
          </p:nvSpPr>
          <p:spPr>
            <a:xfrm>
              <a:off x="828675" y="2736956"/>
              <a:ext cx="1266825" cy="142875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>
                  <a:solidFill>
                    <a:schemeClr val="tx1"/>
                  </a:solidFill>
                </a:rPr>
                <a:t>Bild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677487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57cfa24-320b-4dcf-98cf-a67798df7167">
      <Terms xmlns="http://schemas.microsoft.com/office/infopath/2007/PartnerControls"/>
    </lcf76f155ced4ddcb4097134ff3c332f>
    <TaxCatchAll xmlns="70e187ea-adeb-4ac8-bde8-7cd004230832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D7A1946F5FB51B459DDB186236A393BD" ma:contentTypeVersion="15" ma:contentTypeDescription="Ein neues Dokument erstellen." ma:contentTypeScope="" ma:versionID="0b7e4b4e02955c778601a55e3e9b7fd9">
  <xsd:schema xmlns:xsd="http://www.w3.org/2001/XMLSchema" xmlns:xs="http://www.w3.org/2001/XMLSchema" xmlns:p="http://schemas.microsoft.com/office/2006/metadata/properties" xmlns:ns2="457cfa24-320b-4dcf-98cf-a67798df7167" xmlns:ns3="70e187ea-adeb-4ac8-bde8-7cd004230832" targetNamespace="http://schemas.microsoft.com/office/2006/metadata/properties" ma:root="true" ma:fieldsID="1bb614f56470bd5b0497707fed691350" ns2:_="" ns3:_="">
    <xsd:import namespace="457cfa24-320b-4dcf-98cf-a67798df7167"/>
    <xsd:import namespace="70e187ea-adeb-4ac8-bde8-7cd004230832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57cfa24-320b-4dcf-98cf-a67798df7167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Bildmarkierungen" ma:readOnly="false" ma:fieldId="{5cf76f15-5ced-4ddc-b409-7134ff3c332f}" ma:taxonomyMulti="true" ma:sspId="3f5d25f6-8970-4e75-b83c-1a4990c07cc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0e187ea-adeb-4ac8-bde8-7cd004230832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d6f4b513-cd19-489f-983a-fcf377faf41f}" ma:internalName="TaxCatchAll" ma:showField="CatchAllData" ma:web="70e187ea-adeb-4ac8-bde8-7cd00423083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0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07573CC-404D-43B0-B3C1-F0E868D723A1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0986D488-14D8-4B70-A807-FDEEB1E9374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C49B951-9A99-43E9-9A50-B867F388B789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335</Words>
  <Application>Microsoft Office PowerPoint</Application>
  <PresentationFormat>Breitbild</PresentationFormat>
  <Paragraphs>52</Paragraphs>
  <Slides>3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</vt:i4>
      </vt:variant>
    </vt:vector>
  </HeadingPairs>
  <TitlesOfParts>
    <vt:vector size="9" baseType="lpstr">
      <vt:lpstr>Arial</vt:lpstr>
      <vt:lpstr>Calibri</vt:lpstr>
      <vt:lpstr>Calibri Light</vt:lpstr>
      <vt:lpstr>Carlito</vt:lpstr>
      <vt:lpstr>Symbol</vt:lpstr>
      <vt:lpstr>Office</vt:lpstr>
      <vt:lpstr>PowerPoint-Präsentation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Nicolas von Westphalen</dc:creator>
  <cp:lastModifiedBy>Kai Hesselmann</cp:lastModifiedBy>
  <cp:revision>2</cp:revision>
  <dcterms:created xsi:type="dcterms:W3CDTF">2020-05-08T14:27:00Z</dcterms:created>
  <dcterms:modified xsi:type="dcterms:W3CDTF">2020-07-10T12:37:16Z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0x010100D7A1946F5FB51B459DDB186236A393BD</vt:lpwstr>
  </property>
  <property fmtid="{D5CDD505-2E9C-101B-9397-08002B2CF9AE}" pid="3" name="Order">
    <vt:r8>1461600</vt:r8>
  </property>
  <property fmtid="{D5CDD505-2E9C-101B-9397-08002B2CF9AE}" pid="4" name="_ExtendedDescription">
    <vt:lpwstr/>
  </property>
</Properties>
</file>