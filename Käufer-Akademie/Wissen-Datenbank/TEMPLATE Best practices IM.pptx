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40"/>
  </p:notesMasterIdLst>
  <p:sldIdLst>
    <p:sldId id="293" r:id="rId5"/>
    <p:sldId id="296" r:id="rId6"/>
    <p:sldId id="352" r:id="rId7"/>
    <p:sldId id="368" r:id="rId8"/>
    <p:sldId id="377" r:id="rId9"/>
    <p:sldId id="378" r:id="rId10"/>
    <p:sldId id="300" r:id="rId11"/>
    <p:sldId id="337" r:id="rId12"/>
    <p:sldId id="379" r:id="rId13"/>
    <p:sldId id="307" r:id="rId14"/>
    <p:sldId id="301" r:id="rId15"/>
    <p:sldId id="351" r:id="rId16"/>
    <p:sldId id="338" r:id="rId17"/>
    <p:sldId id="308" r:id="rId18"/>
    <p:sldId id="312" r:id="rId19"/>
    <p:sldId id="367" r:id="rId20"/>
    <p:sldId id="342" r:id="rId21"/>
    <p:sldId id="317" r:id="rId22"/>
    <p:sldId id="369" r:id="rId23"/>
    <p:sldId id="366" r:id="rId24"/>
    <p:sldId id="370" r:id="rId25"/>
    <p:sldId id="324" r:id="rId26"/>
    <p:sldId id="380" r:id="rId27"/>
    <p:sldId id="347" r:id="rId28"/>
    <p:sldId id="357" r:id="rId29"/>
    <p:sldId id="371" r:id="rId30"/>
    <p:sldId id="355" r:id="rId31"/>
    <p:sldId id="360" r:id="rId32"/>
    <p:sldId id="381" r:id="rId33"/>
    <p:sldId id="382" r:id="rId34"/>
    <p:sldId id="358" r:id="rId35"/>
    <p:sldId id="365" r:id="rId36"/>
    <p:sldId id="372" r:id="rId37"/>
    <p:sldId id="364" r:id="rId38"/>
    <p:sldId id="373" r:id="rId3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7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ran Lenk" initials="KL" lastIdx="1" clrIdx="0">
    <p:extLst>
      <p:ext uri="{19B8F6BF-5375-455C-9EA6-DF929625EA0E}">
        <p15:presenceInfo xmlns:p15="http://schemas.microsoft.com/office/powerpoint/2012/main" userId="S::kiran.lenk@dealcircle.de::70081621-e377-4846-81bd-9d81d616efb2" providerId="AD"/>
      </p:ext>
    </p:extLst>
  </p:cmAuthor>
  <p:cmAuthor id="2" name="Georg  Pinne" initials="GP" lastIdx="1" clrIdx="1">
    <p:extLst>
      <p:ext uri="{19B8F6BF-5375-455C-9EA6-DF929625EA0E}">
        <p15:presenceInfo xmlns:p15="http://schemas.microsoft.com/office/powerpoint/2012/main" userId="S::georg.pinne@dealcircle.de::05574ceb-d5e8-42ed-bfd7-165f914e3d1e" providerId="AD"/>
      </p:ext>
    </p:extLst>
  </p:cmAuthor>
  <p:cmAuthor id="3" name="Georg  Pinne" initials="GP [2]" lastIdx="2" clrIdx="2">
    <p:extLst>
      <p:ext uri="{19B8F6BF-5375-455C-9EA6-DF929625EA0E}">
        <p15:presenceInfo xmlns:p15="http://schemas.microsoft.com/office/powerpoint/2012/main" userId="S::georg.pinne@dealcircle.com::05574ceb-d5e8-42ed-bfd7-165f914e3d1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92CF"/>
    <a:srgbClr val="0070C0"/>
    <a:srgbClr val="00B0F0"/>
    <a:srgbClr val="BDD7EE"/>
    <a:srgbClr val="0081C5"/>
    <a:srgbClr val="EFEDE2"/>
    <a:srgbClr val="000000"/>
    <a:srgbClr val="00719E"/>
    <a:srgbClr val="0078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unkle Formatvorlage 1 - Akz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114" y="156"/>
      </p:cViewPr>
      <p:guideLst>
        <p:guide orient="horz" pos="2160"/>
        <p:guide pos="175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 Hesselmann" userId="4fc0911e-7d2f-44b0-be88-dbe7fe0fce87" providerId="ADAL" clId="{71801ED6-0B7D-459E-96CF-367AB3E2FFB0}"/>
    <pc:docChg chg="undo redo custSel delSld modSld">
      <pc:chgData name="Kai Hesselmann" userId="4fc0911e-7d2f-44b0-be88-dbe7fe0fce87" providerId="ADAL" clId="{71801ED6-0B7D-459E-96CF-367AB3E2FFB0}" dt="2021-03-01T10:27:47.184" v="534" actId="20577"/>
      <pc:docMkLst>
        <pc:docMk/>
      </pc:docMkLst>
      <pc:sldChg chg="del">
        <pc:chgData name="Kai Hesselmann" userId="4fc0911e-7d2f-44b0-be88-dbe7fe0fce87" providerId="ADAL" clId="{71801ED6-0B7D-459E-96CF-367AB3E2FFB0}" dt="2021-02-22T10:40:23.407" v="0" actId="47"/>
        <pc:sldMkLst>
          <pc:docMk/>
          <pc:sldMk cId="1906199998" sldId="292"/>
        </pc:sldMkLst>
      </pc:sldChg>
      <pc:sldChg chg="modSp mod">
        <pc:chgData name="Kai Hesselmann" userId="4fc0911e-7d2f-44b0-be88-dbe7fe0fce87" providerId="ADAL" clId="{71801ED6-0B7D-459E-96CF-367AB3E2FFB0}" dt="2021-02-22T10:40:56.124" v="51" actId="1036"/>
        <pc:sldMkLst>
          <pc:docMk/>
          <pc:sldMk cId="920750432" sldId="293"/>
        </pc:sldMkLst>
        <pc:spChg chg="mod">
          <ac:chgData name="Kai Hesselmann" userId="4fc0911e-7d2f-44b0-be88-dbe7fe0fce87" providerId="ADAL" clId="{71801ED6-0B7D-459E-96CF-367AB3E2FFB0}" dt="2021-02-22T10:40:30.921" v="11" actId="20577"/>
          <ac:spMkLst>
            <pc:docMk/>
            <pc:sldMk cId="920750432" sldId="293"/>
            <ac:spMk id="2" creationId="{388BD4E6-88A0-4A83-A200-8F0C6816F343}"/>
          </ac:spMkLst>
        </pc:spChg>
        <pc:spChg chg="mod">
          <ac:chgData name="Kai Hesselmann" userId="4fc0911e-7d2f-44b0-be88-dbe7fe0fce87" providerId="ADAL" clId="{71801ED6-0B7D-459E-96CF-367AB3E2FFB0}" dt="2021-02-22T10:40:56.124" v="51" actId="1036"/>
          <ac:spMkLst>
            <pc:docMk/>
            <pc:sldMk cId="920750432" sldId="293"/>
            <ac:spMk id="3" creationId="{1D2C5A05-4C43-47CC-B073-E32DACC8F771}"/>
          </ac:spMkLst>
        </pc:spChg>
      </pc:sldChg>
      <pc:sldChg chg="modSp mod">
        <pc:chgData name="Kai Hesselmann" userId="4fc0911e-7d2f-44b0-be88-dbe7fe0fce87" providerId="ADAL" clId="{71801ED6-0B7D-459E-96CF-367AB3E2FFB0}" dt="2021-02-22T10:54:32.032" v="154" actId="1036"/>
        <pc:sldMkLst>
          <pc:docMk/>
          <pc:sldMk cId="3299224964" sldId="296"/>
        </pc:sldMkLst>
        <pc:spChg chg="mod">
          <ac:chgData name="Kai Hesselmann" userId="4fc0911e-7d2f-44b0-be88-dbe7fe0fce87" providerId="ADAL" clId="{71801ED6-0B7D-459E-96CF-367AB3E2FFB0}" dt="2021-02-22T10:54:32.032" v="154" actId="1036"/>
          <ac:spMkLst>
            <pc:docMk/>
            <pc:sldMk cId="3299224964" sldId="296"/>
            <ac:spMk id="3" creationId="{C35093D0-D913-4B34-8AE3-F8C9DF5E8E3E}"/>
          </ac:spMkLst>
        </pc:spChg>
        <pc:spChg chg="mod">
          <ac:chgData name="Kai Hesselmann" userId="4fc0911e-7d2f-44b0-be88-dbe7fe0fce87" providerId="ADAL" clId="{71801ED6-0B7D-459E-96CF-367AB3E2FFB0}" dt="2021-02-22T10:45:10.343" v="76" actId="21"/>
          <ac:spMkLst>
            <pc:docMk/>
            <pc:sldMk cId="3299224964" sldId="296"/>
            <ac:spMk id="5" creationId="{79797F33-A0BC-4A6C-B0B7-E58382315D10}"/>
          </ac:spMkLst>
        </pc:spChg>
        <pc:spChg chg="mod">
          <ac:chgData name="Kai Hesselmann" userId="4fc0911e-7d2f-44b0-be88-dbe7fe0fce87" providerId="ADAL" clId="{71801ED6-0B7D-459E-96CF-367AB3E2FFB0}" dt="2021-02-22T10:45:16.193" v="81" actId="21"/>
          <ac:spMkLst>
            <pc:docMk/>
            <pc:sldMk cId="3299224964" sldId="296"/>
            <ac:spMk id="6" creationId="{4A0FFC5F-3ABF-4C83-8F72-BC72C0C86060}"/>
          </ac:spMkLst>
        </pc:spChg>
      </pc:sldChg>
      <pc:sldChg chg="modSp mod">
        <pc:chgData name="Kai Hesselmann" userId="4fc0911e-7d2f-44b0-be88-dbe7fe0fce87" providerId="ADAL" clId="{71801ED6-0B7D-459E-96CF-367AB3E2FFB0}" dt="2021-02-22T12:39:32.784" v="181" actId="255"/>
        <pc:sldMkLst>
          <pc:docMk/>
          <pc:sldMk cId="2673889257" sldId="298"/>
        </pc:sldMkLst>
        <pc:spChg chg="mod">
          <ac:chgData name="Kai Hesselmann" userId="4fc0911e-7d2f-44b0-be88-dbe7fe0fce87" providerId="ADAL" clId="{71801ED6-0B7D-459E-96CF-367AB3E2FFB0}" dt="2021-02-22T12:39:13.146" v="180" actId="20577"/>
          <ac:spMkLst>
            <pc:docMk/>
            <pc:sldMk cId="2673889257" sldId="298"/>
            <ac:spMk id="51" creationId="{A59A170C-BB85-4786-9CB9-17D4494E3A6E}"/>
          </ac:spMkLst>
        </pc:spChg>
        <pc:graphicFrameChg chg="mod">
          <ac:chgData name="Kai Hesselmann" userId="4fc0911e-7d2f-44b0-be88-dbe7fe0fce87" providerId="ADAL" clId="{71801ED6-0B7D-459E-96CF-367AB3E2FFB0}" dt="2021-02-22T12:39:32.784" v="181" actId="255"/>
          <ac:graphicFrameMkLst>
            <pc:docMk/>
            <pc:sldMk cId="2673889257" sldId="298"/>
            <ac:graphicFrameMk id="68" creationId="{C5EFB841-0FB0-47B2-9DC6-EF4F581D800F}"/>
          </ac:graphicFrameMkLst>
        </pc:graphicFrameChg>
      </pc:sldChg>
      <pc:sldChg chg="modSp mod">
        <pc:chgData name="Kai Hesselmann" userId="4fc0911e-7d2f-44b0-be88-dbe7fe0fce87" providerId="ADAL" clId="{71801ED6-0B7D-459E-96CF-367AB3E2FFB0}" dt="2021-02-22T12:43:08.557" v="209" actId="255"/>
        <pc:sldMkLst>
          <pc:docMk/>
          <pc:sldMk cId="1301093302" sldId="306"/>
        </pc:sldMkLst>
        <pc:graphicFrameChg chg="modGraphic">
          <ac:chgData name="Kai Hesselmann" userId="4fc0911e-7d2f-44b0-be88-dbe7fe0fce87" providerId="ADAL" clId="{71801ED6-0B7D-459E-96CF-367AB3E2FFB0}" dt="2021-02-22T12:43:01.588" v="208" actId="255"/>
          <ac:graphicFrameMkLst>
            <pc:docMk/>
            <pc:sldMk cId="1301093302" sldId="306"/>
            <ac:graphicFrameMk id="64" creationId="{CAA5639F-EFFF-4E8C-8B90-3730429B4757}"/>
          </ac:graphicFrameMkLst>
        </pc:graphicFrameChg>
        <pc:graphicFrameChg chg="modGraphic">
          <ac:chgData name="Kai Hesselmann" userId="4fc0911e-7d2f-44b0-be88-dbe7fe0fce87" providerId="ADAL" clId="{71801ED6-0B7D-459E-96CF-367AB3E2FFB0}" dt="2021-02-22T12:43:08.557" v="209" actId="255"/>
          <ac:graphicFrameMkLst>
            <pc:docMk/>
            <pc:sldMk cId="1301093302" sldId="306"/>
            <ac:graphicFrameMk id="65" creationId="{97966EA8-3912-4A1E-9AB0-35497AC25E5B}"/>
          </ac:graphicFrameMkLst>
        </pc:graphicFrameChg>
      </pc:sldChg>
      <pc:sldChg chg="modSp mod">
        <pc:chgData name="Kai Hesselmann" userId="4fc0911e-7d2f-44b0-be88-dbe7fe0fce87" providerId="ADAL" clId="{71801ED6-0B7D-459E-96CF-367AB3E2FFB0}" dt="2021-03-01T10:23:25.975" v="496" actId="2"/>
        <pc:sldMkLst>
          <pc:docMk/>
          <pc:sldMk cId="3083379284" sldId="308"/>
        </pc:sldMkLst>
        <pc:spChg chg="mod">
          <ac:chgData name="Kai Hesselmann" userId="4fc0911e-7d2f-44b0-be88-dbe7fe0fce87" providerId="ADAL" clId="{71801ED6-0B7D-459E-96CF-367AB3E2FFB0}" dt="2021-03-01T10:23:25.975" v="496" actId="2"/>
          <ac:spMkLst>
            <pc:docMk/>
            <pc:sldMk cId="3083379284" sldId="308"/>
            <ac:spMk id="23" creationId="{F644E9EA-9E38-43FB-829B-FF3EE569384B}"/>
          </ac:spMkLst>
        </pc:spChg>
      </pc:sldChg>
      <pc:sldChg chg="modSp mod">
        <pc:chgData name="Kai Hesselmann" userId="4fc0911e-7d2f-44b0-be88-dbe7fe0fce87" providerId="ADAL" clId="{71801ED6-0B7D-459E-96CF-367AB3E2FFB0}" dt="2021-03-01T09:22:02.407" v="277" actId="790"/>
        <pc:sldMkLst>
          <pc:docMk/>
          <pc:sldMk cId="895173213" sldId="317"/>
        </pc:sldMkLst>
        <pc:spChg chg="mod">
          <ac:chgData name="Kai Hesselmann" userId="4fc0911e-7d2f-44b0-be88-dbe7fe0fce87" providerId="ADAL" clId="{71801ED6-0B7D-459E-96CF-367AB3E2FFB0}" dt="2021-03-01T09:22:02.407" v="277" actId="790"/>
          <ac:spMkLst>
            <pc:docMk/>
            <pc:sldMk cId="895173213" sldId="317"/>
            <ac:spMk id="192" creationId="{621866F1-DD34-4D18-9772-2A5E97A09756}"/>
          </ac:spMkLst>
        </pc:spChg>
      </pc:sldChg>
      <pc:sldChg chg="delSp modSp mod">
        <pc:chgData name="Kai Hesselmann" userId="4fc0911e-7d2f-44b0-be88-dbe7fe0fce87" providerId="ADAL" clId="{71801ED6-0B7D-459E-96CF-367AB3E2FFB0}" dt="2021-03-01T10:26:16.322" v="531" actId="27918"/>
        <pc:sldMkLst>
          <pc:docMk/>
          <pc:sldMk cId="3049681915" sldId="324"/>
        </pc:sldMkLst>
        <pc:spChg chg="del">
          <ac:chgData name="Kai Hesselmann" userId="4fc0911e-7d2f-44b0-be88-dbe7fe0fce87" providerId="ADAL" clId="{71801ED6-0B7D-459E-96CF-367AB3E2FFB0}" dt="2021-03-01T09:25:28.706" v="343" actId="478"/>
          <ac:spMkLst>
            <pc:docMk/>
            <pc:sldMk cId="3049681915" sldId="324"/>
            <ac:spMk id="33" creationId="{325928B1-1F56-4904-AC4A-571E487929F9}"/>
          </ac:spMkLst>
        </pc:spChg>
        <pc:spChg chg="mod">
          <ac:chgData name="Kai Hesselmann" userId="4fc0911e-7d2f-44b0-be88-dbe7fe0fce87" providerId="ADAL" clId="{71801ED6-0B7D-459E-96CF-367AB3E2FFB0}" dt="2021-03-01T10:26:05.708" v="529" actId="113"/>
          <ac:spMkLst>
            <pc:docMk/>
            <pc:sldMk cId="3049681915" sldId="324"/>
            <ac:spMk id="50" creationId="{1B0C7D5D-FE70-424F-9ED6-E525FA6726C5}"/>
          </ac:spMkLst>
        </pc:spChg>
        <pc:graphicFrameChg chg="mod">
          <ac:chgData name="Kai Hesselmann" userId="4fc0911e-7d2f-44b0-be88-dbe7fe0fce87" providerId="ADAL" clId="{71801ED6-0B7D-459E-96CF-367AB3E2FFB0}" dt="2021-03-01T09:25:37.285" v="344"/>
          <ac:graphicFrameMkLst>
            <pc:docMk/>
            <pc:sldMk cId="3049681915" sldId="324"/>
            <ac:graphicFrameMk id="37" creationId="{6CF8DFD9-751A-4ED3-91D2-191A7B87EE25}"/>
          </ac:graphicFrameMkLst>
        </pc:graphicFrameChg>
      </pc:sldChg>
      <pc:sldChg chg="modSp mod">
        <pc:chgData name="Kai Hesselmann" userId="4fc0911e-7d2f-44b0-be88-dbe7fe0fce87" providerId="ADAL" clId="{71801ED6-0B7D-459E-96CF-367AB3E2FFB0}" dt="2021-03-01T10:21:48.163" v="481" actId="313"/>
        <pc:sldMkLst>
          <pc:docMk/>
          <pc:sldMk cId="2236457937" sldId="337"/>
        </pc:sldMkLst>
        <pc:spChg chg="mod">
          <ac:chgData name="Kai Hesselmann" userId="4fc0911e-7d2f-44b0-be88-dbe7fe0fce87" providerId="ADAL" clId="{71801ED6-0B7D-459E-96CF-367AB3E2FFB0}" dt="2021-02-22T12:40:49.235" v="205" actId="113"/>
          <ac:spMkLst>
            <pc:docMk/>
            <pc:sldMk cId="2236457937" sldId="337"/>
            <ac:spMk id="36" creationId="{6470679E-035A-4862-8138-2101149FAF58}"/>
          </ac:spMkLst>
        </pc:spChg>
        <pc:spChg chg="mod">
          <ac:chgData name="Kai Hesselmann" userId="4fc0911e-7d2f-44b0-be88-dbe7fe0fce87" providerId="ADAL" clId="{71801ED6-0B7D-459E-96CF-367AB3E2FFB0}" dt="2021-03-01T10:21:48.163" v="481" actId="313"/>
          <ac:spMkLst>
            <pc:docMk/>
            <pc:sldMk cId="2236457937" sldId="337"/>
            <ac:spMk id="55" creationId="{4C8E27DC-A43B-401A-9EE5-9B019F0F0E53}"/>
          </ac:spMkLst>
        </pc:spChg>
      </pc:sldChg>
      <pc:sldChg chg="modSp mod">
        <pc:chgData name="Kai Hesselmann" userId="4fc0911e-7d2f-44b0-be88-dbe7fe0fce87" providerId="ADAL" clId="{71801ED6-0B7D-459E-96CF-367AB3E2FFB0}" dt="2021-03-01T10:23:24.491" v="495" actId="2"/>
        <pc:sldMkLst>
          <pc:docMk/>
          <pc:sldMk cId="2282108408" sldId="338"/>
        </pc:sldMkLst>
        <pc:spChg chg="mod">
          <ac:chgData name="Kai Hesselmann" userId="4fc0911e-7d2f-44b0-be88-dbe7fe0fce87" providerId="ADAL" clId="{71801ED6-0B7D-459E-96CF-367AB3E2FFB0}" dt="2021-03-01T10:23:24.491" v="495" actId="2"/>
          <ac:spMkLst>
            <pc:docMk/>
            <pc:sldMk cId="2282108408" sldId="338"/>
            <ac:spMk id="56" creationId="{D039DF10-48D7-4964-98E6-6D1BD6D3CA4C}"/>
          </ac:spMkLst>
        </pc:spChg>
      </pc:sldChg>
      <pc:sldChg chg="modSp mod">
        <pc:chgData name="Kai Hesselmann" userId="4fc0911e-7d2f-44b0-be88-dbe7fe0fce87" providerId="ADAL" clId="{71801ED6-0B7D-459E-96CF-367AB3E2FFB0}" dt="2021-03-01T10:24:14.434" v="501" actId="2"/>
        <pc:sldMkLst>
          <pc:docMk/>
          <pc:sldMk cId="2992616775" sldId="342"/>
        </pc:sldMkLst>
        <pc:spChg chg="mod">
          <ac:chgData name="Kai Hesselmann" userId="4fc0911e-7d2f-44b0-be88-dbe7fe0fce87" providerId="ADAL" clId="{71801ED6-0B7D-459E-96CF-367AB3E2FFB0}" dt="2021-03-01T09:21:16.245" v="274" actId="255"/>
          <ac:spMkLst>
            <pc:docMk/>
            <pc:sldMk cId="2992616775" sldId="342"/>
            <ac:spMk id="10" creationId="{94A39260-B995-4EBB-8A6F-64E817A77378}"/>
          </ac:spMkLst>
        </pc:spChg>
        <pc:spChg chg="mod">
          <ac:chgData name="Kai Hesselmann" userId="4fc0911e-7d2f-44b0-be88-dbe7fe0fce87" providerId="ADAL" clId="{71801ED6-0B7D-459E-96CF-367AB3E2FFB0}" dt="2021-03-01T09:21:23.204" v="275" actId="20577"/>
          <ac:spMkLst>
            <pc:docMk/>
            <pc:sldMk cId="2992616775" sldId="342"/>
            <ac:spMk id="11" creationId="{71C7A036-B4BA-41B8-9731-72EBC3924349}"/>
          </ac:spMkLst>
        </pc:spChg>
        <pc:spChg chg="mod">
          <ac:chgData name="Kai Hesselmann" userId="4fc0911e-7d2f-44b0-be88-dbe7fe0fce87" providerId="ADAL" clId="{71801ED6-0B7D-459E-96CF-367AB3E2FFB0}" dt="2021-03-01T09:21:27.557" v="276" actId="313"/>
          <ac:spMkLst>
            <pc:docMk/>
            <pc:sldMk cId="2992616775" sldId="342"/>
            <ac:spMk id="24" creationId="{8B388399-0785-4E01-B74A-F4F504E38C10}"/>
          </ac:spMkLst>
        </pc:spChg>
        <pc:spChg chg="mod">
          <ac:chgData name="Kai Hesselmann" userId="4fc0911e-7d2f-44b0-be88-dbe7fe0fce87" providerId="ADAL" clId="{71801ED6-0B7D-459E-96CF-367AB3E2FFB0}" dt="2021-03-01T09:21:08.357" v="273" actId="255"/>
          <ac:spMkLst>
            <pc:docMk/>
            <pc:sldMk cId="2992616775" sldId="342"/>
            <ac:spMk id="42" creationId="{85ADFC1E-6784-494E-8B26-F504839F85B3}"/>
          </ac:spMkLst>
        </pc:spChg>
        <pc:spChg chg="mod">
          <ac:chgData name="Kai Hesselmann" userId="4fc0911e-7d2f-44b0-be88-dbe7fe0fce87" providerId="ADAL" clId="{71801ED6-0B7D-459E-96CF-367AB3E2FFB0}" dt="2021-03-01T09:21:16.245" v="274" actId="255"/>
          <ac:spMkLst>
            <pc:docMk/>
            <pc:sldMk cId="2992616775" sldId="342"/>
            <ac:spMk id="43" creationId="{3263E368-D38C-4C03-9354-B95A8230EA66}"/>
          </ac:spMkLst>
        </pc:spChg>
        <pc:spChg chg="mod">
          <ac:chgData name="Kai Hesselmann" userId="4fc0911e-7d2f-44b0-be88-dbe7fe0fce87" providerId="ADAL" clId="{71801ED6-0B7D-459E-96CF-367AB3E2FFB0}" dt="2021-03-01T10:24:14.434" v="501" actId="2"/>
          <ac:spMkLst>
            <pc:docMk/>
            <pc:sldMk cId="2992616775" sldId="342"/>
            <ac:spMk id="46" creationId="{E7A4C128-6E2E-459F-8F34-BA645B3576DF}"/>
          </ac:spMkLst>
        </pc:spChg>
      </pc:sldChg>
      <pc:sldChg chg="addSp delSp modSp mod">
        <pc:chgData name="Kai Hesselmann" userId="4fc0911e-7d2f-44b0-be88-dbe7fe0fce87" providerId="ADAL" clId="{71801ED6-0B7D-459E-96CF-367AB3E2FFB0}" dt="2021-03-01T10:26:39.203" v="533" actId="27918"/>
        <pc:sldMkLst>
          <pc:docMk/>
          <pc:sldMk cId="977870538" sldId="347"/>
        </pc:sldMkLst>
        <pc:spChg chg="mod">
          <ac:chgData name="Kai Hesselmann" userId="4fc0911e-7d2f-44b0-be88-dbe7fe0fce87" providerId="ADAL" clId="{71801ED6-0B7D-459E-96CF-367AB3E2FFB0}" dt="2021-03-01T10:25:49.404" v="525" actId="113"/>
          <ac:spMkLst>
            <pc:docMk/>
            <pc:sldMk cId="977870538" sldId="347"/>
            <ac:spMk id="13" creationId="{DB47710D-33CD-4E3F-9F87-08460E715EA2}"/>
          </ac:spMkLst>
        </pc:spChg>
        <pc:spChg chg="del">
          <ac:chgData name="Kai Hesselmann" userId="4fc0911e-7d2f-44b0-be88-dbe7fe0fce87" providerId="ADAL" clId="{71801ED6-0B7D-459E-96CF-367AB3E2FFB0}" dt="2021-03-01T09:27:12.666" v="354" actId="478"/>
          <ac:spMkLst>
            <pc:docMk/>
            <pc:sldMk cId="977870538" sldId="347"/>
            <ac:spMk id="26" creationId="{C1E0C870-42BB-40EA-803B-0F868CC8E1C0}"/>
          </ac:spMkLst>
        </pc:spChg>
        <pc:graphicFrameChg chg="add del mod">
          <ac:chgData name="Kai Hesselmann" userId="4fc0911e-7d2f-44b0-be88-dbe7fe0fce87" providerId="ADAL" clId="{71801ED6-0B7D-459E-96CF-367AB3E2FFB0}" dt="2021-03-01T09:27:25.042" v="357"/>
          <ac:graphicFrameMkLst>
            <pc:docMk/>
            <pc:sldMk cId="977870538" sldId="347"/>
            <ac:graphicFrameMk id="27" creationId="{37D1937B-5D4D-45F5-9302-6CFE6A7295E9}"/>
          </ac:graphicFrameMkLst>
        </pc:graphicFrameChg>
      </pc:sldChg>
      <pc:sldChg chg="modSp mod">
        <pc:chgData name="Kai Hesselmann" userId="4fc0911e-7d2f-44b0-be88-dbe7fe0fce87" providerId="ADAL" clId="{71801ED6-0B7D-459E-96CF-367AB3E2FFB0}" dt="2021-03-01T10:23:21.678" v="492" actId="2"/>
        <pc:sldMkLst>
          <pc:docMk/>
          <pc:sldMk cId="580259244" sldId="351"/>
        </pc:sldMkLst>
        <pc:spChg chg="mod">
          <ac:chgData name="Kai Hesselmann" userId="4fc0911e-7d2f-44b0-be88-dbe7fe0fce87" providerId="ADAL" clId="{71801ED6-0B7D-459E-96CF-367AB3E2FFB0}" dt="2021-03-01T09:18:57.596" v="253" actId="255"/>
          <ac:spMkLst>
            <pc:docMk/>
            <pc:sldMk cId="580259244" sldId="351"/>
            <ac:spMk id="18" creationId="{9D21C274-5873-4D24-AABD-9AAB39E19A95}"/>
          </ac:spMkLst>
        </pc:spChg>
        <pc:spChg chg="mod">
          <ac:chgData name="Kai Hesselmann" userId="4fc0911e-7d2f-44b0-be88-dbe7fe0fce87" providerId="ADAL" clId="{71801ED6-0B7D-459E-96CF-367AB3E2FFB0}" dt="2021-03-01T10:23:21.678" v="492" actId="2"/>
          <ac:spMkLst>
            <pc:docMk/>
            <pc:sldMk cId="580259244" sldId="351"/>
            <ac:spMk id="27" creationId="{6F2782AE-E8B1-4C34-9716-841553E86FE3}"/>
          </ac:spMkLst>
        </pc:spChg>
        <pc:spChg chg="mod">
          <ac:chgData name="Kai Hesselmann" userId="4fc0911e-7d2f-44b0-be88-dbe7fe0fce87" providerId="ADAL" clId="{71801ED6-0B7D-459E-96CF-367AB3E2FFB0}" dt="2021-03-01T09:19:13.672" v="255" actId="1035"/>
          <ac:spMkLst>
            <pc:docMk/>
            <pc:sldMk cId="580259244" sldId="351"/>
            <ac:spMk id="36" creationId="{EA2C3D68-C429-4CC0-863A-CB5953F5A44F}"/>
          </ac:spMkLst>
        </pc:spChg>
        <pc:spChg chg="mod">
          <ac:chgData name="Kai Hesselmann" userId="4fc0911e-7d2f-44b0-be88-dbe7fe0fce87" providerId="ADAL" clId="{71801ED6-0B7D-459E-96CF-367AB3E2FFB0}" dt="2021-02-22T12:42:46.158" v="207" actId="255"/>
          <ac:spMkLst>
            <pc:docMk/>
            <pc:sldMk cId="580259244" sldId="351"/>
            <ac:spMk id="74" creationId="{AD0AC18A-FE70-4A97-9FF4-5CA9D791E868}"/>
          </ac:spMkLst>
        </pc:spChg>
        <pc:graphicFrameChg chg="mod">
          <ac:chgData name="Kai Hesselmann" userId="4fc0911e-7d2f-44b0-be88-dbe7fe0fce87" providerId="ADAL" clId="{71801ED6-0B7D-459E-96CF-367AB3E2FFB0}" dt="2021-03-01T09:18:46.086" v="252"/>
          <ac:graphicFrameMkLst>
            <pc:docMk/>
            <pc:sldMk cId="580259244" sldId="351"/>
            <ac:graphicFrameMk id="23" creationId="{D9174B43-DF13-424C-AD0D-427C8627A66C}"/>
          </ac:graphicFrameMkLst>
        </pc:graphicFrameChg>
      </pc:sldChg>
      <pc:sldChg chg="modSp mod">
        <pc:chgData name="Kai Hesselmann" userId="4fc0911e-7d2f-44b0-be88-dbe7fe0fce87" providerId="ADAL" clId="{71801ED6-0B7D-459E-96CF-367AB3E2FFB0}" dt="2021-03-01T10:20:24.985" v="480" actId="20577"/>
        <pc:sldMkLst>
          <pc:docMk/>
          <pc:sldMk cId="705361737" sldId="352"/>
        </pc:sldMkLst>
        <pc:spChg chg="mod">
          <ac:chgData name="Kai Hesselmann" userId="4fc0911e-7d2f-44b0-be88-dbe7fe0fce87" providerId="ADAL" clId="{71801ED6-0B7D-459E-96CF-367AB3E2FFB0}" dt="2021-03-01T10:20:01.752" v="468" actId="20577"/>
          <ac:spMkLst>
            <pc:docMk/>
            <pc:sldMk cId="705361737" sldId="352"/>
            <ac:spMk id="54" creationId="{0C8D0FAC-2431-430D-9175-ED8DB435502C}"/>
          </ac:spMkLst>
        </pc:spChg>
        <pc:spChg chg="mod">
          <ac:chgData name="Kai Hesselmann" userId="4fc0911e-7d2f-44b0-be88-dbe7fe0fce87" providerId="ADAL" clId="{71801ED6-0B7D-459E-96CF-367AB3E2FFB0}" dt="2021-03-01T10:20:09.184" v="470" actId="20577"/>
          <ac:spMkLst>
            <pc:docMk/>
            <pc:sldMk cId="705361737" sldId="352"/>
            <ac:spMk id="55" creationId="{69845376-E826-406D-954E-73BF4FD942CD}"/>
          </ac:spMkLst>
        </pc:spChg>
        <pc:spChg chg="mod">
          <ac:chgData name="Kai Hesselmann" userId="4fc0911e-7d2f-44b0-be88-dbe7fe0fce87" providerId="ADAL" clId="{71801ED6-0B7D-459E-96CF-367AB3E2FFB0}" dt="2021-03-01T10:20:15.048" v="472" actId="20577"/>
          <ac:spMkLst>
            <pc:docMk/>
            <pc:sldMk cId="705361737" sldId="352"/>
            <ac:spMk id="56" creationId="{E36FAE0D-22A5-4E18-BDC8-EA99AB70EA26}"/>
          </ac:spMkLst>
        </pc:spChg>
        <pc:spChg chg="mod">
          <ac:chgData name="Kai Hesselmann" userId="4fc0911e-7d2f-44b0-be88-dbe7fe0fce87" providerId="ADAL" clId="{71801ED6-0B7D-459E-96CF-367AB3E2FFB0}" dt="2021-03-01T10:20:17.393" v="474" actId="20577"/>
          <ac:spMkLst>
            <pc:docMk/>
            <pc:sldMk cId="705361737" sldId="352"/>
            <ac:spMk id="57" creationId="{881E5828-DCD3-4FF9-A8C7-B02C23837049}"/>
          </ac:spMkLst>
        </pc:spChg>
        <pc:spChg chg="mod">
          <ac:chgData name="Kai Hesselmann" userId="4fc0911e-7d2f-44b0-be88-dbe7fe0fce87" providerId="ADAL" clId="{71801ED6-0B7D-459E-96CF-367AB3E2FFB0}" dt="2021-03-01T10:20:19.458" v="476" actId="20577"/>
          <ac:spMkLst>
            <pc:docMk/>
            <pc:sldMk cId="705361737" sldId="352"/>
            <ac:spMk id="58" creationId="{D97CFBFA-CA17-4AA9-BEEE-9D1652D0CABD}"/>
          </ac:spMkLst>
        </pc:spChg>
        <pc:spChg chg="mod">
          <ac:chgData name="Kai Hesselmann" userId="4fc0911e-7d2f-44b0-be88-dbe7fe0fce87" providerId="ADAL" clId="{71801ED6-0B7D-459E-96CF-367AB3E2FFB0}" dt="2021-03-01T10:20:21.638" v="478" actId="20577"/>
          <ac:spMkLst>
            <pc:docMk/>
            <pc:sldMk cId="705361737" sldId="352"/>
            <ac:spMk id="59" creationId="{FC2F0904-F8A3-4997-8CB7-103825F38BCD}"/>
          </ac:spMkLst>
        </pc:spChg>
        <pc:spChg chg="mod">
          <ac:chgData name="Kai Hesselmann" userId="4fc0911e-7d2f-44b0-be88-dbe7fe0fce87" providerId="ADAL" clId="{71801ED6-0B7D-459E-96CF-367AB3E2FFB0}" dt="2021-03-01T10:20:24.985" v="480" actId="20577"/>
          <ac:spMkLst>
            <pc:docMk/>
            <pc:sldMk cId="705361737" sldId="352"/>
            <ac:spMk id="60" creationId="{22E088AF-1D6D-41D0-96B5-79E78DA10D91}"/>
          </ac:spMkLst>
        </pc:spChg>
        <pc:spChg chg="mod">
          <ac:chgData name="Kai Hesselmann" userId="4fc0911e-7d2f-44b0-be88-dbe7fe0fce87" providerId="ADAL" clId="{71801ED6-0B7D-459E-96CF-367AB3E2FFB0}" dt="2021-03-01T10:19:51.944" v="464" actId="20577"/>
          <ac:spMkLst>
            <pc:docMk/>
            <pc:sldMk cId="705361737" sldId="352"/>
            <ac:spMk id="61" creationId="{786063C5-F1FF-43F4-AFB4-74EE6365B055}"/>
          </ac:spMkLst>
        </pc:spChg>
        <pc:spChg chg="mod">
          <ac:chgData name="Kai Hesselmann" userId="4fc0911e-7d2f-44b0-be88-dbe7fe0fce87" providerId="ADAL" clId="{71801ED6-0B7D-459E-96CF-367AB3E2FFB0}" dt="2021-03-01T10:19:54.343" v="466" actId="20577"/>
          <ac:spMkLst>
            <pc:docMk/>
            <pc:sldMk cId="705361737" sldId="352"/>
            <ac:spMk id="62" creationId="{5CCC3AD2-2735-4CAA-B890-75DDE308170D}"/>
          </ac:spMkLst>
        </pc:spChg>
      </pc:sldChg>
      <pc:sldChg chg="delSp modSp mod">
        <pc:chgData name="Kai Hesselmann" userId="4fc0911e-7d2f-44b0-be88-dbe7fe0fce87" providerId="ADAL" clId="{71801ED6-0B7D-459E-96CF-367AB3E2FFB0}" dt="2021-03-01T09:29:18.472" v="377" actId="113"/>
        <pc:sldMkLst>
          <pc:docMk/>
          <pc:sldMk cId="2360385378" sldId="355"/>
        </pc:sldMkLst>
        <pc:spChg chg="mod">
          <ac:chgData name="Kai Hesselmann" userId="4fc0911e-7d2f-44b0-be88-dbe7fe0fce87" providerId="ADAL" clId="{71801ED6-0B7D-459E-96CF-367AB3E2FFB0}" dt="2021-03-01T09:28:42.623" v="372" actId="1076"/>
          <ac:spMkLst>
            <pc:docMk/>
            <pc:sldMk cId="2360385378" sldId="355"/>
            <ac:spMk id="15" creationId="{1885A175-DD33-4E3E-8042-6AB6375B3170}"/>
          </ac:spMkLst>
        </pc:spChg>
        <pc:spChg chg="del">
          <ac:chgData name="Kai Hesselmann" userId="4fc0911e-7d2f-44b0-be88-dbe7fe0fce87" providerId="ADAL" clId="{71801ED6-0B7D-459E-96CF-367AB3E2FFB0}" dt="2021-03-01T09:28:37.882" v="371" actId="478"/>
          <ac:spMkLst>
            <pc:docMk/>
            <pc:sldMk cId="2360385378" sldId="355"/>
            <ac:spMk id="23" creationId="{C669694E-60DA-4D39-AA47-BE1CFC16B8C6}"/>
          </ac:spMkLst>
        </pc:spChg>
        <pc:graphicFrameChg chg="mod">
          <ac:chgData name="Kai Hesselmann" userId="4fc0911e-7d2f-44b0-be88-dbe7fe0fce87" providerId="ADAL" clId="{71801ED6-0B7D-459E-96CF-367AB3E2FFB0}" dt="2021-03-01T09:29:18.472" v="377" actId="113"/>
          <ac:graphicFrameMkLst>
            <pc:docMk/>
            <pc:sldMk cId="2360385378" sldId="355"/>
            <ac:graphicFrameMk id="12" creationId="{351DAE47-FD7A-4FAA-9FA1-9A891AC505A8}"/>
          </ac:graphicFrameMkLst>
        </pc:graphicFrameChg>
      </pc:sldChg>
      <pc:sldChg chg="delSp modSp mod">
        <pc:chgData name="Kai Hesselmann" userId="4fc0911e-7d2f-44b0-be88-dbe7fe0fce87" providerId="ADAL" clId="{71801ED6-0B7D-459E-96CF-367AB3E2FFB0}" dt="2021-03-01T10:27:47.184" v="534" actId="20577"/>
        <pc:sldMkLst>
          <pc:docMk/>
          <pc:sldMk cId="1287671573" sldId="357"/>
        </pc:sldMkLst>
        <pc:spChg chg="del">
          <ac:chgData name="Kai Hesselmann" userId="4fc0911e-7d2f-44b0-be88-dbe7fe0fce87" providerId="ADAL" clId="{71801ED6-0B7D-459E-96CF-367AB3E2FFB0}" dt="2021-03-01T10:24:41.560" v="506" actId="478"/>
          <ac:spMkLst>
            <pc:docMk/>
            <pc:sldMk cId="1287671573" sldId="357"/>
            <ac:spMk id="35" creationId="{00000000-0000-0000-0000-000000000000}"/>
          </ac:spMkLst>
        </pc:spChg>
        <pc:spChg chg="del">
          <ac:chgData name="Kai Hesselmann" userId="4fc0911e-7d2f-44b0-be88-dbe7fe0fce87" providerId="ADAL" clId="{71801ED6-0B7D-459E-96CF-367AB3E2FFB0}" dt="2021-03-01T10:24:38.744" v="505" actId="478"/>
          <ac:spMkLst>
            <pc:docMk/>
            <pc:sldMk cId="1287671573" sldId="357"/>
            <ac:spMk id="36" creationId="{00000000-0000-0000-0000-000000000000}"/>
          </ac:spMkLst>
        </pc:spChg>
        <pc:spChg chg="mod">
          <ac:chgData name="Kai Hesselmann" userId="4fc0911e-7d2f-44b0-be88-dbe7fe0fce87" providerId="ADAL" clId="{71801ED6-0B7D-459E-96CF-367AB3E2FFB0}" dt="2021-03-01T09:28:07.148" v="364" actId="20577"/>
          <ac:spMkLst>
            <pc:docMk/>
            <pc:sldMk cId="1287671573" sldId="357"/>
            <ac:spMk id="80" creationId="{39775921-B6BC-4731-85A2-404C44CB5FE6}"/>
          </ac:spMkLst>
        </pc:spChg>
        <pc:spChg chg="mod">
          <ac:chgData name="Kai Hesselmann" userId="4fc0911e-7d2f-44b0-be88-dbe7fe0fce87" providerId="ADAL" clId="{71801ED6-0B7D-459E-96CF-367AB3E2FFB0}" dt="2021-03-01T10:27:47.184" v="534" actId="20577"/>
          <ac:spMkLst>
            <pc:docMk/>
            <pc:sldMk cId="1287671573" sldId="357"/>
            <ac:spMk id="117" creationId="{D261F628-9EFD-417B-9940-B83E3FC82F37}"/>
          </ac:spMkLst>
        </pc:spChg>
      </pc:sldChg>
      <pc:sldChg chg="addSp delSp modSp mod">
        <pc:chgData name="Kai Hesselmann" userId="4fc0911e-7d2f-44b0-be88-dbe7fe0fce87" providerId="ADAL" clId="{71801ED6-0B7D-459E-96CF-367AB3E2FFB0}" dt="2021-03-01T10:18:34.681" v="459" actId="1076"/>
        <pc:sldMkLst>
          <pc:docMk/>
          <pc:sldMk cId="106259827" sldId="358"/>
        </pc:sldMkLst>
        <pc:graphicFrameChg chg="del mod">
          <ac:chgData name="Kai Hesselmann" userId="4fc0911e-7d2f-44b0-be88-dbe7fe0fce87" providerId="ADAL" clId="{71801ED6-0B7D-459E-96CF-367AB3E2FFB0}" dt="2021-03-01T10:18:27.297" v="455" actId="478"/>
          <ac:graphicFrameMkLst>
            <pc:docMk/>
            <pc:sldMk cId="106259827" sldId="358"/>
            <ac:graphicFrameMk id="3" creationId="{7399AFB4-20DA-4290-871B-7FA78C0BA2FD}"/>
          </ac:graphicFrameMkLst>
        </pc:graphicFrameChg>
        <pc:graphicFrameChg chg="add del mod">
          <ac:chgData name="Kai Hesselmann" userId="4fc0911e-7d2f-44b0-be88-dbe7fe0fce87" providerId="ADAL" clId="{71801ED6-0B7D-459E-96CF-367AB3E2FFB0}" dt="2021-03-01T10:18:30.671" v="457"/>
          <ac:graphicFrameMkLst>
            <pc:docMk/>
            <pc:sldMk cId="106259827" sldId="358"/>
            <ac:graphicFrameMk id="4" creationId="{34D714D0-2C54-4F5D-8954-61B9DD80DC87}"/>
          </ac:graphicFrameMkLst>
        </pc:graphicFrameChg>
        <pc:graphicFrameChg chg="add mod">
          <ac:chgData name="Kai Hesselmann" userId="4fc0911e-7d2f-44b0-be88-dbe7fe0fce87" providerId="ADAL" clId="{71801ED6-0B7D-459E-96CF-367AB3E2FFB0}" dt="2021-03-01T10:18:34.681" v="459" actId="1076"/>
          <ac:graphicFrameMkLst>
            <pc:docMk/>
            <pc:sldMk cId="106259827" sldId="358"/>
            <ac:graphicFrameMk id="5" creationId="{A05CA68B-2D31-4BD7-983F-FF3A9C27AAAF}"/>
          </ac:graphicFrameMkLst>
        </pc:graphicFrameChg>
      </pc:sldChg>
      <pc:sldChg chg="addSp delSp modSp mod">
        <pc:chgData name="Kai Hesselmann" userId="4fc0911e-7d2f-44b0-be88-dbe7fe0fce87" providerId="ADAL" clId="{71801ED6-0B7D-459E-96CF-367AB3E2FFB0}" dt="2021-03-01T10:16:42.330" v="415"/>
        <pc:sldMkLst>
          <pc:docMk/>
          <pc:sldMk cId="3487777279" sldId="360"/>
        </pc:sldMkLst>
        <pc:spChg chg="add del mod topLvl">
          <ac:chgData name="Kai Hesselmann" userId="4fc0911e-7d2f-44b0-be88-dbe7fe0fce87" providerId="ADAL" clId="{71801ED6-0B7D-459E-96CF-367AB3E2FFB0}" dt="2021-02-22T12:47:37.826" v="220" actId="478"/>
          <ac:spMkLst>
            <pc:docMk/>
            <pc:sldMk cId="3487777279" sldId="360"/>
            <ac:spMk id="10" creationId="{294D0264-AE6A-47B7-8BA5-F298859691EE}"/>
          </ac:spMkLst>
        </pc:spChg>
        <pc:spChg chg="del mod topLvl">
          <ac:chgData name="Kai Hesselmann" userId="4fc0911e-7d2f-44b0-be88-dbe7fe0fce87" providerId="ADAL" clId="{71801ED6-0B7D-459E-96CF-367AB3E2FFB0}" dt="2021-02-22T12:47:39.957" v="221" actId="478"/>
          <ac:spMkLst>
            <pc:docMk/>
            <pc:sldMk cId="3487777279" sldId="360"/>
            <ac:spMk id="26" creationId="{B5318E0C-BD7A-465A-A3A7-A565BDC759A0}"/>
          </ac:spMkLst>
        </pc:spChg>
        <pc:spChg chg="mod">
          <ac:chgData name="Kai Hesselmann" userId="4fc0911e-7d2f-44b0-be88-dbe7fe0fce87" providerId="ADAL" clId="{71801ED6-0B7D-459E-96CF-367AB3E2FFB0}" dt="2021-03-01T09:30:06.910" v="380" actId="113"/>
          <ac:spMkLst>
            <pc:docMk/>
            <pc:sldMk cId="3487777279" sldId="360"/>
            <ac:spMk id="39" creationId="{31A890B4-BC19-4F53-B4EC-BA571D8E6C6E}"/>
          </ac:spMkLst>
        </pc:spChg>
        <pc:grpChg chg="del mod">
          <ac:chgData name="Kai Hesselmann" userId="4fc0911e-7d2f-44b0-be88-dbe7fe0fce87" providerId="ADAL" clId="{71801ED6-0B7D-459E-96CF-367AB3E2FFB0}" dt="2021-02-22T12:47:22.307" v="214" actId="165"/>
          <ac:grpSpMkLst>
            <pc:docMk/>
            <pc:sldMk cId="3487777279" sldId="360"/>
            <ac:grpSpMk id="4" creationId="{59551E91-2089-4D2C-B415-BD1AD2F2DDF1}"/>
          </ac:grpSpMkLst>
        </pc:grpChg>
        <pc:graphicFrameChg chg="add del mod">
          <ac:chgData name="Kai Hesselmann" userId="4fc0911e-7d2f-44b0-be88-dbe7fe0fce87" providerId="ADAL" clId="{71801ED6-0B7D-459E-96CF-367AB3E2FFB0}" dt="2021-03-01T10:16:17.700" v="404"/>
          <ac:graphicFrameMkLst>
            <pc:docMk/>
            <pc:sldMk cId="3487777279" sldId="360"/>
            <ac:graphicFrameMk id="3" creationId="{5CF9AEDE-0C78-41A1-B403-EDD72F4F74B1}"/>
          </ac:graphicFrameMkLst>
        </pc:graphicFrameChg>
        <pc:graphicFrameChg chg="add del mod">
          <ac:chgData name="Kai Hesselmann" userId="4fc0911e-7d2f-44b0-be88-dbe7fe0fce87" providerId="ADAL" clId="{71801ED6-0B7D-459E-96CF-367AB3E2FFB0}" dt="2021-03-01T10:16:28.135" v="408"/>
          <ac:graphicFrameMkLst>
            <pc:docMk/>
            <pc:sldMk cId="3487777279" sldId="360"/>
            <ac:graphicFrameMk id="4" creationId="{9821DE20-52F6-4505-938A-65763F6BA40F}"/>
          </ac:graphicFrameMkLst>
        </pc:graphicFrameChg>
        <pc:graphicFrameChg chg="add del mod">
          <ac:chgData name="Kai Hesselmann" userId="4fc0911e-7d2f-44b0-be88-dbe7fe0fce87" providerId="ADAL" clId="{71801ED6-0B7D-459E-96CF-367AB3E2FFB0}" dt="2021-03-01T10:16:34.774" v="412"/>
          <ac:graphicFrameMkLst>
            <pc:docMk/>
            <pc:sldMk cId="3487777279" sldId="360"/>
            <ac:graphicFrameMk id="5" creationId="{DF596692-ABA7-4B45-9F7C-726795165BBF}"/>
          </ac:graphicFrameMkLst>
        </pc:graphicFrameChg>
        <pc:graphicFrameChg chg="add mod">
          <ac:chgData name="Kai Hesselmann" userId="4fc0911e-7d2f-44b0-be88-dbe7fe0fce87" providerId="ADAL" clId="{71801ED6-0B7D-459E-96CF-367AB3E2FFB0}" dt="2021-03-01T10:16:42.330" v="415"/>
          <ac:graphicFrameMkLst>
            <pc:docMk/>
            <pc:sldMk cId="3487777279" sldId="360"/>
            <ac:graphicFrameMk id="6" creationId="{DB6A8DDA-885C-40FD-9D0F-A0420154855F}"/>
          </ac:graphicFrameMkLst>
        </pc:graphicFrameChg>
        <pc:graphicFrameChg chg="del mod">
          <ac:chgData name="Kai Hesselmann" userId="4fc0911e-7d2f-44b0-be88-dbe7fe0fce87" providerId="ADAL" clId="{71801ED6-0B7D-459E-96CF-367AB3E2FFB0}" dt="2021-03-01T10:16:10.432" v="400" actId="478"/>
          <ac:graphicFrameMkLst>
            <pc:docMk/>
            <pc:sldMk cId="3487777279" sldId="360"/>
            <ac:graphicFrameMk id="43" creationId="{C781436B-8FDE-48C3-83F9-A13AFBB7A4BC}"/>
          </ac:graphicFrameMkLst>
        </pc:graphicFrameChg>
        <pc:picChg chg="mod">
          <ac:chgData name="Kai Hesselmann" userId="4fc0911e-7d2f-44b0-be88-dbe7fe0fce87" providerId="ADAL" clId="{71801ED6-0B7D-459E-96CF-367AB3E2FFB0}" dt="2021-02-22T12:47:09.188" v="211" actId="1076"/>
          <ac:picMkLst>
            <pc:docMk/>
            <pc:sldMk cId="3487777279" sldId="360"/>
            <ac:picMk id="9" creationId="{F29533B5-7D91-464E-B083-FBBA42148162}"/>
          </ac:picMkLst>
        </pc:picChg>
        <pc:picChg chg="mod">
          <ac:chgData name="Kai Hesselmann" userId="4fc0911e-7d2f-44b0-be88-dbe7fe0fce87" providerId="ADAL" clId="{71801ED6-0B7D-459E-96CF-367AB3E2FFB0}" dt="2021-02-24T09:25:43.832" v="227" actId="1036"/>
          <ac:picMkLst>
            <pc:docMk/>
            <pc:sldMk cId="3487777279" sldId="360"/>
            <ac:picMk id="13" creationId="{1A5E77CF-53AC-4EC6-95F3-36EA59A12700}"/>
          </ac:picMkLst>
        </pc:picChg>
      </pc:sldChg>
      <pc:sldChg chg="modSp mod">
        <pc:chgData name="Kai Hesselmann" userId="4fc0911e-7d2f-44b0-be88-dbe7fe0fce87" providerId="ADAL" clId="{71801ED6-0B7D-459E-96CF-367AB3E2FFB0}" dt="2021-03-01T10:25:10.033" v="512" actId="2"/>
        <pc:sldMkLst>
          <pc:docMk/>
          <pc:sldMk cId="4063377980" sldId="364"/>
        </pc:sldMkLst>
        <pc:spChg chg="mod">
          <ac:chgData name="Kai Hesselmann" userId="4fc0911e-7d2f-44b0-be88-dbe7fe0fce87" providerId="ADAL" clId="{71801ED6-0B7D-459E-96CF-367AB3E2FFB0}" dt="2021-03-01T10:25:10.033" v="512" actId="2"/>
          <ac:spMkLst>
            <pc:docMk/>
            <pc:sldMk cId="4063377980" sldId="364"/>
            <ac:spMk id="23" creationId="{D00140AC-4B30-482F-9849-4B070BA8115A}"/>
          </ac:spMkLst>
        </pc:spChg>
        <pc:spChg chg="mod">
          <ac:chgData name="Kai Hesselmann" userId="4fc0911e-7d2f-44b0-be88-dbe7fe0fce87" providerId="ADAL" clId="{71801ED6-0B7D-459E-96CF-367AB3E2FFB0}" dt="2021-03-01T10:19:13.253" v="462" actId="14100"/>
          <ac:spMkLst>
            <pc:docMk/>
            <pc:sldMk cId="4063377980" sldId="364"/>
            <ac:spMk id="30" creationId="{185B1EFF-04BE-47B4-AD11-2FE641AFA3F7}"/>
          </ac:spMkLst>
        </pc:spChg>
      </pc:sldChg>
      <pc:sldChg chg="modSp mod">
        <pc:chgData name="Kai Hesselmann" userId="4fc0911e-7d2f-44b0-be88-dbe7fe0fce87" providerId="ADAL" clId="{71801ED6-0B7D-459E-96CF-367AB3E2FFB0}" dt="2021-03-01T10:25:06.976" v="510" actId="2"/>
        <pc:sldMkLst>
          <pc:docMk/>
          <pc:sldMk cId="2398288043" sldId="365"/>
        </pc:sldMkLst>
        <pc:spChg chg="mod">
          <ac:chgData name="Kai Hesselmann" userId="4fc0911e-7d2f-44b0-be88-dbe7fe0fce87" providerId="ADAL" clId="{71801ED6-0B7D-459E-96CF-367AB3E2FFB0}" dt="2021-03-01T10:25:06.976" v="510" actId="2"/>
          <ac:spMkLst>
            <pc:docMk/>
            <pc:sldMk cId="2398288043" sldId="365"/>
            <ac:spMk id="108" creationId="{BCABAA96-C824-415E-8881-D0E781D7FAD8}"/>
          </ac:spMkLst>
        </pc:spChg>
      </pc:sldChg>
      <pc:sldChg chg="delSp modSp mod">
        <pc:chgData name="Kai Hesselmann" userId="4fc0911e-7d2f-44b0-be88-dbe7fe0fce87" providerId="ADAL" clId="{71801ED6-0B7D-459E-96CF-367AB3E2FFB0}" dt="2021-03-01T10:24:18.998" v="502" actId="313"/>
        <pc:sldMkLst>
          <pc:docMk/>
          <pc:sldMk cId="1719394569" sldId="366"/>
        </pc:sldMkLst>
        <pc:spChg chg="mod">
          <ac:chgData name="Kai Hesselmann" userId="4fc0911e-7d2f-44b0-be88-dbe7fe0fce87" providerId="ADAL" clId="{71801ED6-0B7D-459E-96CF-367AB3E2FFB0}" dt="2021-03-01T10:24:18.998" v="502" actId="313"/>
          <ac:spMkLst>
            <pc:docMk/>
            <pc:sldMk cId="1719394569" sldId="366"/>
            <ac:spMk id="61" creationId="{1B449A55-0FA3-4BF1-8888-CBD9228F38E0}"/>
          </ac:spMkLst>
        </pc:spChg>
        <pc:spChg chg="del">
          <ac:chgData name="Kai Hesselmann" userId="4fc0911e-7d2f-44b0-be88-dbe7fe0fce87" providerId="ADAL" clId="{71801ED6-0B7D-459E-96CF-367AB3E2FFB0}" dt="2021-03-01T09:22:17.787" v="280" actId="478"/>
          <ac:spMkLst>
            <pc:docMk/>
            <pc:sldMk cId="1719394569" sldId="366"/>
            <ac:spMk id="83" creationId="{C512DEA6-5F12-4BC4-97BC-3BFF073422B2}"/>
          </ac:spMkLst>
        </pc:spChg>
        <pc:spChg chg="mod">
          <ac:chgData name="Kai Hesselmann" userId="4fc0911e-7d2f-44b0-be88-dbe7fe0fce87" providerId="ADAL" clId="{71801ED6-0B7D-459E-96CF-367AB3E2FFB0}" dt="2021-03-01T09:25:11.815" v="341" actId="1037"/>
          <ac:spMkLst>
            <pc:docMk/>
            <pc:sldMk cId="1719394569" sldId="366"/>
            <ac:spMk id="130" creationId="{60B2EF86-73BF-4450-93A2-DE287FC1503C}"/>
          </ac:spMkLst>
        </pc:spChg>
        <pc:spChg chg="mod">
          <ac:chgData name="Kai Hesselmann" userId="4fc0911e-7d2f-44b0-be88-dbe7fe0fce87" providerId="ADAL" clId="{71801ED6-0B7D-459E-96CF-367AB3E2FFB0}" dt="2021-03-01T09:24:52.619" v="302" actId="948"/>
          <ac:spMkLst>
            <pc:docMk/>
            <pc:sldMk cId="1719394569" sldId="366"/>
            <ac:spMk id="131" creationId="{9D1650A7-42DF-452A-A7D8-13C0441F5015}"/>
          </ac:spMkLst>
        </pc:spChg>
        <pc:graphicFrameChg chg="mod">
          <ac:chgData name="Kai Hesselmann" userId="4fc0911e-7d2f-44b0-be88-dbe7fe0fce87" providerId="ADAL" clId="{71801ED6-0B7D-459E-96CF-367AB3E2FFB0}" dt="2021-03-01T09:22:41.704" v="283"/>
          <ac:graphicFrameMkLst>
            <pc:docMk/>
            <pc:sldMk cId="1719394569" sldId="366"/>
            <ac:graphicFrameMk id="99" creationId="{8DD585A7-CA93-4580-9985-9598DC394710}"/>
          </ac:graphicFrameMkLst>
        </pc:graphicFrameChg>
        <pc:graphicFrameChg chg="modGraphic">
          <ac:chgData name="Kai Hesselmann" userId="4fc0911e-7d2f-44b0-be88-dbe7fe0fce87" providerId="ADAL" clId="{71801ED6-0B7D-459E-96CF-367AB3E2FFB0}" dt="2021-03-01T09:23:40.829" v="290" actId="179"/>
          <ac:graphicFrameMkLst>
            <pc:docMk/>
            <pc:sldMk cId="1719394569" sldId="366"/>
            <ac:graphicFrameMk id="140" creationId="{397D30DF-FA7E-4A72-95D7-C66AFBAF2A30}"/>
          </ac:graphicFrameMkLst>
        </pc:graphicFrameChg>
      </pc:sldChg>
      <pc:sldChg chg="delSp modSp mod">
        <pc:chgData name="Kai Hesselmann" userId="4fc0911e-7d2f-44b0-be88-dbe7fe0fce87" providerId="ADAL" clId="{71801ED6-0B7D-459E-96CF-367AB3E2FFB0}" dt="2021-03-01T10:24:01.970" v="500" actId="20577"/>
        <pc:sldMkLst>
          <pc:docMk/>
          <pc:sldMk cId="395789375" sldId="367"/>
        </pc:sldMkLst>
        <pc:spChg chg="mod">
          <ac:chgData name="Kai Hesselmann" userId="4fc0911e-7d2f-44b0-be88-dbe7fe0fce87" providerId="ADAL" clId="{71801ED6-0B7D-459E-96CF-367AB3E2FFB0}" dt="2021-03-01T10:23:54.038" v="499" actId="108"/>
          <ac:spMkLst>
            <pc:docMk/>
            <pc:sldMk cId="395789375" sldId="367"/>
            <ac:spMk id="8" creationId="{55842081-97CF-4E12-AF2C-E6B4AE9BE9EB}"/>
          </ac:spMkLst>
        </pc:spChg>
        <pc:spChg chg="del">
          <ac:chgData name="Kai Hesselmann" userId="4fc0911e-7d2f-44b0-be88-dbe7fe0fce87" providerId="ADAL" clId="{71801ED6-0B7D-459E-96CF-367AB3E2FFB0}" dt="2021-03-01T09:19:29.338" v="256" actId="478"/>
          <ac:spMkLst>
            <pc:docMk/>
            <pc:sldMk cId="395789375" sldId="367"/>
            <ac:spMk id="24" creationId="{412EED0F-1EB3-4BE9-A26D-669009A6B32F}"/>
          </ac:spMkLst>
        </pc:spChg>
        <pc:spChg chg="mod">
          <ac:chgData name="Kai Hesselmann" userId="4fc0911e-7d2f-44b0-be88-dbe7fe0fce87" providerId="ADAL" clId="{71801ED6-0B7D-459E-96CF-367AB3E2FFB0}" dt="2021-03-01T10:24:01.970" v="500" actId="20577"/>
          <ac:spMkLst>
            <pc:docMk/>
            <pc:sldMk cId="395789375" sldId="367"/>
            <ac:spMk id="29" creationId="{6C6F398F-852D-40CE-ABE3-5982D131FE3F}"/>
          </ac:spMkLst>
        </pc:spChg>
        <pc:graphicFrameChg chg="mod">
          <ac:chgData name="Kai Hesselmann" userId="4fc0911e-7d2f-44b0-be88-dbe7fe0fce87" providerId="ADAL" clId="{71801ED6-0B7D-459E-96CF-367AB3E2FFB0}" dt="2021-03-01T10:23:47.289" v="497"/>
          <ac:graphicFrameMkLst>
            <pc:docMk/>
            <pc:sldMk cId="395789375" sldId="367"/>
            <ac:graphicFrameMk id="6" creationId="{D6C9C7E3-14BC-45AA-995F-949E48C4229A}"/>
          </ac:graphicFrameMkLst>
        </pc:graphicFrameChg>
        <pc:graphicFrameChg chg="mod">
          <ac:chgData name="Kai Hesselmann" userId="4fc0911e-7d2f-44b0-be88-dbe7fe0fce87" providerId="ADAL" clId="{71801ED6-0B7D-459E-96CF-367AB3E2FFB0}" dt="2021-03-01T09:20:54.680" v="272"/>
          <ac:graphicFrameMkLst>
            <pc:docMk/>
            <pc:sldMk cId="395789375" sldId="367"/>
            <ac:graphicFrameMk id="31" creationId="{A46FF28A-467E-4166-9537-5BEEC7807140}"/>
          </ac:graphicFrameMkLst>
        </pc:graphicFrameChg>
      </pc:sldChg>
      <pc:sldChg chg="delSp modSp mod">
        <pc:chgData name="Kai Hesselmann" userId="4fc0911e-7d2f-44b0-be88-dbe7fe0fce87" providerId="ADAL" clId="{71801ED6-0B7D-459E-96CF-367AB3E2FFB0}" dt="2021-03-01T09:18:08.060" v="245" actId="16037"/>
        <pc:sldMkLst>
          <pc:docMk/>
          <pc:sldMk cId="1386513648" sldId="377"/>
        </pc:sldMkLst>
        <pc:spChg chg="del">
          <ac:chgData name="Kai Hesselmann" userId="4fc0911e-7d2f-44b0-be88-dbe7fe0fce87" providerId="ADAL" clId="{71801ED6-0B7D-459E-96CF-367AB3E2FFB0}" dt="2021-03-01T09:17:14.531" v="241" actId="478"/>
          <ac:spMkLst>
            <pc:docMk/>
            <pc:sldMk cId="1386513648" sldId="377"/>
            <ac:spMk id="65" creationId="{2A8D45E0-52E0-4775-8745-D4A7A66B992D}"/>
          </ac:spMkLst>
        </pc:spChg>
        <pc:graphicFrameChg chg="mod">
          <ac:chgData name="Kai Hesselmann" userId="4fc0911e-7d2f-44b0-be88-dbe7fe0fce87" providerId="ADAL" clId="{71801ED6-0B7D-459E-96CF-367AB3E2FFB0}" dt="2021-03-01T09:18:08.060" v="245" actId="16037"/>
          <ac:graphicFrameMkLst>
            <pc:docMk/>
            <pc:sldMk cId="1386513648" sldId="377"/>
            <ac:graphicFrameMk id="115" creationId="{417C0A6F-50D9-4FD4-8167-41C6E98857EA}"/>
          </ac:graphicFrameMkLst>
        </pc:graphicFrameChg>
      </pc:sldChg>
      <pc:sldChg chg="modSp mod">
        <pc:chgData name="Kai Hesselmann" userId="4fc0911e-7d2f-44b0-be88-dbe7fe0fce87" providerId="ADAL" clId="{71801ED6-0B7D-459E-96CF-367AB3E2FFB0}" dt="2021-03-01T10:25:28.574" v="524" actId="313"/>
        <pc:sldMkLst>
          <pc:docMk/>
          <pc:sldMk cId="125384437" sldId="379"/>
        </pc:sldMkLst>
        <pc:spChg chg="mod">
          <ac:chgData name="Kai Hesselmann" userId="4fc0911e-7d2f-44b0-be88-dbe7fe0fce87" providerId="ADAL" clId="{71801ED6-0B7D-459E-96CF-367AB3E2FFB0}" dt="2021-03-01T10:25:28.574" v="524" actId="313"/>
          <ac:spMkLst>
            <pc:docMk/>
            <pc:sldMk cId="125384437" sldId="379"/>
            <ac:spMk id="31" creationId="{56A1BE83-B5DD-4BFE-9CB9-723982B9832E}"/>
          </ac:spMkLst>
        </pc:spChg>
        <pc:spChg chg="mod">
          <ac:chgData name="Kai Hesselmann" userId="4fc0911e-7d2f-44b0-be88-dbe7fe0fce87" providerId="ADAL" clId="{71801ED6-0B7D-459E-96CF-367AB3E2FFB0}" dt="2021-03-01T10:23:17.333" v="490" actId="2"/>
          <ac:spMkLst>
            <pc:docMk/>
            <pc:sldMk cId="125384437" sldId="379"/>
            <ac:spMk id="33" creationId="{4538C305-1C55-4E96-A44F-FB00E0443298}"/>
          </ac:spMkLst>
        </pc:spChg>
        <pc:spChg chg="mod">
          <ac:chgData name="Kai Hesselmann" userId="4fc0911e-7d2f-44b0-be88-dbe7fe0fce87" providerId="ADAL" clId="{71801ED6-0B7D-459E-96CF-367AB3E2FFB0}" dt="2021-03-01T10:22:12.180" v="483" actId="790"/>
          <ac:spMkLst>
            <pc:docMk/>
            <pc:sldMk cId="125384437" sldId="379"/>
            <ac:spMk id="37" creationId="{C659606D-BD73-4B7E-B3EB-896960A95968}"/>
          </ac:spMkLst>
        </pc:spChg>
        <pc:spChg chg="mod">
          <ac:chgData name="Kai Hesselmann" userId="4fc0911e-7d2f-44b0-be88-dbe7fe0fce87" providerId="ADAL" clId="{71801ED6-0B7D-459E-96CF-367AB3E2FFB0}" dt="2021-03-01T10:23:18.928" v="491" actId="2"/>
          <ac:spMkLst>
            <pc:docMk/>
            <pc:sldMk cId="125384437" sldId="379"/>
            <ac:spMk id="39" creationId="{D73863F2-3D29-4165-BBA4-55EE9950C63F}"/>
          </ac:spMkLst>
        </pc:spChg>
        <pc:graphicFrameChg chg="mod modGraphic">
          <ac:chgData name="Kai Hesselmann" userId="4fc0911e-7d2f-44b0-be88-dbe7fe0fce87" providerId="ADAL" clId="{71801ED6-0B7D-459E-96CF-367AB3E2FFB0}" dt="2021-03-01T10:25:23.664" v="523" actId="2"/>
          <ac:graphicFrameMkLst>
            <pc:docMk/>
            <pc:sldMk cId="125384437" sldId="379"/>
            <ac:graphicFrameMk id="64" creationId="{CAA5639F-EFFF-4E8C-8B90-3730429B4757}"/>
          </ac:graphicFrameMkLst>
        </pc:graphicFrameChg>
      </pc:sldChg>
      <pc:sldChg chg="modSp mod">
        <pc:chgData name="Kai Hesselmann" userId="4fc0911e-7d2f-44b0-be88-dbe7fe0fce87" providerId="ADAL" clId="{71801ED6-0B7D-459E-96CF-367AB3E2FFB0}" dt="2021-03-01T10:25:55.101" v="527" actId="113"/>
        <pc:sldMkLst>
          <pc:docMk/>
          <pc:sldMk cId="3039519431" sldId="380"/>
        </pc:sldMkLst>
        <pc:spChg chg="mod">
          <ac:chgData name="Kai Hesselmann" userId="4fc0911e-7d2f-44b0-be88-dbe7fe0fce87" providerId="ADAL" clId="{71801ED6-0B7D-459E-96CF-367AB3E2FFB0}" dt="2021-03-01T09:25:46.612" v="345" actId="120"/>
          <ac:spMkLst>
            <pc:docMk/>
            <pc:sldMk cId="3039519431" sldId="380"/>
            <ac:spMk id="27" creationId="{2A932261-1FCB-4516-B84E-D709A537ADFB}"/>
          </ac:spMkLst>
        </pc:spChg>
        <pc:spChg chg="mod">
          <ac:chgData name="Kai Hesselmann" userId="4fc0911e-7d2f-44b0-be88-dbe7fe0fce87" providerId="ADAL" clId="{71801ED6-0B7D-459E-96CF-367AB3E2FFB0}" dt="2021-03-01T10:25:55.101" v="527" actId="113"/>
          <ac:spMkLst>
            <pc:docMk/>
            <pc:sldMk cId="3039519431" sldId="380"/>
            <ac:spMk id="29" creationId="{E51BAE91-799E-4F2C-9C1C-CB955DD1FBFB}"/>
          </ac:spMkLst>
        </pc:spChg>
      </pc:sldChg>
      <pc:sldChg chg="addSp delSp modSp mod">
        <pc:chgData name="Kai Hesselmann" userId="4fc0911e-7d2f-44b0-be88-dbe7fe0fce87" providerId="ADAL" clId="{71801ED6-0B7D-459E-96CF-367AB3E2FFB0}" dt="2021-03-01T10:17:23.373" v="424" actId="1076"/>
        <pc:sldMkLst>
          <pc:docMk/>
          <pc:sldMk cId="2436420133" sldId="381"/>
        </pc:sldMkLst>
        <pc:spChg chg="mod">
          <ac:chgData name="Kai Hesselmann" userId="4fc0911e-7d2f-44b0-be88-dbe7fe0fce87" providerId="ADAL" clId="{71801ED6-0B7D-459E-96CF-367AB3E2FFB0}" dt="2021-03-01T10:17:23.373" v="424" actId="1076"/>
          <ac:spMkLst>
            <pc:docMk/>
            <pc:sldMk cId="2436420133" sldId="381"/>
            <ac:spMk id="17" creationId="{FFD2E105-D6F5-4567-AA48-8A5E738BE5BA}"/>
          </ac:spMkLst>
        </pc:spChg>
        <pc:spChg chg="mod">
          <ac:chgData name="Kai Hesselmann" userId="4fc0911e-7d2f-44b0-be88-dbe7fe0fce87" providerId="ADAL" clId="{71801ED6-0B7D-459E-96CF-367AB3E2FFB0}" dt="2021-03-01T10:17:23.373" v="424" actId="1076"/>
          <ac:spMkLst>
            <pc:docMk/>
            <pc:sldMk cId="2436420133" sldId="381"/>
            <ac:spMk id="42" creationId="{636855C7-C16A-45A0-93A5-923705817DF8}"/>
          </ac:spMkLst>
        </pc:spChg>
        <pc:graphicFrameChg chg="add del mod">
          <ac:chgData name="Kai Hesselmann" userId="4fc0911e-7d2f-44b0-be88-dbe7fe0fce87" providerId="ADAL" clId="{71801ED6-0B7D-459E-96CF-367AB3E2FFB0}" dt="2021-03-01T10:17:02.925" v="418"/>
          <ac:graphicFrameMkLst>
            <pc:docMk/>
            <pc:sldMk cId="2436420133" sldId="381"/>
            <ac:graphicFrameMk id="3" creationId="{F12520C0-5B74-4A6E-8B9C-9D9B3EFCEB25}"/>
          </ac:graphicFrameMkLst>
        </pc:graphicFrameChg>
        <pc:graphicFrameChg chg="add mod">
          <ac:chgData name="Kai Hesselmann" userId="4fc0911e-7d2f-44b0-be88-dbe7fe0fce87" providerId="ADAL" clId="{71801ED6-0B7D-459E-96CF-367AB3E2FFB0}" dt="2021-03-01T10:17:07.880" v="420" actId="1076"/>
          <ac:graphicFrameMkLst>
            <pc:docMk/>
            <pc:sldMk cId="2436420133" sldId="381"/>
            <ac:graphicFrameMk id="4" creationId="{0197BEFA-C3EC-4ABE-8071-25F4779E5CBE}"/>
          </ac:graphicFrameMkLst>
        </pc:graphicFrameChg>
        <pc:graphicFrameChg chg="del mod">
          <ac:chgData name="Kai Hesselmann" userId="4fc0911e-7d2f-44b0-be88-dbe7fe0fce87" providerId="ADAL" clId="{71801ED6-0B7D-459E-96CF-367AB3E2FFB0}" dt="2021-03-01T10:16:59.824" v="416" actId="478"/>
          <ac:graphicFrameMkLst>
            <pc:docMk/>
            <pc:sldMk cId="2436420133" sldId="381"/>
            <ac:graphicFrameMk id="13" creationId="{6227651A-17FE-4530-9E6E-D2F19FBA343A}"/>
          </ac:graphicFrameMkLst>
        </pc:graphicFrameChg>
      </pc:sldChg>
      <pc:sldChg chg="addSp delSp modSp mod">
        <pc:chgData name="Kai Hesselmann" userId="4fc0911e-7d2f-44b0-be88-dbe7fe0fce87" providerId="ADAL" clId="{71801ED6-0B7D-459E-96CF-367AB3E2FFB0}" dt="2021-03-01T10:24:52.575" v="509" actId="20577"/>
        <pc:sldMkLst>
          <pc:docMk/>
          <pc:sldMk cId="1220646678" sldId="382"/>
        </pc:sldMkLst>
        <pc:spChg chg="mod">
          <ac:chgData name="Kai Hesselmann" userId="4fc0911e-7d2f-44b0-be88-dbe7fe0fce87" providerId="ADAL" clId="{71801ED6-0B7D-459E-96CF-367AB3E2FFB0}" dt="2021-03-01T10:24:52.575" v="509" actId="20577"/>
          <ac:spMkLst>
            <pc:docMk/>
            <pc:sldMk cId="1220646678" sldId="382"/>
            <ac:spMk id="13" creationId="{B557AE5B-BFD0-4D34-8BB4-FC9076FE1661}"/>
          </ac:spMkLst>
        </pc:spChg>
        <pc:spChg chg="mod">
          <ac:chgData name="Kai Hesselmann" userId="4fc0911e-7d2f-44b0-be88-dbe7fe0fce87" providerId="ADAL" clId="{71801ED6-0B7D-459E-96CF-367AB3E2FFB0}" dt="2021-03-01T10:18:01.248" v="454" actId="1035"/>
          <ac:spMkLst>
            <pc:docMk/>
            <pc:sldMk cId="1220646678" sldId="382"/>
            <ac:spMk id="17" creationId="{59966631-2799-46E9-8FCD-6519C639A459}"/>
          </ac:spMkLst>
        </pc:spChg>
        <pc:spChg chg="mod">
          <ac:chgData name="Kai Hesselmann" userId="4fc0911e-7d2f-44b0-be88-dbe7fe0fce87" providerId="ADAL" clId="{71801ED6-0B7D-459E-96CF-367AB3E2FFB0}" dt="2021-03-01T10:18:01.248" v="454" actId="1035"/>
          <ac:spMkLst>
            <pc:docMk/>
            <pc:sldMk cId="1220646678" sldId="382"/>
            <ac:spMk id="42" creationId="{636855C7-C16A-45A0-93A5-923705817DF8}"/>
          </ac:spMkLst>
        </pc:spChg>
        <pc:graphicFrameChg chg="add del mod">
          <ac:chgData name="Kai Hesselmann" userId="4fc0911e-7d2f-44b0-be88-dbe7fe0fce87" providerId="ADAL" clId="{71801ED6-0B7D-459E-96CF-367AB3E2FFB0}" dt="2021-03-01T10:17:51.373" v="429"/>
          <ac:graphicFrameMkLst>
            <pc:docMk/>
            <pc:sldMk cId="1220646678" sldId="382"/>
            <ac:graphicFrameMk id="3" creationId="{76443D52-4B48-4D00-8679-6194085DB90A}"/>
          </ac:graphicFrameMkLst>
        </pc:graphicFrameChg>
        <pc:graphicFrameChg chg="add mod">
          <ac:chgData name="Kai Hesselmann" userId="4fc0911e-7d2f-44b0-be88-dbe7fe0fce87" providerId="ADAL" clId="{71801ED6-0B7D-459E-96CF-367AB3E2FFB0}" dt="2021-03-01T10:17:56.346" v="431" actId="1076"/>
          <ac:graphicFrameMkLst>
            <pc:docMk/>
            <pc:sldMk cId="1220646678" sldId="382"/>
            <ac:graphicFrameMk id="4" creationId="{DBE3A456-8EA8-47FB-85AD-1AB2E53CB0EF}"/>
          </ac:graphicFrameMkLst>
        </pc:graphicFrameChg>
        <pc:graphicFrameChg chg="add del mod">
          <ac:chgData name="Kai Hesselmann" userId="4fc0911e-7d2f-44b0-be88-dbe7fe0fce87" providerId="ADAL" clId="{71801ED6-0B7D-459E-96CF-367AB3E2FFB0}" dt="2021-03-01T10:17:32.473" v="425" actId="478"/>
          <ac:graphicFrameMkLst>
            <pc:docMk/>
            <pc:sldMk cId="1220646678" sldId="382"/>
            <ac:graphicFrameMk id="15" creationId="{B157D824-53EA-493A-B536-682D8485DD06}"/>
          </ac:graphicFrameMkLst>
        </pc:graphicFrameChg>
        <pc:picChg chg="add del">
          <ac:chgData name="Kai Hesselmann" userId="4fc0911e-7d2f-44b0-be88-dbe7fe0fce87" providerId="ADAL" clId="{71801ED6-0B7D-459E-96CF-367AB3E2FFB0}" dt="2021-03-01T09:33:57.884" v="393" actId="478"/>
          <ac:picMkLst>
            <pc:docMk/>
            <pc:sldMk cId="1220646678" sldId="382"/>
            <ac:picMk id="12" creationId="{58221CAD-6680-41E1-881C-E830A3BF7209}"/>
          </ac:picMkLst>
        </pc:picChg>
      </pc:sldChg>
    </pc:docChg>
  </pc:docChgLst>
  <pc:docChgLst>
    <pc:chgData name="Georg Pinne" userId="05574ceb-d5e8-42ed-bfd7-165f914e3d1e" providerId="ADAL" clId="{14DE94AD-E44B-40F8-B136-629967EB4B1E}"/>
    <pc:docChg chg="undo redo custSel addSld delSld modSld sldOrd">
      <pc:chgData name="Georg Pinne" userId="05574ceb-d5e8-42ed-bfd7-165f914e3d1e" providerId="ADAL" clId="{14DE94AD-E44B-40F8-B136-629967EB4B1E}" dt="2021-02-26T16:37:44.001" v="8583" actId="1038"/>
      <pc:docMkLst>
        <pc:docMk/>
      </pc:docMkLst>
      <pc:sldChg chg="modSp mod">
        <pc:chgData name="Georg Pinne" userId="05574ceb-d5e8-42ed-bfd7-165f914e3d1e" providerId="ADAL" clId="{14DE94AD-E44B-40F8-B136-629967EB4B1E}" dt="2021-02-25T08:58:19.612" v="2229" actId="20577"/>
        <pc:sldMkLst>
          <pc:docMk/>
          <pc:sldMk cId="920750432" sldId="293"/>
        </pc:sldMkLst>
        <pc:spChg chg="mod">
          <ac:chgData name="Georg Pinne" userId="05574ceb-d5e8-42ed-bfd7-165f914e3d1e" providerId="ADAL" clId="{14DE94AD-E44B-40F8-B136-629967EB4B1E}" dt="2021-02-25T08:57:46.030" v="2228" actId="14100"/>
          <ac:spMkLst>
            <pc:docMk/>
            <pc:sldMk cId="920750432" sldId="293"/>
            <ac:spMk id="2" creationId="{388BD4E6-88A0-4A83-A200-8F0C6816F343}"/>
          </ac:spMkLst>
        </pc:spChg>
        <pc:spChg chg="mod">
          <ac:chgData name="Georg Pinne" userId="05574ceb-d5e8-42ed-bfd7-165f914e3d1e" providerId="ADAL" clId="{14DE94AD-E44B-40F8-B136-629967EB4B1E}" dt="2021-02-25T08:58:19.612" v="2229" actId="20577"/>
          <ac:spMkLst>
            <pc:docMk/>
            <pc:sldMk cId="920750432" sldId="293"/>
            <ac:spMk id="3" creationId="{1D2C5A05-4C43-47CC-B073-E32DACC8F771}"/>
          </ac:spMkLst>
        </pc:spChg>
      </pc:sldChg>
      <pc:sldChg chg="modSp mod">
        <pc:chgData name="Georg Pinne" userId="05574ceb-d5e8-42ed-bfd7-165f914e3d1e" providerId="ADAL" clId="{14DE94AD-E44B-40F8-B136-629967EB4B1E}" dt="2021-02-25T09:00:12.726" v="2230" actId="1076"/>
        <pc:sldMkLst>
          <pc:docMk/>
          <pc:sldMk cId="3299224964" sldId="296"/>
        </pc:sldMkLst>
        <pc:spChg chg="mod">
          <ac:chgData name="Georg Pinne" userId="05574ceb-d5e8-42ed-bfd7-165f914e3d1e" providerId="ADAL" clId="{14DE94AD-E44B-40F8-B136-629967EB4B1E}" dt="2021-02-22T17:54:22.196" v="1240" actId="403"/>
          <ac:spMkLst>
            <pc:docMk/>
            <pc:sldMk cId="3299224964" sldId="296"/>
            <ac:spMk id="2" creationId="{B4BC0FF0-CC81-4392-AF35-F80CEC2ED8A3}"/>
          </ac:spMkLst>
        </pc:spChg>
        <pc:spChg chg="mod">
          <ac:chgData name="Georg Pinne" userId="05574ceb-d5e8-42ed-bfd7-165f914e3d1e" providerId="ADAL" clId="{14DE94AD-E44B-40F8-B136-629967EB4B1E}" dt="2021-02-25T09:00:12.726" v="2230" actId="1076"/>
          <ac:spMkLst>
            <pc:docMk/>
            <pc:sldMk cId="3299224964" sldId="296"/>
            <ac:spMk id="3" creationId="{C35093D0-D913-4B34-8AE3-F8C9DF5E8E3E}"/>
          </ac:spMkLst>
        </pc:spChg>
      </pc:sldChg>
      <pc:sldChg chg="modSp add del mod">
        <pc:chgData name="Georg Pinne" userId="05574ceb-d5e8-42ed-bfd7-165f914e3d1e" providerId="ADAL" clId="{14DE94AD-E44B-40F8-B136-629967EB4B1E}" dt="2021-02-25T10:40:16.483" v="2685" actId="47"/>
        <pc:sldMkLst>
          <pc:docMk/>
          <pc:sldMk cId="2673889257" sldId="298"/>
        </pc:sldMkLst>
        <pc:spChg chg="mod">
          <ac:chgData name="Georg Pinne" userId="05574ceb-d5e8-42ed-bfd7-165f914e3d1e" providerId="ADAL" clId="{14DE94AD-E44B-40F8-B136-629967EB4B1E}" dt="2021-02-25T10:32:16.831" v="2595" actId="1076"/>
          <ac:spMkLst>
            <pc:docMk/>
            <pc:sldMk cId="2673889257" sldId="298"/>
            <ac:spMk id="4" creationId="{6E3017C1-E4D2-4E50-A927-CB56C1AB2BC9}"/>
          </ac:spMkLst>
        </pc:spChg>
        <pc:spChg chg="mod">
          <ac:chgData name="Georg Pinne" userId="05574ceb-d5e8-42ed-bfd7-165f914e3d1e" providerId="ADAL" clId="{14DE94AD-E44B-40F8-B136-629967EB4B1E}" dt="2021-02-25T10:29:33.361" v="2558" actId="1037"/>
          <ac:spMkLst>
            <pc:docMk/>
            <pc:sldMk cId="2673889257" sldId="298"/>
            <ac:spMk id="5" creationId="{0ED05580-045B-4248-9A02-571FC98122AF}"/>
          </ac:spMkLst>
        </pc:spChg>
        <pc:spChg chg="mod">
          <ac:chgData name="Georg Pinne" userId="05574ceb-d5e8-42ed-bfd7-165f914e3d1e" providerId="ADAL" clId="{14DE94AD-E44B-40F8-B136-629967EB4B1E}" dt="2021-02-25T10:29:33.361" v="2558" actId="1037"/>
          <ac:spMkLst>
            <pc:docMk/>
            <pc:sldMk cId="2673889257" sldId="298"/>
            <ac:spMk id="7" creationId="{065E169E-8FEF-445C-999B-E4836EBCC08B}"/>
          </ac:spMkLst>
        </pc:spChg>
        <pc:spChg chg="mod">
          <ac:chgData name="Georg Pinne" userId="05574ceb-d5e8-42ed-bfd7-165f914e3d1e" providerId="ADAL" clId="{14DE94AD-E44B-40F8-B136-629967EB4B1E}" dt="2021-02-25T10:29:33.361" v="2558" actId="1037"/>
          <ac:spMkLst>
            <pc:docMk/>
            <pc:sldMk cId="2673889257" sldId="298"/>
            <ac:spMk id="14" creationId="{29798FFE-79D8-4ED4-93BF-26E8464F547B}"/>
          </ac:spMkLst>
        </pc:spChg>
        <pc:spChg chg="mod">
          <ac:chgData name="Georg Pinne" userId="05574ceb-d5e8-42ed-bfd7-165f914e3d1e" providerId="ADAL" clId="{14DE94AD-E44B-40F8-B136-629967EB4B1E}" dt="2021-02-25T10:29:33.361" v="2558" actId="1037"/>
          <ac:spMkLst>
            <pc:docMk/>
            <pc:sldMk cId="2673889257" sldId="298"/>
            <ac:spMk id="16" creationId="{3E6F8B5B-2FF5-4844-A246-788ED0F07BC3}"/>
          </ac:spMkLst>
        </pc:spChg>
        <pc:spChg chg="mod">
          <ac:chgData name="Georg Pinne" userId="05574ceb-d5e8-42ed-bfd7-165f914e3d1e" providerId="ADAL" clId="{14DE94AD-E44B-40F8-B136-629967EB4B1E}" dt="2021-02-25T10:29:33.361" v="2558" actId="1037"/>
          <ac:spMkLst>
            <pc:docMk/>
            <pc:sldMk cId="2673889257" sldId="298"/>
            <ac:spMk id="35" creationId="{57ADDBF7-71A6-4174-A81F-F0F48262D3E4}"/>
          </ac:spMkLst>
        </pc:spChg>
        <pc:spChg chg="mod">
          <ac:chgData name="Georg Pinne" userId="05574ceb-d5e8-42ed-bfd7-165f914e3d1e" providerId="ADAL" clId="{14DE94AD-E44B-40F8-B136-629967EB4B1E}" dt="2021-02-25T10:29:33.361" v="2558" actId="1037"/>
          <ac:spMkLst>
            <pc:docMk/>
            <pc:sldMk cId="2673889257" sldId="298"/>
            <ac:spMk id="37" creationId="{C5261080-9CCB-4B5B-BD50-E20A357C853B}"/>
          </ac:spMkLst>
        </pc:spChg>
        <pc:spChg chg="mod">
          <ac:chgData name="Georg Pinne" userId="05574ceb-d5e8-42ed-bfd7-165f914e3d1e" providerId="ADAL" clId="{14DE94AD-E44B-40F8-B136-629967EB4B1E}" dt="2021-02-25T10:29:33.361" v="2558" actId="1037"/>
          <ac:spMkLst>
            <pc:docMk/>
            <pc:sldMk cId="2673889257" sldId="298"/>
            <ac:spMk id="39" creationId="{56CB0113-DF80-4806-9990-D268A8B1FBD0}"/>
          </ac:spMkLst>
        </pc:spChg>
        <pc:spChg chg="mod">
          <ac:chgData name="Georg Pinne" userId="05574ceb-d5e8-42ed-bfd7-165f914e3d1e" providerId="ADAL" clId="{14DE94AD-E44B-40F8-B136-629967EB4B1E}" dt="2021-02-25T10:29:33.361" v="2558" actId="1037"/>
          <ac:spMkLst>
            <pc:docMk/>
            <pc:sldMk cId="2673889257" sldId="298"/>
            <ac:spMk id="42" creationId="{D27C1A43-7B35-4020-A9F7-3C6480E3506A}"/>
          </ac:spMkLst>
        </pc:spChg>
        <pc:spChg chg="mod">
          <ac:chgData name="Georg Pinne" userId="05574ceb-d5e8-42ed-bfd7-165f914e3d1e" providerId="ADAL" clId="{14DE94AD-E44B-40F8-B136-629967EB4B1E}" dt="2021-02-25T10:29:33.361" v="2558" actId="1037"/>
          <ac:spMkLst>
            <pc:docMk/>
            <pc:sldMk cId="2673889257" sldId="298"/>
            <ac:spMk id="44" creationId="{F94A90A7-2998-4209-B6C3-B8E64089585B}"/>
          </ac:spMkLst>
        </pc:spChg>
        <pc:spChg chg="mod">
          <ac:chgData name="Georg Pinne" userId="05574ceb-d5e8-42ed-bfd7-165f914e3d1e" providerId="ADAL" clId="{14DE94AD-E44B-40F8-B136-629967EB4B1E}" dt="2021-02-25T10:29:33.361" v="2558" actId="1037"/>
          <ac:spMkLst>
            <pc:docMk/>
            <pc:sldMk cId="2673889257" sldId="298"/>
            <ac:spMk id="49" creationId="{2B53F623-7263-4EDF-A908-73A074051BB2}"/>
          </ac:spMkLst>
        </pc:spChg>
        <pc:spChg chg="mod">
          <ac:chgData name="Georg Pinne" userId="05574ceb-d5e8-42ed-bfd7-165f914e3d1e" providerId="ADAL" clId="{14DE94AD-E44B-40F8-B136-629967EB4B1E}" dt="2021-02-25T10:29:33.361" v="2558" actId="1037"/>
          <ac:spMkLst>
            <pc:docMk/>
            <pc:sldMk cId="2673889257" sldId="298"/>
            <ac:spMk id="50" creationId="{1782E0CE-FD60-434C-A555-45CC6154E515}"/>
          </ac:spMkLst>
        </pc:spChg>
        <pc:spChg chg="mod">
          <ac:chgData name="Georg Pinne" userId="05574ceb-d5e8-42ed-bfd7-165f914e3d1e" providerId="ADAL" clId="{14DE94AD-E44B-40F8-B136-629967EB4B1E}" dt="2021-02-25T10:29:33.361" v="2558" actId="1037"/>
          <ac:spMkLst>
            <pc:docMk/>
            <pc:sldMk cId="2673889257" sldId="298"/>
            <ac:spMk id="51" creationId="{A59A170C-BB85-4786-9CB9-17D4494E3A6E}"/>
          </ac:spMkLst>
        </pc:spChg>
        <pc:spChg chg="mod">
          <ac:chgData name="Georg Pinne" userId="05574ceb-d5e8-42ed-bfd7-165f914e3d1e" providerId="ADAL" clId="{14DE94AD-E44B-40F8-B136-629967EB4B1E}" dt="2021-02-25T10:29:33.361" v="2558" actId="1037"/>
          <ac:spMkLst>
            <pc:docMk/>
            <pc:sldMk cId="2673889257" sldId="298"/>
            <ac:spMk id="54" creationId="{A217EFF6-CF8A-437A-9E59-AAC179926C31}"/>
          </ac:spMkLst>
        </pc:spChg>
        <pc:spChg chg="mod">
          <ac:chgData name="Georg Pinne" userId="05574ceb-d5e8-42ed-bfd7-165f914e3d1e" providerId="ADAL" clId="{14DE94AD-E44B-40F8-B136-629967EB4B1E}" dt="2021-02-25T10:29:33.361" v="2558" actId="1037"/>
          <ac:spMkLst>
            <pc:docMk/>
            <pc:sldMk cId="2673889257" sldId="298"/>
            <ac:spMk id="56" creationId="{B86D6454-8DE9-4E8E-9EA6-7F1E2E9E993A}"/>
          </ac:spMkLst>
        </pc:spChg>
        <pc:spChg chg="mod">
          <ac:chgData name="Georg Pinne" userId="05574ceb-d5e8-42ed-bfd7-165f914e3d1e" providerId="ADAL" clId="{14DE94AD-E44B-40F8-B136-629967EB4B1E}" dt="2021-02-25T10:29:33.361" v="2558" actId="1037"/>
          <ac:spMkLst>
            <pc:docMk/>
            <pc:sldMk cId="2673889257" sldId="298"/>
            <ac:spMk id="57" creationId="{E8B978BA-C1D9-48AF-8479-AAE96DAC9863}"/>
          </ac:spMkLst>
        </pc:spChg>
        <pc:spChg chg="mod">
          <ac:chgData name="Georg Pinne" userId="05574ceb-d5e8-42ed-bfd7-165f914e3d1e" providerId="ADAL" clId="{14DE94AD-E44B-40F8-B136-629967EB4B1E}" dt="2021-02-25T10:29:33.361" v="2558" actId="1037"/>
          <ac:spMkLst>
            <pc:docMk/>
            <pc:sldMk cId="2673889257" sldId="298"/>
            <ac:spMk id="58" creationId="{A239F8DC-4CC0-499B-BE67-E8A188703D74}"/>
          </ac:spMkLst>
        </pc:spChg>
        <pc:spChg chg="mod">
          <ac:chgData name="Georg Pinne" userId="05574ceb-d5e8-42ed-bfd7-165f914e3d1e" providerId="ADAL" clId="{14DE94AD-E44B-40F8-B136-629967EB4B1E}" dt="2021-02-25T10:29:33.361" v="2558" actId="1037"/>
          <ac:spMkLst>
            <pc:docMk/>
            <pc:sldMk cId="2673889257" sldId="298"/>
            <ac:spMk id="59" creationId="{2EA74A3B-94F1-41CB-BAF0-6F96C547EA52}"/>
          </ac:spMkLst>
        </pc:spChg>
        <pc:spChg chg="mod">
          <ac:chgData name="Georg Pinne" userId="05574ceb-d5e8-42ed-bfd7-165f914e3d1e" providerId="ADAL" clId="{14DE94AD-E44B-40F8-B136-629967EB4B1E}" dt="2021-02-25T10:29:33.361" v="2558" actId="1037"/>
          <ac:spMkLst>
            <pc:docMk/>
            <pc:sldMk cId="2673889257" sldId="298"/>
            <ac:spMk id="60" creationId="{069E44C7-DF7F-48B1-84C6-397280DABF14}"/>
          </ac:spMkLst>
        </pc:spChg>
        <pc:spChg chg="mod">
          <ac:chgData name="Georg Pinne" userId="05574ceb-d5e8-42ed-bfd7-165f914e3d1e" providerId="ADAL" clId="{14DE94AD-E44B-40F8-B136-629967EB4B1E}" dt="2021-02-25T10:29:33.361" v="2558" actId="1037"/>
          <ac:spMkLst>
            <pc:docMk/>
            <pc:sldMk cId="2673889257" sldId="298"/>
            <ac:spMk id="69" creationId="{0BA546F5-901E-4536-B4FF-95219D4AA557}"/>
          </ac:spMkLst>
        </pc:spChg>
        <pc:spChg chg="mod">
          <ac:chgData name="Georg Pinne" userId="05574ceb-d5e8-42ed-bfd7-165f914e3d1e" providerId="ADAL" clId="{14DE94AD-E44B-40F8-B136-629967EB4B1E}" dt="2021-02-25T10:29:33.361" v="2558" actId="1037"/>
          <ac:spMkLst>
            <pc:docMk/>
            <pc:sldMk cId="2673889257" sldId="298"/>
            <ac:spMk id="70" creationId="{81C2FD57-644F-47AD-AEE5-9BE8C08AF65F}"/>
          </ac:spMkLst>
        </pc:spChg>
        <pc:graphicFrameChg chg="mod">
          <ac:chgData name="Georg Pinne" userId="05574ceb-d5e8-42ed-bfd7-165f914e3d1e" providerId="ADAL" clId="{14DE94AD-E44B-40F8-B136-629967EB4B1E}" dt="2021-02-25T10:29:33.361" v="2558" actId="1037"/>
          <ac:graphicFrameMkLst>
            <pc:docMk/>
            <pc:sldMk cId="2673889257" sldId="298"/>
            <ac:graphicFrameMk id="68" creationId="{C5EFB841-0FB0-47B2-9DC6-EF4F581D800F}"/>
          </ac:graphicFrameMkLst>
        </pc:graphicFrameChg>
        <pc:picChg chg="mod">
          <ac:chgData name="Georg Pinne" userId="05574ceb-d5e8-42ed-bfd7-165f914e3d1e" providerId="ADAL" clId="{14DE94AD-E44B-40F8-B136-629967EB4B1E}" dt="2021-02-25T10:29:33.361" v="2558" actId="1037"/>
          <ac:picMkLst>
            <pc:docMk/>
            <pc:sldMk cId="2673889257" sldId="298"/>
            <ac:picMk id="6" creationId="{94FA80BD-4D7B-4EB8-B5F3-D54CDD24045E}"/>
          </ac:picMkLst>
        </pc:picChg>
        <pc:picChg chg="mod">
          <ac:chgData name="Georg Pinne" userId="05574ceb-d5e8-42ed-bfd7-165f914e3d1e" providerId="ADAL" clId="{14DE94AD-E44B-40F8-B136-629967EB4B1E}" dt="2021-02-25T10:29:33.361" v="2558" actId="1037"/>
          <ac:picMkLst>
            <pc:docMk/>
            <pc:sldMk cId="2673889257" sldId="298"/>
            <ac:picMk id="25" creationId="{A4BE857E-105D-4F85-89D3-CE9FF8F726A7}"/>
          </ac:picMkLst>
        </pc:picChg>
        <pc:picChg chg="mod">
          <ac:chgData name="Georg Pinne" userId="05574ceb-d5e8-42ed-bfd7-165f914e3d1e" providerId="ADAL" clId="{14DE94AD-E44B-40F8-B136-629967EB4B1E}" dt="2021-02-25T10:29:33.361" v="2558" actId="1037"/>
          <ac:picMkLst>
            <pc:docMk/>
            <pc:sldMk cId="2673889257" sldId="298"/>
            <ac:picMk id="27" creationId="{CA84B07C-ED65-4E2C-A5E3-5AC0B33201CF}"/>
          </ac:picMkLst>
        </pc:picChg>
        <pc:picChg chg="mod">
          <ac:chgData name="Georg Pinne" userId="05574ceb-d5e8-42ed-bfd7-165f914e3d1e" providerId="ADAL" clId="{14DE94AD-E44B-40F8-B136-629967EB4B1E}" dt="2021-02-25T10:29:33.361" v="2558" actId="1037"/>
          <ac:picMkLst>
            <pc:docMk/>
            <pc:sldMk cId="2673889257" sldId="298"/>
            <ac:picMk id="28" creationId="{1501E5C4-EA45-41E5-9F4E-864252C1611F}"/>
          </ac:picMkLst>
        </pc:picChg>
        <pc:picChg chg="mod">
          <ac:chgData name="Georg Pinne" userId="05574ceb-d5e8-42ed-bfd7-165f914e3d1e" providerId="ADAL" clId="{14DE94AD-E44B-40F8-B136-629967EB4B1E}" dt="2021-02-25T10:29:33.361" v="2558" actId="1037"/>
          <ac:picMkLst>
            <pc:docMk/>
            <pc:sldMk cId="2673889257" sldId="298"/>
            <ac:picMk id="31" creationId="{3CDC73C2-56B8-4613-89B6-8F51A159536C}"/>
          </ac:picMkLst>
        </pc:picChg>
        <pc:picChg chg="mod">
          <ac:chgData name="Georg Pinne" userId="05574ceb-d5e8-42ed-bfd7-165f914e3d1e" providerId="ADAL" clId="{14DE94AD-E44B-40F8-B136-629967EB4B1E}" dt="2021-02-25T10:29:33.361" v="2558" actId="1037"/>
          <ac:picMkLst>
            <pc:docMk/>
            <pc:sldMk cId="2673889257" sldId="298"/>
            <ac:picMk id="32" creationId="{BAD789D9-198D-464D-B0FE-7CABFB75339B}"/>
          </ac:picMkLst>
        </pc:picChg>
        <pc:picChg chg="mod">
          <ac:chgData name="Georg Pinne" userId="05574ceb-d5e8-42ed-bfd7-165f914e3d1e" providerId="ADAL" clId="{14DE94AD-E44B-40F8-B136-629967EB4B1E}" dt="2021-02-25T10:29:33.361" v="2558" actId="1037"/>
          <ac:picMkLst>
            <pc:docMk/>
            <pc:sldMk cId="2673889257" sldId="298"/>
            <ac:picMk id="33" creationId="{5DBA6D18-914A-44D8-8F68-F914CFFD3633}"/>
          </ac:picMkLst>
        </pc:picChg>
        <pc:picChg chg="mod">
          <ac:chgData name="Georg Pinne" userId="05574ceb-d5e8-42ed-bfd7-165f914e3d1e" providerId="ADAL" clId="{14DE94AD-E44B-40F8-B136-629967EB4B1E}" dt="2021-02-25T10:29:33.361" v="2558" actId="1037"/>
          <ac:picMkLst>
            <pc:docMk/>
            <pc:sldMk cId="2673889257" sldId="298"/>
            <ac:picMk id="34" creationId="{CB2805CB-9E7F-4412-856D-5A0336828AF3}"/>
          </ac:picMkLst>
        </pc:picChg>
        <pc:picChg chg="mod">
          <ac:chgData name="Georg Pinne" userId="05574ceb-d5e8-42ed-bfd7-165f914e3d1e" providerId="ADAL" clId="{14DE94AD-E44B-40F8-B136-629967EB4B1E}" dt="2021-02-25T10:29:33.361" v="2558" actId="1037"/>
          <ac:picMkLst>
            <pc:docMk/>
            <pc:sldMk cId="2673889257" sldId="298"/>
            <ac:picMk id="36" creationId="{A81F5815-EBE8-4934-8D15-A3675C4FF9DC}"/>
          </ac:picMkLst>
        </pc:picChg>
        <pc:picChg chg="mod">
          <ac:chgData name="Georg Pinne" userId="05574ceb-d5e8-42ed-bfd7-165f914e3d1e" providerId="ADAL" clId="{14DE94AD-E44B-40F8-B136-629967EB4B1E}" dt="2021-02-25T10:29:33.361" v="2558" actId="1037"/>
          <ac:picMkLst>
            <pc:docMk/>
            <pc:sldMk cId="2673889257" sldId="298"/>
            <ac:picMk id="38" creationId="{D98E6B6E-BEFD-48C7-B7AE-2DD25CA1083B}"/>
          </ac:picMkLst>
        </pc:picChg>
        <pc:picChg chg="mod">
          <ac:chgData name="Georg Pinne" userId="05574ceb-d5e8-42ed-bfd7-165f914e3d1e" providerId="ADAL" clId="{14DE94AD-E44B-40F8-B136-629967EB4B1E}" dt="2021-02-25T10:29:33.361" v="2558" actId="1037"/>
          <ac:picMkLst>
            <pc:docMk/>
            <pc:sldMk cId="2673889257" sldId="298"/>
            <ac:picMk id="41" creationId="{54078C67-839A-48BD-BD98-674E52760578}"/>
          </ac:picMkLst>
        </pc:picChg>
        <pc:picChg chg="mod">
          <ac:chgData name="Georg Pinne" userId="05574ceb-d5e8-42ed-bfd7-165f914e3d1e" providerId="ADAL" clId="{14DE94AD-E44B-40F8-B136-629967EB4B1E}" dt="2021-02-25T10:29:33.361" v="2558" actId="1037"/>
          <ac:picMkLst>
            <pc:docMk/>
            <pc:sldMk cId="2673889257" sldId="298"/>
            <ac:picMk id="47" creationId="{B8785939-046C-4D42-871B-805F1E73A1DD}"/>
          </ac:picMkLst>
        </pc:picChg>
        <pc:picChg chg="mod">
          <ac:chgData name="Georg Pinne" userId="05574ceb-d5e8-42ed-bfd7-165f914e3d1e" providerId="ADAL" clId="{14DE94AD-E44B-40F8-B136-629967EB4B1E}" dt="2021-02-25T10:29:33.361" v="2558" actId="1037"/>
          <ac:picMkLst>
            <pc:docMk/>
            <pc:sldMk cId="2673889257" sldId="298"/>
            <ac:picMk id="48" creationId="{CB990642-08D3-4ABD-8BA9-1B1D1D038C37}"/>
          </ac:picMkLst>
        </pc:picChg>
      </pc:sldChg>
      <pc:sldChg chg="del">
        <pc:chgData name="Georg Pinne" userId="05574ceb-d5e8-42ed-bfd7-165f914e3d1e" providerId="ADAL" clId="{14DE94AD-E44B-40F8-B136-629967EB4B1E}" dt="2021-02-22T17:26:53.049" v="803" actId="47"/>
        <pc:sldMkLst>
          <pc:docMk/>
          <pc:sldMk cId="2922674300" sldId="299"/>
        </pc:sldMkLst>
      </pc:sldChg>
      <pc:sldChg chg="addSp modSp del mod">
        <pc:chgData name="Georg Pinne" userId="05574ceb-d5e8-42ed-bfd7-165f914e3d1e" providerId="ADAL" clId="{14DE94AD-E44B-40F8-B136-629967EB4B1E}" dt="2021-02-25T11:09:57.289" v="3046" actId="47"/>
        <pc:sldMkLst>
          <pc:docMk/>
          <pc:sldMk cId="1301093302" sldId="306"/>
        </pc:sldMkLst>
        <pc:spChg chg="mod">
          <ac:chgData name="Georg Pinne" userId="05574ceb-d5e8-42ed-bfd7-165f914e3d1e" providerId="ADAL" clId="{14DE94AD-E44B-40F8-B136-629967EB4B1E}" dt="2021-02-25T10:08:42.872" v="2545" actId="20577"/>
          <ac:spMkLst>
            <pc:docMk/>
            <pc:sldMk cId="1301093302" sldId="306"/>
            <ac:spMk id="12" creationId="{4CC89DFB-4752-4101-A187-80D3AA67AC04}"/>
          </ac:spMkLst>
        </pc:spChg>
        <pc:spChg chg="add mod">
          <ac:chgData name="Georg Pinne" userId="05574ceb-d5e8-42ed-bfd7-165f914e3d1e" providerId="ADAL" clId="{14DE94AD-E44B-40F8-B136-629967EB4B1E}" dt="2021-02-22T18:08:12.547" v="1377" actId="571"/>
          <ac:spMkLst>
            <pc:docMk/>
            <pc:sldMk cId="1301093302" sldId="306"/>
            <ac:spMk id="31" creationId="{DD84AC2D-6761-47C5-B489-E5C53D8E6E89}"/>
          </ac:spMkLst>
        </pc:spChg>
      </pc:sldChg>
      <pc:sldChg chg="modSp mod">
        <pc:chgData name="Georg Pinne" userId="05574ceb-d5e8-42ed-bfd7-165f914e3d1e" providerId="ADAL" clId="{14DE94AD-E44B-40F8-B136-629967EB4B1E}" dt="2021-02-25T12:40:17.775" v="4285" actId="1035"/>
        <pc:sldMkLst>
          <pc:docMk/>
          <pc:sldMk cId="3952975784" sldId="307"/>
        </pc:sldMkLst>
        <pc:spChg chg="mod">
          <ac:chgData name="Georg Pinne" userId="05574ceb-d5e8-42ed-bfd7-165f914e3d1e" providerId="ADAL" clId="{14DE94AD-E44B-40F8-B136-629967EB4B1E}" dt="2021-02-22T17:54:38.901" v="1242" actId="403"/>
          <ac:spMkLst>
            <pc:docMk/>
            <pc:sldMk cId="3952975784" sldId="307"/>
            <ac:spMk id="2" creationId="{C1E6EBE8-3874-48DF-964A-B23A7CC7B215}"/>
          </ac:spMkLst>
        </pc:spChg>
        <pc:spChg chg="mod">
          <ac:chgData name="Georg Pinne" userId="05574ceb-d5e8-42ed-bfd7-165f914e3d1e" providerId="ADAL" clId="{14DE94AD-E44B-40F8-B136-629967EB4B1E}" dt="2021-02-25T12:34:06.223" v="3910" actId="14100"/>
          <ac:spMkLst>
            <pc:docMk/>
            <pc:sldMk cId="3952975784" sldId="307"/>
            <ac:spMk id="693" creationId="{80461AFF-4745-40A8-9FD5-3C15AAFBCF13}"/>
          </ac:spMkLst>
        </pc:spChg>
        <pc:spChg chg="mod">
          <ac:chgData name="Georg Pinne" userId="05574ceb-d5e8-42ed-bfd7-165f914e3d1e" providerId="ADAL" clId="{14DE94AD-E44B-40F8-B136-629967EB4B1E}" dt="2021-02-25T12:27:36.846" v="3725" actId="2711"/>
          <ac:spMkLst>
            <pc:docMk/>
            <pc:sldMk cId="3952975784" sldId="307"/>
            <ac:spMk id="695" creationId="{150CC1C7-6AC3-4BF1-894D-E5973FF56C84}"/>
          </ac:spMkLst>
        </pc:spChg>
        <pc:spChg chg="mod">
          <ac:chgData name="Georg Pinne" userId="05574ceb-d5e8-42ed-bfd7-165f914e3d1e" providerId="ADAL" clId="{14DE94AD-E44B-40F8-B136-629967EB4B1E}" dt="2021-02-25T12:40:06.324" v="4282" actId="14100"/>
          <ac:spMkLst>
            <pc:docMk/>
            <pc:sldMk cId="3952975784" sldId="307"/>
            <ac:spMk id="699" creationId="{70488BFA-97AA-44B9-BB0D-6130D14B8407}"/>
          </ac:spMkLst>
        </pc:spChg>
        <pc:spChg chg="mod">
          <ac:chgData name="Georg Pinne" userId="05574ceb-d5e8-42ed-bfd7-165f914e3d1e" providerId="ADAL" clId="{14DE94AD-E44B-40F8-B136-629967EB4B1E}" dt="2021-02-25T12:40:16.195" v="4284" actId="1035"/>
          <ac:spMkLst>
            <pc:docMk/>
            <pc:sldMk cId="3952975784" sldId="307"/>
            <ac:spMk id="1033" creationId="{B883C6A9-F220-4D51-ADB3-56BFA0C4BCEB}"/>
          </ac:spMkLst>
        </pc:spChg>
        <pc:spChg chg="mod">
          <ac:chgData name="Georg Pinne" userId="05574ceb-d5e8-42ed-bfd7-165f914e3d1e" providerId="ADAL" clId="{14DE94AD-E44B-40F8-B136-629967EB4B1E}" dt="2021-02-25T12:23:10.061" v="3651" actId="14100"/>
          <ac:spMkLst>
            <pc:docMk/>
            <pc:sldMk cId="3952975784" sldId="307"/>
            <ac:spMk id="1225" creationId="{49A87BE2-8B57-4CBE-A33E-A28F03E4E6DE}"/>
          </ac:spMkLst>
        </pc:spChg>
        <pc:spChg chg="mod">
          <ac:chgData name="Georg Pinne" userId="05574ceb-d5e8-42ed-bfd7-165f914e3d1e" providerId="ADAL" clId="{14DE94AD-E44B-40F8-B136-629967EB4B1E}" dt="2021-02-25T12:27:17.065" v="3720" actId="255"/>
          <ac:spMkLst>
            <pc:docMk/>
            <pc:sldMk cId="3952975784" sldId="307"/>
            <ac:spMk id="1227" creationId="{7DB2FE8E-6A32-4CBC-86E3-69578CDE172C}"/>
          </ac:spMkLst>
        </pc:spChg>
        <pc:spChg chg="mod">
          <ac:chgData name="Georg Pinne" userId="05574ceb-d5e8-42ed-bfd7-165f914e3d1e" providerId="ADAL" clId="{14DE94AD-E44B-40F8-B136-629967EB4B1E}" dt="2021-02-25T12:40:08.885" v="4283" actId="14100"/>
          <ac:spMkLst>
            <pc:docMk/>
            <pc:sldMk cId="3952975784" sldId="307"/>
            <ac:spMk id="1229" creationId="{60FA084E-CB04-4ABA-991A-7BDB78D8408C}"/>
          </ac:spMkLst>
        </pc:spChg>
        <pc:spChg chg="mod">
          <ac:chgData name="Georg Pinne" userId="05574ceb-d5e8-42ed-bfd7-165f914e3d1e" providerId="ADAL" clId="{14DE94AD-E44B-40F8-B136-629967EB4B1E}" dt="2021-02-25T12:40:17.775" v="4285" actId="1035"/>
          <ac:spMkLst>
            <pc:docMk/>
            <pc:sldMk cId="3952975784" sldId="307"/>
            <ac:spMk id="1411" creationId="{C9956E20-27AE-4F82-93D8-70855F5AE97A}"/>
          </ac:spMkLst>
        </pc:spChg>
      </pc:sldChg>
      <pc:sldChg chg="addSp delSp modSp mod">
        <pc:chgData name="Georg Pinne" userId="05574ceb-d5e8-42ed-bfd7-165f914e3d1e" providerId="ADAL" clId="{14DE94AD-E44B-40F8-B136-629967EB4B1E}" dt="2021-02-26T15:48:53.547" v="7808" actId="403"/>
        <pc:sldMkLst>
          <pc:docMk/>
          <pc:sldMk cId="3083379284" sldId="308"/>
        </pc:sldMkLst>
        <pc:spChg chg="del mod">
          <ac:chgData name="Georg Pinne" userId="05574ceb-d5e8-42ed-bfd7-165f914e3d1e" providerId="ADAL" clId="{14DE94AD-E44B-40F8-B136-629967EB4B1E}" dt="2021-02-25T17:16:13.258" v="5866" actId="478"/>
          <ac:spMkLst>
            <pc:docMk/>
            <pc:sldMk cId="3083379284" sldId="308"/>
            <ac:spMk id="22" creationId="{2201C571-E9A8-47C7-89FE-4181668F1B1A}"/>
          </ac:spMkLst>
        </pc:spChg>
        <pc:spChg chg="mod">
          <ac:chgData name="Georg Pinne" userId="05574ceb-d5e8-42ed-bfd7-165f914e3d1e" providerId="ADAL" clId="{14DE94AD-E44B-40F8-B136-629967EB4B1E}" dt="2021-02-25T16:22:10.987" v="5364" actId="14100"/>
          <ac:spMkLst>
            <pc:docMk/>
            <pc:sldMk cId="3083379284" sldId="308"/>
            <ac:spMk id="23" creationId="{F644E9EA-9E38-43FB-829B-FF3EE569384B}"/>
          </ac:spMkLst>
        </pc:spChg>
        <pc:spChg chg="mod">
          <ac:chgData name="Georg Pinne" userId="05574ceb-d5e8-42ed-bfd7-165f914e3d1e" providerId="ADAL" clId="{14DE94AD-E44B-40F8-B136-629967EB4B1E}" dt="2021-02-25T16:22:22.316" v="5376" actId="14100"/>
          <ac:spMkLst>
            <pc:docMk/>
            <pc:sldMk cId="3083379284" sldId="308"/>
            <ac:spMk id="24" creationId="{68116FC8-7FE8-40F1-8EDA-ABD8BF308E73}"/>
          </ac:spMkLst>
        </pc:spChg>
        <pc:spChg chg="mod">
          <ac:chgData name="Georg Pinne" userId="05574ceb-d5e8-42ed-bfd7-165f914e3d1e" providerId="ADAL" clId="{14DE94AD-E44B-40F8-B136-629967EB4B1E}" dt="2021-02-25T17:16:26.928" v="5896" actId="1036"/>
          <ac:spMkLst>
            <pc:docMk/>
            <pc:sldMk cId="3083379284" sldId="308"/>
            <ac:spMk id="25" creationId="{A279CA34-68EC-4F51-B16E-FDD4F732387C}"/>
          </ac:spMkLst>
        </pc:spChg>
        <pc:spChg chg="mod">
          <ac:chgData name="Georg Pinne" userId="05574ceb-d5e8-42ed-bfd7-165f914e3d1e" providerId="ADAL" clId="{14DE94AD-E44B-40F8-B136-629967EB4B1E}" dt="2021-02-25T17:16:35.859" v="5898" actId="14100"/>
          <ac:spMkLst>
            <pc:docMk/>
            <pc:sldMk cId="3083379284" sldId="308"/>
            <ac:spMk id="26" creationId="{D40C85FB-5ADF-47EE-B3C3-8AD11840A55F}"/>
          </ac:spMkLst>
        </pc:spChg>
        <pc:spChg chg="add mod">
          <ac:chgData name="Georg Pinne" userId="05574ceb-d5e8-42ed-bfd7-165f914e3d1e" providerId="ADAL" clId="{14DE94AD-E44B-40F8-B136-629967EB4B1E}" dt="2021-02-25T15:48:12.496" v="4910" actId="1076"/>
          <ac:spMkLst>
            <pc:docMk/>
            <pc:sldMk cId="3083379284" sldId="308"/>
            <ac:spMk id="28" creationId="{525C370D-326A-40FE-86A0-02926BD005A4}"/>
          </ac:spMkLst>
        </pc:spChg>
        <pc:spChg chg="add mod">
          <ac:chgData name="Georg Pinne" userId="05574ceb-d5e8-42ed-bfd7-165f914e3d1e" providerId="ADAL" clId="{14DE94AD-E44B-40F8-B136-629967EB4B1E}" dt="2021-02-25T17:16:26.928" v="5896" actId="1036"/>
          <ac:spMkLst>
            <pc:docMk/>
            <pc:sldMk cId="3083379284" sldId="308"/>
            <ac:spMk id="30" creationId="{CC5FFDB9-7FED-49D6-A3EB-B99CE7CA1DD9}"/>
          </ac:spMkLst>
        </pc:spChg>
        <pc:spChg chg="add mod">
          <ac:chgData name="Georg Pinne" userId="05574ceb-d5e8-42ed-bfd7-165f914e3d1e" providerId="ADAL" clId="{14DE94AD-E44B-40F8-B136-629967EB4B1E}" dt="2021-02-25T17:16:54.053" v="5900" actId="179"/>
          <ac:spMkLst>
            <pc:docMk/>
            <pc:sldMk cId="3083379284" sldId="308"/>
            <ac:spMk id="31" creationId="{C46D3C46-CCE0-46BA-85FC-C632675C62A3}"/>
          </ac:spMkLst>
        </pc:spChg>
        <pc:spChg chg="add del">
          <ac:chgData name="Georg Pinne" userId="05574ceb-d5e8-42ed-bfd7-165f914e3d1e" providerId="ADAL" clId="{14DE94AD-E44B-40F8-B136-629967EB4B1E}" dt="2021-02-25T17:13:37.884" v="5859" actId="22"/>
          <ac:spMkLst>
            <pc:docMk/>
            <pc:sldMk cId="3083379284" sldId="308"/>
            <ac:spMk id="32" creationId="{80737673-71DD-4926-B3EE-72EAD3C30D02}"/>
          </ac:spMkLst>
        </pc:spChg>
        <pc:spChg chg="mod">
          <ac:chgData name="Georg Pinne" userId="05574ceb-d5e8-42ed-bfd7-165f914e3d1e" providerId="ADAL" clId="{14DE94AD-E44B-40F8-B136-629967EB4B1E}" dt="2021-02-25T17:16:19.883" v="5878" actId="1036"/>
          <ac:spMkLst>
            <pc:docMk/>
            <pc:sldMk cId="3083379284" sldId="308"/>
            <ac:spMk id="33" creationId="{AB8DBA95-53CC-46AB-AE50-624959846BD9}"/>
          </ac:spMkLst>
        </pc:spChg>
        <pc:spChg chg="mod">
          <ac:chgData name="Georg Pinne" userId="05574ceb-d5e8-42ed-bfd7-165f914e3d1e" providerId="ADAL" clId="{14DE94AD-E44B-40F8-B136-629967EB4B1E}" dt="2021-02-25T17:16:19.883" v="5878" actId="1036"/>
          <ac:spMkLst>
            <pc:docMk/>
            <pc:sldMk cId="3083379284" sldId="308"/>
            <ac:spMk id="34" creationId="{45B4DD9B-8CEB-4942-B148-D3C12C413064}"/>
          </ac:spMkLst>
        </pc:spChg>
        <pc:spChg chg="mod">
          <ac:chgData name="Georg Pinne" userId="05574ceb-d5e8-42ed-bfd7-165f914e3d1e" providerId="ADAL" clId="{14DE94AD-E44B-40F8-B136-629967EB4B1E}" dt="2021-02-25T17:16:19.883" v="5878" actId="1036"/>
          <ac:spMkLst>
            <pc:docMk/>
            <pc:sldMk cId="3083379284" sldId="308"/>
            <ac:spMk id="35" creationId="{9CC031F2-2889-49B3-98A5-53A3C97A816A}"/>
          </ac:spMkLst>
        </pc:spChg>
        <pc:spChg chg="mod">
          <ac:chgData name="Georg Pinne" userId="05574ceb-d5e8-42ed-bfd7-165f914e3d1e" providerId="ADAL" clId="{14DE94AD-E44B-40F8-B136-629967EB4B1E}" dt="2021-02-25T17:16:19.883" v="5878" actId="1036"/>
          <ac:spMkLst>
            <pc:docMk/>
            <pc:sldMk cId="3083379284" sldId="308"/>
            <ac:spMk id="36" creationId="{F0EDDBE0-E772-465F-840B-C4BE4C5271CE}"/>
          </ac:spMkLst>
        </pc:spChg>
        <pc:spChg chg="mod">
          <ac:chgData name="Georg Pinne" userId="05574ceb-d5e8-42ed-bfd7-165f914e3d1e" providerId="ADAL" clId="{14DE94AD-E44B-40F8-B136-629967EB4B1E}" dt="2021-02-25T17:16:19.883" v="5878" actId="1036"/>
          <ac:spMkLst>
            <pc:docMk/>
            <pc:sldMk cId="3083379284" sldId="308"/>
            <ac:spMk id="37" creationId="{EEBBCACE-323A-4A0F-8C5D-A55336AD73C2}"/>
          </ac:spMkLst>
        </pc:spChg>
        <pc:spChg chg="mod">
          <ac:chgData name="Georg Pinne" userId="05574ceb-d5e8-42ed-bfd7-165f914e3d1e" providerId="ADAL" clId="{14DE94AD-E44B-40F8-B136-629967EB4B1E}" dt="2021-02-25T17:16:19.883" v="5878" actId="1036"/>
          <ac:spMkLst>
            <pc:docMk/>
            <pc:sldMk cId="3083379284" sldId="308"/>
            <ac:spMk id="38" creationId="{560F89B2-A5AA-49B2-A840-8163D0F745EE}"/>
          </ac:spMkLst>
        </pc:spChg>
        <pc:spChg chg="mod">
          <ac:chgData name="Georg Pinne" userId="05574ceb-d5e8-42ed-bfd7-165f914e3d1e" providerId="ADAL" clId="{14DE94AD-E44B-40F8-B136-629967EB4B1E}" dt="2021-02-25T17:16:19.883" v="5878" actId="1036"/>
          <ac:spMkLst>
            <pc:docMk/>
            <pc:sldMk cId="3083379284" sldId="308"/>
            <ac:spMk id="39" creationId="{9038C4B6-969C-4569-86D7-388FB2CB8A86}"/>
          </ac:spMkLst>
        </pc:spChg>
        <pc:spChg chg="mod">
          <ac:chgData name="Georg Pinne" userId="05574ceb-d5e8-42ed-bfd7-165f914e3d1e" providerId="ADAL" clId="{14DE94AD-E44B-40F8-B136-629967EB4B1E}" dt="2021-02-26T15:48:34.432" v="7803" actId="255"/>
          <ac:spMkLst>
            <pc:docMk/>
            <pc:sldMk cId="3083379284" sldId="308"/>
            <ac:spMk id="40" creationId="{9959EEF3-7F92-447E-AB50-7FAA37C91FEB}"/>
          </ac:spMkLst>
        </pc:spChg>
        <pc:spChg chg="mod">
          <ac:chgData name="Georg Pinne" userId="05574ceb-d5e8-42ed-bfd7-165f914e3d1e" providerId="ADAL" clId="{14DE94AD-E44B-40F8-B136-629967EB4B1E}" dt="2021-02-26T15:48:42.329" v="7804" actId="255"/>
          <ac:spMkLst>
            <pc:docMk/>
            <pc:sldMk cId="3083379284" sldId="308"/>
            <ac:spMk id="41" creationId="{A4EB03A9-BCA5-4909-98CF-0139F48ADE0A}"/>
          </ac:spMkLst>
        </pc:spChg>
        <pc:spChg chg="mod">
          <ac:chgData name="Georg Pinne" userId="05574ceb-d5e8-42ed-bfd7-165f914e3d1e" providerId="ADAL" clId="{14DE94AD-E44B-40F8-B136-629967EB4B1E}" dt="2021-02-26T15:48:46.995" v="7805" actId="403"/>
          <ac:spMkLst>
            <pc:docMk/>
            <pc:sldMk cId="3083379284" sldId="308"/>
            <ac:spMk id="42" creationId="{B17C7946-8439-4587-A419-B41C5EA59D82}"/>
          </ac:spMkLst>
        </pc:spChg>
        <pc:spChg chg="mod">
          <ac:chgData name="Georg Pinne" userId="05574ceb-d5e8-42ed-bfd7-165f914e3d1e" providerId="ADAL" clId="{14DE94AD-E44B-40F8-B136-629967EB4B1E}" dt="2021-02-26T15:48:53.547" v="7808" actId="403"/>
          <ac:spMkLst>
            <pc:docMk/>
            <pc:sldMk cId="3083379284" sldId="308"/>
            <ac:spMk id="43" creationId="{8A225BCA-C166-4B15-AD15-3DCF95B15635}"/>
          </ac:spMkLst>
        </pc:spChg>
        <pc:spChg chg="mod">
          <ac:chgData name="Georg Pinne" userId="05574ceb-d5e8-42ed-bfd7-165f914e3d1e" providerId="ADAL" clId="{14DE94AD-E44B-40F8-B136-629967EB4B1E}" dt="2021-02-25T17:16:19.883" v="5878" actId="1036"/>
          <ac:spMkLst>
            <pc:docMk/>
            <pc:sldMk cId="3083379284" sldId="308"/>
            <ac:spMk id="44" creationId="{83E95059-6F64-4511-A947-CB333193AFDB}"/>
          </ac:spMkLst>
        </pc:spChg>
        <pc:spChg chg="mod">
          <ac:chgData name="Georg Pinne" userId="05574ceb-d5e8-42ed-bfd7-165f914e3d1e" providerId="ADAL" clId="{14DE94AD-E44B-40F8-B136-629967EB4B1E}" dt="2021-02-25T17:16:19.883" v="5878" actId="1036"/>
          <ac:spMkLst>
            <pc:docMk/>
            <pc:sldMk cId="3083379284" sldId="308"/>
            <ac:spMk id="45" creationId="{FCE6EA61-C84E-4783-A261-7CF987F4CE6A}"/>
          </ac:spMkLst>
        </pc:spChg>
        <pc:cxnChg chg="mod">
          <ac:chgData name="Georg Pinne" userId="05574ceb-d5e8-42ed-bfd7-165f914e3d1e" providerId="ADAL" clId="{14DE94AD-E44B-40F8-B136-629967EB4B1E}" dt="2021-02-25T15:47:39.280" v="4898" actId="1035"/>
          <ac:cxnSpMkLst>
            <pc:docMk/>
            <pc:sldMk cId="3083379284" sldId="308"/>
            <ac:cxnSpMk id="13" creationId="{7CFFA58D-1B53-44FE-9116-5983740A5BAE}"/>
          </ac:cxnSpMkLst>
        </pc:cxnChg>
      </pc:sldChg>
      <pc:sldChg chg="addSp delSp modSp del mod">
        <pc:chgData name="Georg Pinne" userId="05574ceb-d5e8-42ed-bfd7-165f914e3d1e" providerId="ADAL" clId="{14DE94AD-E44B-40F8-B136-629967EB4B1E}" dt="2021-02-22T17:29:37.718" v="838" actId="47"/>
        <pc:sldMkLst>
          <pc:docMk/>
          <pc:sldMk cId="764673989" sldId="310"/>
        </pc:sldMkLst>
        <pc:spChg chg="del mod">
          <ac:chgData name="Georg Pinne" userId="05574ceb-d5e8-42ed-bfd7-165f914e3d1e" providerId="ADAL" clId="{14DE94AD-E44B-40F8-B136-629967EB4B1E}" dt="2021-02-22T17:25:39.933" v="766" actId="478"/>
          <ac:spMkLst>
            <pc:docMk/>
            <pc:sldMk cId="764673989" sldId="310"/>
            <ac:spMk id="2" creationId="{BE1FA086-CF7D-4B0C-AC66-901BAE5C2A26}"/>
          </ac:spMkLst>
        </pc:spChg>
        <pc:spChg chg="add mod">
          <ac:chgData name="Georg Pinne" userId="05574ceb-d5e8-42ed-bfd7-165f914e3d1e" providerId="ADAL" clId="{14DE94AD-E44B-40F8-B136-629967EB4B1E}" dt="2021-02-22T17:25:42.096" v="767"/>
          <ac:spMkLst>
            <pc:docMk/>
            <pc:sldMk cId="764673989" sldId="310"/>
            <ac:spMk id="10" creationId="{049332B7-EFE5-4DAF-BE1C-F0756932F874}"/>
          </ac:spMkLst>
        </pc:spChg>
        <pc:spChg chg="mod">
          <ac:chgData name="Georg Pinne" userId="05574ceb-d5e8-42ed-bfd7-165f914e3d1e" providerId="ADAL" clId="{14DE94AD-E44B-40F8-B136-629967EB4B1E}" dt="2021-02-22T17:25:11.475" v="761" actId="255"/>
          <ac:spMkLst>
            <pc:docMk/>
            <pc:sldMk cId="764673989" sldId="310"/>
            <ac:spMk id="13" creationId="{52E248B2-04F9-4ED0-8C03-BF13047A0857}"/>
          </ac:spMkLst>
        </pc:spChg>
      </pc:sldChg>
      <pc:sldChg chg="modSp mod">
        <pc:chgData name="Georg Pinne" userId="05574ceb-d5e8-42ed-bfd7-165f914e3d1e" providerId="ADAL" clId="{14DE94AD-E44B-40F8-B136-629967EB4B1E}" dt="2021-02-26T16:01:37.088" v="8244" actId="1076"/>
        <pc:sldMkLst>
          <pc:docMk/>
          <pc:sldMk cId="895173213" sldId="317"/>
        </pc:sldMkLst>
        <pc:spChg chg="mod">
          <ac:chgData name="Georg Pinne" userId="05574ceb-d5e8-42ed-bfd7-165f914e3d1e" providerId="ADAL" clId="{14DE94AD-E44B-40F8-B136-629967EB4B1E}" dt="2021-02-26T16:01:23.952" v="8243" actId="1037"/>
          <ac:spMkLst>
            <pc:docMk/>
            <pc:sldMk cId="895173213" sldId="317"/>
            <ac:spMk id="156" creationId="{BCAA9927-71BC-48C5-A1CE-DAB6F75A295B}"/>
          </ac:spMkLst>
        </pc:spChg>
        <pc:spChg chg="mod">
          <ac:chgData name="Georg Pinne" userId="05574ceb-d5e8-42ed-bfd7-165f914e3d1e" providerId="ADAL" clId="{14DE94AD-E44B-40F8-B136-629967EB4B1E}" dt="2021-02-26T16:00:18.446" v="8047" actId="14100"/>
          <ac:spMkLst>
            <pc:docMk/>
            <pc:sldMk cId="895173213" sldId="317"/>
            <ac:spMk id="158" creationId="{578817D8-7A72-434C-A790-B289042F28E0}"/>
          </ac:spMkLst>
        </pc:spChg>
        <pc:spChg chg="mod">
          <ac:chgData name="Georg Pinne" userId="05574ceb-d5e8-42ed-bfd7-165f914e3d1e" providerId="ADAL" clId="{14DE94AD-E44B-40F8-B136-629967EB4B1E}" dt="2021-02-26T16:00:16.143" v="8046" actId="14100"/>
          <ac:spMkLst>
            <pc:docMk/>
            <pc:sldMk cId="895173213" sldId="317"/>
            <ac:spMk id="164" creationId="{E596CA36-C257-40C7-BE7F-7290CF834DE8}"/>
          </ac:spMkLst>
        </pc:spChg>
        <pc:spChg chg="mod">
          <ac:chgData name="Georg Pinne" userId="05574ceb-d5e8-42ed-bfd7-165f914e3d1e" providerId="ADAL" clId="{14DE94AD-E44B-40F8-B136-629967EB4B1E}" dt="2021-02-26T16:01:15.064" v="8242" actId="14100"/>
          <ac:spMkLst>
            <pc:docMk/>
            <pc:sldMk cId="895173213" sldId="317"/>
            <ac:spMk id="174" creationId="{1051DB07-3A5A-4B33-8AFD-75D5BD90443A}"/>
          </ac:spMkLst>
        </pc:spChg>
        <pc:spChg chg="mod">
          <ac:chgData name="Georg Pinne" userId="05574ceb-d5e8-42ed-bfd7-165f914e3d1e" providerId="ADAL" clId="{14DE94AD-E44B-40F8-B136-629967EB4B1E}" dt="2021-02-26T16:01:15.064" v="8242" actId="14100"/>
          <ac:spMkLst>
            <pc:docMk/>
            <pc:sldMk cId="895173213" sldId="317"/>
            <ac:spMk id="180" creationId="{63C559D0-234A-43B6-A3A9-5E4CF9E5CA20}"/>
          </ac:spMkLst>
        </pc:spChg>
        <pc:spChg chg="mod">
          <ac:chgData name="Georg Pinne" userId="05574ceb-d5e8-42ed-bfd7-165f914e3d1e" providerId="ADAL" clId="{14DE94AD-E44B-40F8-B136-629967EB4B1E}" dt="2021-02-26T16:00:22.544" v="8049" actId="14100"/>
          <ac:spMkLst>
            <pc:docMk/>
            <pc:sldMk cId="895173213" sldId="317"/>
            <ac:spMk id="182" creationId="{7DD736B8-1BC8-41D6-BDB3-33213F7B40AE}"/>
          </ac:spMkLst>
        </pc:spChg>
        <pc:spChg chg="mod">
          <ac:chgData name="Georg Pinne" userId="05574ceb-d5e8-42ed-bfd7-165f914e3d1e" providerId="ADAL" clId="{14DE94AD-E44B-40F8-B136-629967EB4B1E}" dt="2021-02-26T16:00:20.684" v="8048" actId="14100"/>
          <ac:spMkLst>
            <pc:docMk/>
            <pc:sldMk cId="895173213" sldId="317"/>
            <ac:spMk id="186" creationId="{F55D05B6-DE3F-491A-85B1-B58BA4368CF7}"/>
          </ac:spMkLst>
        </pc:spChg>
        <pc:spChg chg="mod">
          <ac:chgData name="Georg Pinne" userId="05574ceb-d5e8-42ed-bfd7-165f914e3d1e" providerId="ADAL" clId="{14DE94AD-E44B-40F8-B136-629967EB4B1E}" dt="2021-02-26T16:01:15.064" v="8242" actId="14100"/>
          <ac:spMkLst>
            <pc:docMk/>
            <pc:sldMk cId="895173213" sldId="317"/>
            <ac:spMk id="188" creationId="{456F0AD5-AEA8-4DEC-A1C2-2FF6F441A909}"/>
          </ac:spMkLst>
        </pc:spChg>
        <pc:spChg chg="mod">
          <ac:chgData name="Georg Pinne" userId="05574ceb-d5e8-42ed-bfd7-165f914e3d1e" providerId="ADAL" clId="{14DE94AD-E44B-40F8-B136-629967EB4B1E}" dt="2021-02-26T16:01:15.064" v="8242" actId="14100"/>
          <ac:spMkLst>
            <pc:docMk/>
            <pc:sldMk cId="895173213" sldId="317"/>
            <ac:spMk id="190" creationId="{B36F91B8-CACB-4D52-86F5-3C4C5ADB9E75}"/>
          </ac:spMkLst>
        </pc:spChg>
        <pc:spChg chg="mod">
          <ac:chgData name="Georg Pinne" userId="05574ceb-d5e8-42ed-bfd7-165f914e3d1e" providerId="ADAL" clId="{14DE94AD-E44B-40F8-B136-629967EB4B1E}" dt="2021-02-26T16:01:37.088" v="8244" actId="1076"/>
          <ac:spMkLst>
            <pc:docMk/>
            <pc:sldMk cId="895173213" sldId="317"/>
            <ac:spMk id="196" creationId="{88E5B558-559F-47F9-88B0-45A726266B83}"/>
          </ac:spMkLst>
        </pc:spChg>
      </pc:sldChg>
      <pc:sldChg chg="del">
        <pc:chgData name="Georg Pinne" userId="05574ceb-d5e8-42ed-bfd7-165f914e3d1e" providerId="ADAL" clId="{14DE94AD-E44B-40F8-B136-629967EB4B1E}" dt="2021-02-22T17:28:44.179" v="833" actId="47"/>
        <pc:sldMkLst>
          <pc:docMk/>
          <pc:sldMk cId="1656360543" sldId="323"/>
        </pc:sldMkLst>
      </pc:sldChg>
      <pc:sldChg chg="addSp delSp modSp mod ord">
        <pc:chgData name="Georg Pinne" userId="05574ceb-d5e8-42ed-bfd7-165f914e3d1e" providerId="ADAL" clId="{14DE94AD-E44B-40F8-B136-629967EB4B1E}" dt="2021-02-26T16:31:14.418" v="8511" actId="1076"/>
        <pc:sldMkLst>
          <pc:docMk/>
          <pc:sldMk cId="3049681915" sldId="324"/>
        </pc:sldMkLst>
        <pc:spChg chg="add del mod">
          <ac:chgData name="Georg Pinne" userId="05574ceb-d5e8-42ed-bfd7-165f914e3d1e" providerId="ADAL" clId="{14DE94AD-E44B-40F8-B136-629967EB4B1E}" dt="2021-02-22T16:57:19.393" v="664" actId="478"/>
          <ac:spMkLst>
            <pc:docMk/>
            <pc:sldMk cId="3049681915" sldId="324"/>
            <ac:spMk id="2" creationId="{ABBC4958-3152-43AD-96E2-95569BA702E5}"/>
          </ac:spMkLst>
        </pc:spChg>
        <pc:spChg chg="del">
          <ac:chgData name="Georg Pinne" userId="05574ceb-d5e8-42ed-bfd7-165f914e3d1e" providerId="ADAL" clId="{14DE94AD-E44B-40F8-B136-629967EB4B1E}" dt="2021-02-25T17:56:46.450" v="6627" actId="478"/>
          <ac:spMkLst>
            <pc:docMk/>
            <pc:sldMk cId="3049681915" sldId="324"/>
            <ac:spMk id="3" creationId="{4D53147D-255F-4447-90E6-111B3AA68A7A}"/>
          </ac:spMkLst>
        </pc:spChg>
        <pc:spChg chg="del mod">
          <ac:chgData name="Georg Pinne" userId="05574ceb-d5e8-42ed-bfd7-165f914e3d1e" providerId="ADAL" clId="{14DE94AD-E44B-40F8-B136-629967EB4B1E}" dt="2021-02-25T17:56:46.450" v="6627" actId="478"/>
          <ac:spMkLst>
            <pc:docMk/>
            <pc:sldMk cId="3049681915" sldId="324"/>
            <ac:spMk id="7" creationId="{313696FD-322A-435E-AF3D-636497A500DD}"/>
          </ac:spMkLst>
        </pc:spChg>
        <pc:spChg chg="del">
          <ac:chgData name="Georg Pinne" userId="05574ceb-d5e8-42ed-bfd7-165f914e3d1e" providerId="ADAL" clId="{14DE94AD-E44B-40F8-B136-629967EB4B1E}" dt="2021-02-25T17:56:46.450" v="6627" actId="478"/>
          <ac:spMkLst>
            <pc:docMk/>
            <pc:sldMk cId="3049681915" sldId="324"/>
            <ac:spMk id="14" creationId="{89D84915-1C72-4321-A8FD-D086055F0FEC}"/>
          </ac:spMkLst>
        </pc:spChg>
        <pc:spChg chg="del mod">
          <ac:chgData name="Georg Pinne" userId="05574ceb-d5e8-42ed-bfd7-165f914e3d1e" providerId="ADAL" clId="{14DE94AD-E44B-40F8-B136-629967EB4B1E}" dt="2021-02-25T17:56:46.450" v="6627" actId="478"/>
          <ac:spMkLst>
            <pc:docMk/>
            <pc:sldMk cId="3049681915" sldId="324"/>
            <ac:spMk id="15" creationId="{E8975472-476B-4831-BCE9-C2D8353C22B9}"/>
          </ac:spMkLst>
        </pc:spChg>
        <pc:spChg chg="del">
          <ac:chgData name="Georg Pinne" userId="05574ceb-d5e8-42ed-bfd7-165f914e3d1e" providerId="ADAL" clId="{14DE94AD-E44B-40F8-B136-629967EB4B1E}" dt="2021-02-25T17:56:46.450" v="6627" actId="478"/>
          <ac:spMkLst>
            <pc:docMk/>
            <pc:sldMk cId="3049681915" sldId="324"/>
            <ac:spMk id="16" creationId="{B8443495-0413-4B23-B8E6-24BDB7AAC6D7}"/>
          </ac:spMkLst>
        </pc:spChg>
        <pc:spChg chg="del">
          <ac:chgData name="Georg Pinne" userId="05574ceb-d5e8-42ed-bfd7-165f914e3d1e" providerId="ADAL" clId="{14DE94AD-E44B-40F8-B136-629967EB4B1E}" dt="2021-02-25T17:56:46.450" v="6627" actId="478"/>
          <ac:spMkLst>
            <pc:docMk/>
            <pc:sldMk cId="3049681915" sldId="324"/>
            <ac:spMk id="18" creationId="{0ECECAF7-9559-4A33-98E6-D81872869D7F}"/>
          </ac:spMkLst>
        </pc:spChg>
        <pc:spChg chg="del">
          <ac:chgData name="Georg Pinne" userId="05574ceb-d5e8-42ed-bfd7-165f914e3d1e" providerId="ADAL" clId="{14DE94AD-E44B-40F8-B136-629967EB4B1E}" dt="2021-02-25T17:56:46.450" v="6627" actId="478"/>
          <ac:spMkLst>
            <pc:docMk/>
            <pc:sldMk cId="3049681915" sldId="324"/>
            <ac:spMk id="20" creationId="{E6A4740B-E496-47EC-A6E6-5DFE8E500DB3}"/>
          </ac:spMkLst>
        </pc:spChg>
        <pc:spChg chg="del">
          <ac:chgData name="Georg Pinne" userId="05574ceb-d5e8-42ed-bfd7-165f914e3d1e" providerId="ADAL" clId="{14DE94AD-E44B-40F8-B136-629967EB4B1E}" dt="2021-02-25T17:56:46.450" v="6627" actId="478"/>
          <ac:spMkLst>
            <pc:docMk/>
            <pc:sldMk cId="3049681915" sldId="324"/>
            <ac:spMk id="21" creationId="{85EF9B15-4612-4DEF-95C4-D2E275832376}"/>
          </ac:spMkLst>
        </pc:spChg>
        <pc:spChg chg="del">
          <ac:chgData name="Georg Pinne" userId="05574ceb-d5e8-42ed-bfd7-165f914e3d1e" providerId="ADAL" clId="{14DE94AD-E44B-40F8-B136-629967EB4B1E}" dt="2021-02-25T17:56:46.450" v="6627" actId="478"/>
          <ac:spMkLst>
            <pc:docMk/>
            <pc:sldMk cId="3049681915" sldId="324"/>
            <ac:spMk id="22" creationId="{D9C1D946-D5C3-4F33-9253-33DFA057D63D}"/>
          </ac:spMkLst>
        </pc:spChg>
        <pc:spChg chg="del">
          <ac:chgData name="Georg Pinne" userId="05574ceb-d5e8-42ed-bfd7-165f914e3d1e" providerId="ADAL" clId="{14DE94AD-E44B-40F8-B136-629967EB4B1E}" dt="2021-02-25T17:56:46.450" v="6627" actId="478"/>
          <ac:spMkLst>
            <pc:docMk/>
            <pc:sldMk cId="3049681915" sldId="324"/>
            <ac:spMk id="23" creationId="{024D6332-5849-4C4B-B340-8A5C79E87879}"/>
          </ac:spMkLst>
        </pc:spChg>
        <pc:spChg chg="add del mod">
          <ac:chgData name="Georg Pinne" userId="05574ceb-d5e8-42ed-bfd7-165f914e3d1e" providerId="ADAL" clId="{14DE94AD-E44B-40F8-B136-629967EB4B1E}" dt="2021-02-25T17:56:46.450" v="6627" actId="478"/>
          <ac:spMkLst>
            <pc:docMk/>
            <pc:sldMk cId="3049681915" sldId="324"/>
            <ac:spMk id="24" creationId="{D2AFE167-06D2-4596-9ACC-9C0E1D2DFA4E}"/>
          </ac:spMkLst>
        </pc:spChg>
        <pc:spChg chg="del mod">
          <ac:chgData name="Georg Pinne" userId="05574ceb-d5e8-42ed-bfd7-165f914e3d1e" providerId="ADAL" clId="{14DE94AD-E44B-40F8-B136-629967EB4B1E}" dt="2021-02-25T17:56:46.450" v="6627" actId="478"/>
          <ac:spMkLst>
            <pc:docMk/>
            <pc:sldMk cId="3049681915" sldId="324"/>
            <ac:spMk id="25" creationId="{42F51657-E9B7-40B8-9CF0-2698293AC299}"/>
          </ac:spMkLst>
        </pc:spChg>
        <pc:spChg chg="add mod">
          <ac:chgData name="Georg Pinne" userId="05574ceb-d5e8-42ed-bfd7-165f914e3d1e" providerId="ADAL" clId="{14DE94AD-E44B-40F8-B136-629967EB4B1E}" dt="2021-02-25T18:09:03.954" v="6710" actId="1036"/>
          <ac:spMkLst>
            <pc:docMk/>
            <pc:sldMk cId="3049681915" sldId="324"/>
            <ac:spMk id="26" creationId="{A9A7C807-2C8A-4642-A3CC-7B7DA3C32D90}"/>
          </ac:spMkLst>
        </pc:spChg>
        <pc:spChg chg="add mod">
          <ac:chgData name="Georg Pinne" userId="05574ceb-d5e8-42ed-bfd7-165f914e3d1e" providerId="ADAL" clId="{14DE94AD-E44B-40F8-B136-629967EB4B1E}" dt="2021-02-26T16:28:56.310" v="8491" actId="20577"/>
          <ac:spMkLst>
            <pc:docMk/>
            <pc:sldMk cId="3049681915" sldId="324"/>
            <ac:spMk id="27" creationId="{308CFED8-0EED-4D68-9EC6-3B81B4CD55F3}"/>
          </ac:spMkLst>
        </pc:spChg>
        <pc:spChg chg="del">
          <ac:chgData name="Georg Pinne" userId="05574ceb-d5e8-42ed-bfd7-165f914e3d1e" providerId="ADAL" clId="{14DE94AD-E44B-40F8-B136-629967EB4B1E}" dt="2021-02-22T17:42:02.816" v="1064" actId="478"/>
          <ac:spMkLst>
            <pc:docMk/>
            <pc:sldMk cId="3049681915" sldId="324"/>
            <ac:spMk id="27" creationId="{6B6D71BC-A00F-4EDD-9B57-ACF86B3CADA1}"/>
          </ac:spMkLst>
        </pc:spChg>
        <pc:spChg chg="add del mod">
          <ac:chgData name="Georg Pinne" userId="05574ceb-d5e8-42ed-bfd7-165f914e3d1e" providerId="ADAL" clId="{14DE94AD-E44B-40F8-B136-629967EB4B1E}" dt="2021-02-25T17:56:46.450" v="6627" actId="478"/>
          <ac:spMkLst>
            <pc:docMk/>
            <pc:sldMk cId="3049681915" sldId="324"/>
            <ac:spMk id="28" creationId="{82924E34-18C8-4192-8936-60214B5F78F9}"/>
          </ac:spMkLst>
        </pc:spChg>
        <pc:spChg chg="del">
          <ac:chgData name="Georg Pinne" userId="05574ceb-d5e8-42ed-bfd7-165f914e3d1e" providerId="ADAL" clId="{14DE94AD-E44B-40F8-B136-629967EB4B1E}" dt="2021-02-25T17:56:46.450" v="6627" actId="478"/>
          <ac:spMkLst>
            <pc:docMk/>
            <pc:sldMk cId="3049681915" sldId="324"/>
            <ac:spMk id="30" creationId="{FE4C4FEC-AEC1-4F36-BB3D-614E88EC198F}"/>
          </ac:spMkLst>
        </pc:spChg>
        <pc:spChg chg="add mod">
          <ac:chgData name="Georg Pinne" userId="05574ceb-d5e8-42ed-bfd7-165f914e3d1e" providerId="ADAL" clId="{14DE94AD-E44B-40F8-B136-629967EB4B1E}" dt="2021-02-25T18:27:11.427" v="6925" actId="1036"/>
          <ac:spMkLst>
            <pc:docMk/>
            <pc:sldMk cId="3049681915" sldId="324"/>
            <ac:spMk id="31" creationId="{1DABCE80-DF09-4BCD-82FC-72BB264BB7E4}"/>
          </ac:spMkLst>
        </pc:spChg>
        <pc:spChg chg="del">
          <ac:chgData name="Georg Pinne" userId="05574ceb-d5e8-42ed-bfd7-165f914e3d1e" providerId="ADAL" clId="{14DE94AD-E44B-40F8-B136-629967EB4B1E}" dt="2021-02-25T17:56:46.450" v="6627" actId="478"/>
          <ac:spMkLst>
            <pc:docMk/>
            <pc:sldMk cId="3049681915" sldId="324"/>
            <ac:spMk id="32" creationId="{BE4C1793-9CCF-43FA-8428-C42D959D4928}"/>
          </ac:spMkLst>
        </pc:spChg>
        <pc:spChg chg="add mod">
          <ac:chgData name="Georg Pinne" userId="05574ceb-d5e8-42ed-bfd7-165f914e3d1e" providerId="ADAL" clId="{14DE94AD-E44B-40F8-B136-629967EB4B1E}" dt="2021-02-25T19:45:34.160" v="7285" actId="14100"/>
          <ac:spMkLst>
            <pc:docMk/>
            <pc:sldMk cId="3049681915" sldId="324"/>
            <ac:spMk id="33" creationId="{325928B1-1F56-4904-AC4A-571E487929F9}"/>
          </ac:spMkLst>
        </pc:spChg>
        <pc:spChg chg="add del mod">
          <ac:chgData name="Georg Pinne" userId="05574ceb-d5e8-42ed-bfd7-165f914e3d1e" providerId="ADAL" clId="{14DE94AD-E44B-40F8-B136-629967EB4B1E}" dt="2021-02-25T19:44:00.249" v="7261" actId="478"/>
          <ac:spMkLst>
            <pc:docMk/>
            <pc:sldMk cId="3049681915" sldId="324"/>
            <ac:spMk id="34" creationId="{5F1004E3-22F5-4F9B-AD0B-7E58A0F455A6}"/>
          </ac:spMkLst>
        </pc:spChg>
        <pc:spChg chg="add mod">
          <ac:chgData name="Georg Pinne" userId="05574ceb-d5e8-42ed-bfd7-165f914e3d1e" providerId="ADAL" clId="{14DE94AD-E44B-40F8-B136-629967EB4B1E}" dt="2021-02-25T19:45:24.236" v="7281" actId="14100"/>
          <ac:spMkLst>
            <pc:docMk/>
            <pc:sldMk cId="3049681915" sldId="324"/>
            <ac:spMk id="35" creationId="{BE290416-5322-4811-A4F8-A409BF966116}"/>
          </ac:spMkLst>
        </pc:spChg>
        <pc:spChg chg="add mod">
          <ac:chgData name="Georg Pinne" userId="05574ceb-d5e8-42ed-bfd7-165f914e3d1e" providerId="ADAL" clId="{14DE94AD-E44B-40F8-B136-629967EB4B1E}" dt="2021-02-25T18:32:25.860" v="6928" actId="14100"/>
          <ac:spMkLst>
            <pc:docMk/>
            <pc:sldMk cId="3049681915" sldId="324"/>
            <ac:spMk id="36" creationId="{25864F7A-BFCE-4D34-8D25-F2EDABD073C8}"/>
          </ac:spMkLst>
        </pc:spChg>
        <pc:spChg chg="add mod">
          <ac:chgData name="Georg Pinne" userId="05574ceb-d5e8-42ed-bfd7-165f914e3d1e" providerId="ADAL" clId="{14DE94AD-E44B-40F8-B136-629967EB4B1E}" dt="2021-02-25T19:45:11.606" v="7278" actId="14100"/>
          <ac:spMkLst>
            <pc:docMk/>
            <pc:sldMk cId="3049681915" sldId="324"/>
            <ac:spMk id="38" creationId="{67824B2E-D6D2-4E33-A9C3-9F8F6EEEF525}"/>
          </ac:spMkLst>
        </pc:spChg>
        <pc:spChg chg="add mod">
          <ac:chgData name="Georg Pinne" userId="05574ceb-d5e8-42ed-bfd7-165f914e3d1e" providerId="ADAL" clId="{14DE94AD-E44B-40F8-B136-629967EB4B1E}" dt="2021-02-25T19:44:59.931" v="7274" actId="14100"/>
          <ac:spMkLst>
            <pc:docMk/>
            <pc:sldMk cId="3049681915" sldId="324"/>
            <ac:spMk id="39" creationId="{115CD519-D94D-4B41-938D-D16E0F1DA0CC}"/>
          </ac:spMkLst>
        </pc:spChg>
        <pc:spChg chg="add mod">
          <ac:chgData name="Georg Pinne" userId="05574ceb-d5e8-42ed-bfd7-165f914e3d1e" providerId="ADAL" clId="{14DE94AD-E44B-40F8-B136-629967EB4B1E}" dt="2021-02-25T19:45:05.387" v="7277" actId="14100"/>
          <ac:spMkLst>
            <pc:docMk/>
            <pc:sldMk cId="3049681915" sldId="324"/>
            <ac:spMk id="40" creationId="{83FD8255-40B1-4058-BD73-7CB54E55A26B}"/>
          </ac:spMkLst>
        </pc:spChg>
        <pc:spChg chg="add mod">
          <ac:chgData name="Georg Pinne" userId="05574ceb-d5e8-42ed-bfd7-165f914e3d1e" providerId="ADAL" clId="{14DE94AD-E44B-40F8-B136-629967EB4B1E}" dt="2021-02-25T18:27:11.427" v="6925" actId="1036"/>
          <ac:spMkLst>
            <pc:docMk/>
            <pc:sldMk cId="3049681915" sldId="324"/>
            <ac:spMk id="41" creationId="{9916E515-DA5C-430B-A52F-CDA90D3F1783}"/>
          </ac:spMkLst>
        </pc:spChg>
        <pc:spChg chg="add mod">
          <ac:chgData name="Georg Pinne" userId="05574ceb-d5e8-42ed-bfd7-165f914e3d1e" providerId="ADAL" clId="{14DE94AD-E44B-40F8-B136-629967EB4B1E}" dt="2021-02-25T19:43:37.906" v="7257" actId="14100"/>
          <ac:spMkLst>
            <pc:docMk/>
            <pc:sldMk cId="3049681915" sldId="324"/>
            <ac:spMk id="42" creationId="{2980B7F1-ADD8-406D-A1B1-1D33C53A4142}"/>
          </ac:spMkLst>
        </pc:spChg>
        <pc:spChg chg="add mod">
          <ac:chgData name="Georg Pinne" userId="05574ceb-d5e8-42ed-bfd7-165f914e3d1e" providerId="ADAL" clId="{14DE94AD-E44B-40F8-B136-629967EB4B1E}" dt="2021-02-25T19:43:41.089" v="7258" actId="14100"/>
          <ac:spMkLst>
            <pc:docMk/>
            <pc:sldMk cId="3049681915" sldId="324"/>
            <ac:spMk id="44" creationId="{A9B8D7DA-BFCF-4A04-9BB6-6EA8E18F1651}"/>
          </ac:spMkLst>
        </pc:spChg>
        <pc:spChg chg="add mod">
          <ac:chgData name="Georg Pinne" userId="05574ceb-d5e8-42ed-bfd7-165f914e3d1e" providerId="ADAL" clId="{14DE94AD-E44B-40F8-B136-629967EB4B1E}" dt="2021-02-25T19:44:24.605" v="7267" actId="1037"/>
          <ac:spMkLst>
            <pc:docMk/>
            <pc:sldMk cId="3049681915" sldId="324"/>
            <ac:spMk id="45" creationId="{5C520223-C496-4366-8554-05F48D16762C}"/>
          </ac:spMkLst>
        </pc:spChg>
        <pc:spChg chg="add mod">
          <ac:chgData name="Georg Pinne" userId="05574ceb-d5e8-42ed-bfd7-165f914e3d1e" providerId="ADAL" clId="{14DE94AD-E44B-40F8-B136-629967EB4B1E}" dt="2021-02-25T18:57:21.052" v="6950" actId="14100"/>
          <ac:spMkLst>
            <pc:docMk/>
            <pc:sldMk cId="3049681915" sldId="324"/>
            <ac:spMk id="46" creationId="{ACC17535-4394-4735-9F4A-26F9DB685CED}"/>
          </ac:spMkLst>
        </pc:spChg>
        <pc:spChg chg="add mod">
          <ac:chgData name="Georg Pinne" userId="05574ceb-d5e8-42ed-bfd7-165f914e3d1e" providerId="ADAL" clId="{14DE94AD-E44B-40F8-B136-629967EB4B1E}" dt="2021-02-25T19:45:28.895" v="7284" actId="1037"/>
          <ac:spMkLst>
            <pc:docMk/>
            <pc:sldMk cId="3049681915" sldId="324"/>
            <ac:spMk id="47" creationId="{F146833E-EB28-4EDB-B86E-48BA55E1F81B}"/>
          </ac:spMkLst>
        </pc:spChg>
        <pc:spChg chg="add mod">
          <ac:chgData name="Georg Pinne" userId="05574ceb-d5e8-42ed-bfd7-165f914e3d1e" providerId="ADAL" clId="{14DE94AD-E44B-40F8-B136-629967EB4B1E}" dt="2021-02-25T19:45:18.923" v="7279" actId="14100"/>
          <ac:spMkLst>
            <pc:docMk/>
            <pc:sldMk cId="3049681915" sldId="324"/>
            <ac:spMk id="48" creationId="{A9EBDB87-DE1C-4B85-8257-698613ED0835}"/>
          </ac:spMkLst>
        </pc:spChg>
        <pc:spChg chg="add del">
          <ac:chgData name="Georg Pinne" userId="05574ceb-d5e8-42ed-bfd7-165f914e3d1e" providerId="ADAL" clId="{14DE94AD-E44B-40F8-B136-629967EB4B1E}" dt="2021-02-26T16:29:28.798" v="8496" actId="478"/>
          <ac:spMkLst>
            <pc:docMk/>
            <pc:sldMk cId="3049681915" sldId="324"/>
            <ac:spMk id="49" creationId="{DF2C0CDE-EC82-4671-80DD-95146DCD7CC1}"/>
          </ac:spMkLst>
        </pc:spChg>
        <pc:spChg chg="add mod">
          <ac:chgData name="Georg Pinne" userId="05574ceb-d5e8-42ed-bfd7-165f914e3d1e" providerId="ADAL" clId="{14DE94AD-E44B-40F8-B136-629967EB4B1E}" dt="2021-02-26T16:31:14.418" v="8511" actId="1076"/>
          <ac:spMkLst>
            <pc:docMk/>
            <pc:sldMk cId="3049681915" sldId="324"/>
            <ac:spMk id="50" creationId="{1B0C7D5D-FE70-424F-9ED6-E525FA6726C5}"/>
          </ac:spMkLst>
        </pc:spChg>
        <pc:graphicFrameChg chg="add mod">
          <ac:chgData name="Georg Pinne" userId="05574ceb-d5e8-42ed-bfd7-165f914e3d1e" providerId="ADAL" clId="{14DE94AD-E44B-40F8-B136-629967EB4B1E}" dt="2021-02-25T18:09:03.954" v="6710" actId="1036"/>
          <ac:graphicFrameMkLst>
            <pc:docMk/>
            <pc:sldMk cId="3049681915" sldId="324"/>
            <ac:graphicFrameMk id="37" creationId="{6CF8DFD9-751A-4ED3-91D2-191A7B87EE25}"/>
          </ac:graphicFrameMkLst>
        </pc:graphicFrameChg>
        <pc:graphicFrameChg chg="del mod">
          <ac:chgData name="Georg Pinne" userId="05574ceb-d5e8-42ed-bfd7-165f914e3d1e" providerId="ADAL" clId="{14DE94AD-E44B-40F8-B136-629967EB4B1E}" dt="2021-02-25T17:56:46.450" v="6627" actId="478"/>
          <ac:graphicFrameMkLst>
            <pc:docMk/>
            <pc:sldMk cId="3049681915" sldId="324"/>
            <ac:graphicFrameMk id="43" creationId="{DEB7CA69-6085-4F78-8CF8-C125878B484C}"/>
          </ac:graphicFrameMkLst>
        </pc:graphicFrameChg>
      </pc:sldChg>
      <pc:sldChg chg="del">
        <pc:chgData name="Georg Pinne" userId="05574ceb-d5e8-42ed-bfd7-165f914e3d1e" providerId="ADAL" clId="{14DE94AD-E44B-40F8-B136-629967EB4B1E}" dt="2021-02-22T17:28:12.218" v="815" actId="47"/>
        <pc:sldMkLst>
          <pc:docMk/>
          <pc:sldMk cId="1848942330" sldId="325"/>
        </pc:sldMkLst>
      </pc:sldChg>
      <pc:sldChg chg="addSp modSp del mod">
        <pc:chgData name="Georg Pinne" userId="05574ceb-d5e8-42ed-bfd7-165f914e3d1e" providerId="ADAL" clId="{14DE94AD-E44B-40F8-B136-629967EB4B1E}" dt="2021-02-25T19:03:02.227" v="6987" actId="47"/>
        <pc:sldMkLst>
          <pc:docMk/>
          <pc:sldMk cId="3283193669" sldId="326"/>
        </pc:sldMkLst>
        <pc:spChg chg="mod">
          <ac:chgData name="Georg Pinne" userId="05574ceb-d5e8-42ed-bfd7-165f914e3d1e" providerId="ADAL" clId="{14DE94AD-E44B-40F8-B136-629967EB4B1E}" dt="2021-02-25T18:24:58.421" v="6731" actId="14100"/>
          <ac:spMkLst>
            <pc:docMk/>
            <pc:sldMk cId="3283193669" sldId="326"/>
            <ac:spMk id="9" creationId="{69390331-B8FE-4F32-8C9E-7A53BB4BC07A}"/>
          </ac:spMkLst>
        </pc:spChg>
        <pc:spChg chg="mod">
          <ac:chgData name="Georg Pinne" userId="05574ceb-d5e8-42ed-bfd7-165f914e3d1e" providerId="ADAL" clId="{14DE94AD-E44B-40F8-B136-629967EB4B1E}" dt="2021-02-25T18:11:59.067" v="6729" actId="14100"/>
          <ac:spMkLst>
            <pc:docMk/>
            <pc:sldMk cId="3283193669" sldId="326"/>
            <ac:spMk id="15" creationId="{F7D5B727-7977-434A-A531-89B6797F2FFD}"/>
          </ac:spMkLst>
        </pc:spChg>
        <pc:spChg chg="add mod">
          <ac:chgData name="Georg Pinne" userId="05574ceb-d5e8-42ed-bfd7-165f914e3d1e" providerId="ADAL" clId="{14DE94AD-E44B-40F8-B136-629967EB4B1E}" dt="2021-02-25T18:25:05.053" v="6732" actId="1076"/>
          <ac:spMkLst>
            <pc:docMk/>
            <pc:sldMk cId="3283193669" sldId="326"/>
            <ac:spMk id="17" creationId="{6463A356-41CB-431A-B64A-82A08D020821}"/>
          </ac:spMkLst>
        </pc:spChg>
      </pc:sldChg>
      <pc:sldChg chg="addSp modSp add del mod">
        <pc:chgData name="Georg Pinne" userId="05574ceb-d5e8-42ed-bfd7-165f914e3d1e" providerId="ADAL" clId="{14DE94AD-E44B-40F8-B136-629967EB4B1E}" dt="2021-02-22T17:36:10.316" v="953" actId="47"/>
        <pc:sldMkLst>
          <pc:docMk/>
          <pc:sldMk cId="3467199786" sldId="336"/>
        </pc:sldMkLst>
        <pc:spChg chg="mod">
          <ac:chgData name="Georg Pinne" userId="05574ceb-d5e8-42ed-bfd7-165f914e3d1e" providerId="ADAL" clId="{14DE94AD-E44B-40F8-B136-629967EB4B1E}" dt="2021-02-22T17:04:59.039" v="707" actId="255"/>
          <ac:spMkLst>
            <pc:docMk/>
            <pc:sldMk cId="3467199786" sldId="336"/>
            <ac:spMk id="8" creationId="{55842081-97CF-4E12-AF2C-E6B4AE9BE9EB}"/>
          </ac:spMkLst>
        </pc:spChg>
        <pc:spChg chg="mod">
          <ac:chgData name="Georg Pinne" userId="05574ceb-d5e8-42ed-bfd7-165f914e3d1e" providerId="ADAL" clId="{14DE94AD-E44B-40F8-B136-629967EB4B1E}" dt="2021-02-22T16:13:09.885" v="57" actId="2711"/>
          <ac:spMkLst>
            <pc:docMk/>
            <pc:sldMk cId="3467199786" sldId="336"/>
            <ac:spMk id="19" creationId="{1A4E6978-D228-4199-B505-6E22114BC5D7}"/>
          </ac:spMkLst>
        </pc:spChg>
        <pc:spChg chg="mod">
          <ac:chgData name="Georg Pinne" userId="05574ceb-d5e8-42ed-bfd7-165f914e3d1e" providerId="ADAL" clId="{14DE94AD-E44B-40F8-B136-629967EB4B1E}" dt="2021-02-22T16:11:35.085" v="56" actId="14100"/>
          <ac:spMkLst>
            <pc:docMk/>
            <pc:sldMk cId="3467199786" sldId="336"/>
            <ac:spMk id="20" creationId="{C682A05C-7492-4745-B021-E4CCF3B4DFC0}"/>
          </ac:spMkLst>
        </pc:spChg>
        <pc:spChg chg="mod">
          <ac:chgData name="Georg Pinne" userId="05574ceb-d5e8-42ed-bfd7-165f914e3d1e" providerId="ADAL" clId="{14DE94AD-E44B-40F8-B136-629967EB4B1E}" dt="2021-02-22T16:10:58.307" v="46" actId="14100"/>
          <ac:spMkLst>
            <pc:docMk/>
            <pc:sldMk cId="3467199786" sldId="336"/>
            <ac:spMk id="21" creationId="{6D0282D5-2FF0-416C-97B8-87900813FE82}"/>
          </ac:spMkLst>
        </pc:spChg>
        <pc:spChg chg="mod">
          <ac:chgData name="Georg Pinne" userId="05574ceb-d5e8-42ed-bfd7-165f914e3d1e" providerId="ADAL" clId="{14DE94AD-E44B-40F8-B136-629967EB4B1E}" dt="2021-02-22T16:10:53.159" v="42" actId="108"/>
          <ac:spMkLst>
            <pc:docMk/>
            <pc:sldMk cId="3467199786" sldId="336"/>
            <ac:spMk id="22" creationId="{CC941DA6-217A-41BE-A840-1BA04EA24B93}"/>
          </ac:spMkLst>
        </pc:spChg>
        <pc:spChg chg="mod">
          <ac:chgData name="Georg Pinne" userId="05574ceb-d5e8-42ed-bfd7-165f914e3d1e" providerId="ADAL" clId="{14DE94AD-E44B-40F8-B136-629967EB4B1E}" dt="2021-02-22T16:14:06.744" v="60" actId="1038"/>
          <ac:spMkLst>
            <pc:docMk/>
            <pc:sldMk cId="3467199786" sldId="336"/>
            <ac:spMk id="24" creationId="{412EED0F-1EB3-4BE9-A26D-669009A6B32F}"/>
          </ac:spMkLst>
        </pc:spChg>
        <pc:spChg chg="mod">
          <ac:chgData name="Georg Pinne" userId="05574ceb-d5e8-42ed-bfd7-165f914e3d1e" providerId="ADAL" clId="{14DE94AD-E44B-40F8-B136-629967EB4B1E}" dt="2021-02-22T16:11:22.446" v="52" actId="1076"/>
          <ac:spMkLst>
            <pc:docMk/>
            <pc:sldMk cId="3467199786" sldId="336"/>
            <ac:spMk id="29" creationId="{6C6F398F-852D-40CE-ABE3-5982D131FE3F}"/>
          </ac:spMkLst>
        </pc:spChg>
        <pc:spChg chg="add mod">
          <ac:chgData name="Georg Pinne" userId="05574ceb-d5e8-42ed-bfd7-165f914e3d1e" providerId="ADAL" clId="{14DE94AD-E44B-40F8-B136-629967EB4B1E}" dt="2021-02-22T16:11:26.887" v="54" actId="571"/>
          <ac:spMkLst>
            <pc:docMk/>
            <pc:sldMk cId="3467199786" sldId="336"/>
            <ac:spMk id="33" creationId="{566D0713-6B97-4A85-B7ED-9CC773E8D869}"/>
          </ac:spMkLst>
        </pc:spChg>
        <pc:spChg chg="mod">
          <ac:chgData name="Georg Pinne" userId="05574ceb-d5e8-42ed-bfd7-165f914e3d1e" providerId="ADAL" clId="{14DE94AD-E44B-40F8-B136-629967EB4B1E}" dt="2021-02-22T16:09:57.164" v="33" actId="403"/>
          <ac:spMkLst>
            <pc:docMk/>
            <pc:sldMk cId="3467199786" sldId="336"/>
            <ac:spMk id="39" creationId="{966F0130-DBA5-47CA-8FE6-E4787E02C7A8}"/>
          </ac:spMkLst>
        </pc:spChg>
        <pc:spChg chg="mod">
          <ac:chgData name="Georg Pinne" userId="05574ceb-d5e8-42ed-bfd7-165f914e3d1e" providerId="ADAL" clId="{14DE94AD-E44B-40F8-B136-629967EB4B1E}" dt="2021-02-22T16:10:53.781" v="43" actId="108"/>
          <ac:spMkLst>
            <pc:docMk/>
            <pc:sldMk cId="3467199786" sldId="336"/>
            <ac:spMk id="45" creationId="{2AA8E477-3A40-4284-AEB9-24720E089BC9}"/>
          </ac:spMkLst>
        </pc:spChg>
        <pc:graphicFrameChg chg="mod">
          <ac:chgData name="Georg Pinne" userId="05574ceb-d5e8-42ed-bfd7-165f914e3d1e" providerId="ADAL" clId="{14DE94AD-E44B-40F8-B136-629967EB4B1E}" dt="2021-02-22T17:04:59.529" v="708" actId="14100"/>
          <ac:graphicFrameMkLst>
            <pc:docMk/>
            <pc:sldMk cId="3467199786" sldId="336"/>
            <ac:graphicFrameMk id="6" creationId="{D6C9C7E3-14BC-45AA-995F-949E48C4229A}"/>
          </ac:graphicFrameMkLst>
        </pc:graphicFrameChg>
        <pc:graphicFrameChg chg="mod">
          <ac:chgData name="Georg Pinne" userId="05574ceb-d5e8-42ed-bfd7-165f914e3d1e" providerId="ADAL" clId="{14DE94AD-E44B-40F8-B136-629967EB4B1E}" dt="2021-02-22T16:06:15.659" v="22" actId="207"/>
          <ac:graphicFrameMkLst>
            <pc:docMk/>
            <pc:sldMk cId="3467199786" sldId="336"/>
            <ac:graphicFrameMk id="31" creationId="{A46FF28A-467E-4166-9537-5BEEC7807140}"/>
          </ac:graphicFrameMkLst>
        </pc:graphicFrameChg>
      </pc:sldChg>
      <pc:sldChg chg="addSp delSp modSp mod">
        <pc:chgData name="Georg Pinne" userId="05574ceb-d5e8-42ed-bfd7-165f914e3d1e" providerId="ADAL" clId="{14DE94AD-E44B-40F8-B136-629967EB4B1E}" dt="2021-02-26T16:26:42.156" v="8462" actId="478"/>
        <pc:sldMkLst>
          <pc:docMk/>
          <pc:sldMk cId="2236457937" sldId="337"/>
        </pc:sldMkLst>
        <pc:spChg chg="mod">
          <ac:chgData name="Georg Pinne" userId="05574ceb-d5e8-42ed-bfd7-165f914e3d1e" providerId="ADAL" clId="{14DE94AD-E44B-40F8-B136-629967EB4B1E}" dt="2021-02-22T17:54:32.878" v="1241" actId="403"/>
          <ac:spMkLst>
            <pc:docMk/>
            <pc:sldMk cId="2236457937" sldId="337"/>
            <ac:spMk id="2" creationId="{C1E6EBE8-3874-48DF-964A-B23A7CC7B215}"/>
          </ac:spMkLst>
        </pc:spChg>
        <pc:spChg chg="mod topLvl">
          <ac:chgData name="Georg Pinne" userId="05574ceb-d5e8-42ed-bfd7-165f914e3d1e" providerId="ADAL" clId="{14DE94AD-E44B-40F8-B136-629967EB4B1E}" dt="2021-02-25T12:30:23.823" v="3783" actId="164"/>
          <ac:spMkLst>
            <pc:docMk/>
            <pc:sldMk cId="2236457937" sldId="337"/>
            <ac:spMk id="11" creationId="{FBD9C5D1-A09B-4896-824A-D83CF97045D5}"/>
          </ac:spMkLst>
        </pc:spChg>
        <pc:spChg chg="mod topLvl">
          <ac:chgData name="Georg Pinne" userId="05574ceb-d5e8-42ed-bfd7-165f914e3d1e" providerId="ADAL" clId="{14DE94AD-E44B-40F8-B136-629967EB4B1E}" dt="2021-02-25T12:30:23.823" v="3783" actId="164"/>
          <ac:spMkLst>
            <pc:docMk/>
            <pc:sldMk cId="2236457937" sldId="337"/>
            <ac:spMk id="15" creationId="{CE0A0E37-BC48-4DCF-AC19-1B94904A3804}"/>
          </ac:spMkLst>
        </pc:spChg>
        <pc:spChg chg="mod topLvl">
          <ac:chgData name="Georg Pinne" userId="05574ceb-d5e8-42ed-bfd7-165f914e3d1e" providerId="ADAL" clId="{14DE94AD-E44B-40F8-B136-629967EB4B1E}" dt="2021-02-25T14:22:51.834" v="4377" actId="1038"/>
          <ac:spMkLst>
            <pc:docMk/>
            <pc:sldMk cId="2236457937" sldId="337"/>
            <ac:spMk id="18" creationId="{B7D8C9B0-9DB5-45E7-840E-4B34AEC3FBC1}"/>
          </ac:spMkLst>
        </pc:spChg>
        <pc:spChg chg="mod topLvl">
          <ac:chgData name="Georg Pinne" userId="05574ceb-d5e8-42ed-bfd7-165f914e3d1e" providerId="ADAL" clId="{14DE94AD-E44B-40F8-B136-629967EB4B1E}" dt="2021-02-25T14:22:51.834" v="4377" actId="1038"/>
          <ac:spMkLst>
            <pc:docMk/>
            <pc:sldMk cId="2236457937" sldId="337"/>
            <ac:spMk id="21" creationId="{DA1B24D3-26B3-4288-B76C-712CEA146A93}"/>
          </ac:spMkLst>
        </pc:spChg>
        <pc:spChg chg="mod">
          <ac:chgData name="Georg Pinne" userId="05574ceb-d5e8-42ed-bfd7-165f914e3d1e" providerId="ADAL" clId="{14DE94AD-E44B-40F8-B136-629967EB4B1E}" dt="2021-02-25T11:18:48.223" v="3296" actId="164"/>
          <ac:spMkLst>
            <pc:docMk/>
            <pc:sldMk cId="2236457937" sldId="337"/>
            <ac:spMk id="22" creationId="{ECF1BC0E-88DE-4099-BE67-725FDE89457B}"/>
          </ac:spMkLst>
        </pc:spChg>
        <pc:spChg chg="mod">
          <ac:chgData name="Georg Pinne" userId="05574ceb-d5e8-42ed-bfd7-165f914e3d1e" providerId="ADAL" clId="{14DE94AD-E44B-40F8-B136-629967EB4B1E}" dt="2021-02-25T14:24:38.353" v="4389" actId="14100"/>
          <ac:spMkLst>
            <pc:docMk/>
            <pc:sldMk cId="2236457937" sldId="337"/>
            <ac:spMk id="23" creationId="{B2E81938-1384-4D83-8B34-5D350F1AF4A7}"/>
          </ac:spMkLst>
        </pc:spChg>
        <pc:spChg chg="mod">
          <ac:chgData name="Georg Pinne" userId="05574ceb-d5e8-42ed-bfd7-165f914e3d1e" providerId="ADAL" clId="{14DE94AD-E44B-40F8-B136-629967EB4B1E}" dt="2021-02-25T11:18:48.223" v="3296" actId="164"/>
          <ac:spMkLst>
            <pc:docMk/>
            <pc:sldMk cId="2236457937" sldId="337"/>
            <ac:spMk id="25" creationId="{6BC7AE86-F210-4992-8B18-0BA66BBF13F0}"/>
          </ac:spMkLst>
        </pc:spChg>
        <pc:spChg chg="mod topLvl">
          <ac:chgData name="Georg Pinne" userId="05574ceb-d5e8-42ed-bfd7-165f914e3d1e" providerId="ADAL" clId="{14DE94AD-E44B-40F8-B136-629967EB4B1E}" dt="2021-02-26T16:26:37.490" v="8461" actId="1037"/>
          <ac:spMkLst>
            <pc:docMk/>
            <pc:sldMk cId="2236457937" sldId="337"/>
            <ac:spMk id="33" creationId="{B9276D7F-4F73-4020-A890-9D639C97CFC2}"/>
          </ac:spMkLst>
        </pc:spChg>
        <pc:spChg chg="mod topLvl">
          <ac:chgData name="Georg Pinne" userId="05574ceb-d5e8-42ed-bfd7-165f914e3d1e" providerId="ADAL" clId="{14DE94AD-E44B-40F8-B136-629967EB4B1E}" dt="2021-02-26T16:26:37.490" v="8461" actId="1037"/>
          <ac:spMkLst>
            <pc:docMk/>
            <pc:sldMk cId="2236457937" sldId="337"/>
            <ac:spMk id="35" creationId="{9B860AE3-EAC6-4E75-84B7-C94312CAB7D3}"/>
          </ac:spMkLst>
        </pc:spChg>
        <pc:spChg chg="mod topLvl">
          <ac:chgData name="Georg Pinne" userId="05574ceb-d5e8-42ed-bfd7-165f914e3d1e" providerId="ADAL" clId="{14DE94AD-E44B-40F8-B136-629967EB4B1E}" dt="2021-02-26T16:26:37.490" v="8461" actId="1037"/>
          <ac:spMkLst>
            <pc:docMk/>
            <pc:sldMk cId="2236457937" sldId="337"/>
            <ac:spMk id="36" creationId="{6470679E-035A-4862-8138-2101149FAF58}"/>
          </ac:spMkLst>
        </pc:spChg>
        <pc:spChg chg="mod topLvl">
          <ac:chgData name="Georg Pinne" userId="05574ceb-d5e8-42ed-bfd7-165f914e3d1e" providerId="ADAL" clId="{14DE94AD-E44B-40F8-B136-629967EB4B1E}" dt="2021-02-26T16:26:37.490" v="8461" actId="1037"/>
          <ac:spMkLst>
            <pc:docMk/>
            <pc:sldMk cId="2236457937" sldId="337"/>
            <ac:spMk id="37" creationId="{2235A122-97EA-416A-9CBC-C07C27B05FD8}"/>
          </ac:spMkLst>
        </pc:spChg>
        <pc:spChg chg="mod">
          <ac:chgData name="Georg Pinne" userId="05574ceb-d5e8-42ed-bfd7-165f914e3d1e" providerId="ADAL" clId="{14DE94AD-E44B-40F8-B136-629967EB4B1E}" dt="2021-02-25T11:18:48.223" v="3296" actId="164"/>
          <ac:spMkLst>
            <pc:docMk/>
            <pc:sldMk cId="2236457937" sldId="337"/>
            <ac:spMk id="38" creationId="{2C346E12-02E0-434A-A049-9AF47B0FFD26}"/>
          </ac:spMkLst>
        </pc:spChg>
        <pc:spChg chg="mod">
          <ac:chgData name="Georg Pinne" userId="05574ceb-d5e8-42ed-bfd7-165f914e3d1e" providerId="ADAL" clId="{14DE94AD-E44B-40F8-B136-629967EB4B1E}" dt="2021-02-25T12:29:32.284" v="3774" actId="14100"/>
          <ac:spMkLst>
            <pc:docMk/>
            <pc:sldMk cId="2236457937" sldId="337"/>
            <ac:spMk id="39" creationId="{02860076-6010-4035-A643-9FF0E8B9EEF0}"/>
          </ac:spMkLst>
        </pc:spChg>
        <pc:spChg chg="mod">
          <ac:chgData name="Georg Pinne" userId="05574ceb-d5e8-42ed-bfd7-165f914e3d1e" providerId="ADAL" clId="{14DE94AD-E44B-40F8-B136-629967EB4B1E}" dt="2021-02-25T12:33:19.570" v="3909" actId="14100"/>
          <ac:spMkLst>
            <pc:docMk/>
            <pc:sldMk cId="2236457937" sldId="337"/>
            <ac:spMk id="40" creationId="{19262002-225B-4A4E-B0E9-2BC5EF810AA4}"/>
          </ac:spMkLst>
        </pc:spChg>
        <pc:spChg chg="mod">
          <ac:chgData name="Georg Pinne" userId="05574ceb-d5e8-42ed-bfd7-165f914e3d1e" providerId="ADAL" clId="{14DE94AD-E44B-40F8-B136-629967EB4B1E}" dt="2021-02-25T11:18:48.223" v="3296" actId="164"/>
          <ac:spMkLst>
            <pc:docMk/>
            <pc:sldMk cId="2236457937" sldId="337"/>
            <ac:spMk id="41" creationId="{D6E3C8AD-A718-48CA-B1A0-F38EB4623CDA}"/>
          </ac:spMkLst>
        </pc:spChg>
        <pc:spChg chg="add mod topLvl">
          <ac:chgData name="Georg Pinne" userId="05574ceb-d5e8-42ed-bfd7-165f914e3d1e" providerId="ADAL" clId="{14DE94AD-E44B-40F8-B136-629967EB4B1E}" dt="2021-02-26T16:26:37.490" v="8461" actId="1037"/>
          <ac:spMkLst>
            <pc:docMk/>
            <pc:sldMk cId="2236457937" sldId="337"/>
            <ac:spMk id="42" creationId="{161E6138-39E1-47AB-9243-234084A2782D}"/>
          </ac:spMkLst>
        </pc:spChg>
        <pc:spChg chg="add del mod">
          <ac:chgData name="Georg Pinne" userId="05574ceb-d5e8-42ed-bfd7-165f914e3d1e" providerId="ADAL" clId="{14DE94AD-E44B-40F8-B136-629967EB4B1E}" dt="2021-02-25T11:42:15.079" v="3350" actId="478"/>
          <ac:spMkLst>
            <pc:docMk/>
            <pc:sldMk cId="2236457937" sldId="337"/>
            <ac:spMk id="43" creationId="{DF493827-8959-4B81-82EB-95730DC586BE}"/>
          </ac:spMkLst>
        </pc:spChg>
        <pc:spChg chg="mod">
          <ac:chgData name="Georg Pinne" userId="05574ceb-d5e8-42ed-bfd7-165f914e3d1e" providerId="ADAL" clId="{14DE94AD-E44B-40F8-B136-629967EB4B1E}" dt="2021-02-25T12:29:24.548" v="3772" actId="14100"/>
          <ac:spMkLst>
            <pc:docMk/>
            <pc:sldMk cId="2236457937" sldId="337"/>
            <ac:spMk id="44" creationId="{A4833AE8-0980-47EB-8B06-06A212E087FA}"/>
          </ac:spMkLst>
        </pc:spChg>
        <pc:spChg chg="mod">
          <ac:chgData name="Georg Pinne" userId="05574ceb-d5e8-42ed-bfd7-165f914e3d1e" providerId="ADAL" clId="{14DE94AD-E44B-40F8-B136-629967EB4B1E}" dt="2021-02-25T12:29:11.231" v="3769" actId="1038"/>
          <ac:spMkLst>
            <pc:docMk/>
            <pc:sldMk cId="2236457937" sldId="337"/>
            <ac:spMk id="45" creationId="{9C3DE556-6AD3-425F-8F80-D4759AB63666}"/>
          </ac:spMkLst>
        </pc:spChg>
        <pc:spChg chg="mod">
          <ac:chgData name="Georg Pinne" userId="05574ceb-d5e8-42ed-bfd7-165f914e3d1e" providerId="ADAL" clId="{14DE94AD-E44B-40F8-B136-629967EB4B1E}" dt="2021-02-25T11:18:48.223" v="3296" actId="164"/>
          <ac:spMkLst>
            <pc:docMk/>
            <pc:sldMk cId="2236457937" sldId="337"/>
            <ac:spMk id="46" creationId="{809C0C98-1F3D-46CC-889E-B3C90600721B}"/>
          </ac:spMkLst>
        </pc:spChg>
        <pc:spChg chg="mod">
          <ac:chgData name="Georg Pinne" userId="05574ceb-d5e8-42ed-bfd7-165f914e3d1e" providerId="ADAL" clId="{14DE94AD-E44B-40F8-B136-629967EB4B1E}" dt="2021-02-25T11:39:56.747" v="3329" actId="1076"/>
          <ac:spMkLst>
            <pc:docMk/>
            <pc:sldMk cId="2236457937" sldId="337"/>
            <ac:spMk id="47" creationId="{916534AB-FB03-4EFB-BECA-85C9D95EDEE6}"/>
          </ac:spMkLst>
        </pc:spChg>
        <pc:spChg chg="mod">
          <ac:chgData name="Georg Pinne" userId="05574ceb-d5e8-42ed-bfd7-165f914e3d1e" providerId="ADAL" clId="{14DE94AD-E44B-40F8-B136-629967EB4B1E}" dt="2021-02-25T11:18:48.223" v="3296" actId="164"/>
          <ac:spMkLst>
            <pc:docMk/>
            <pc:sldMk cId="2236457937" sldId="337"/>
            <ac:spMk id="48" creationId="{3DEC4134-5427-4323-B26D-6DD997EDD125}"/>
          </ac:spMkLst>
        </pc:spChg>
        <pc:spChg chg="add del mod">
          <ac:chgData name="Georg Pinne" userId="05574ceb-d5e8-42ed-bfd7-165f914e3d1e" providerId="ADAL" clId="{14DE94AD-E44B-40F8-B136-629967EB4B1E}" dt="2021-02-25T11:42:23.251" v="3352"/>
          <ac:spMkLst>
            <pc:docMk/>
            <pc:sldMk cId="2236457937" sldId="337"/>
            <ac:spMk id="49" creationId="{27038A54-0128-4D89-894D-0E7F293C348D}"/>
          </ac:spMkLst>
        </pc:spChg>
        <pc:spChg chg="mod">
          <ac:chgData name="Georg Pinne" userId="05574ceb-d5e8-42ed-bfd7-165f914e3d1e" providerId="ADAL" clId="{14DE94AD-E44B-40F8-B136-629967EB4B1E}" dt="2021-02-25T11:18:48.223" v="3296" actId="164"/>
          <ac:spMkLst>
            <pc:docMk/>
            <pc:sldMk cId="2236457937" sldId="337"/>
            <ac:spMk id="50" creationId="{71CB0CAC-AF36-4BD4-9A7D-1BA893D37EF0}"/>
          </ac:spMkLst>
        </pc:spChg>
        <pc:spChg chg="add del mod">
          <ac:chgData name="Georg Pinne" userId="05574ceb-d5e8-42ed-bfd7-165f914e3d1e" providerId="ADAL" clId="{14DE94AD-E44B-40F8-B136-629967EB4B1E}" dt="2021-02-26T16:26:42.156" v="8462" actId="478"/>
          <ac:spMkLst>
            <pc:docMk/>
            <pc:sldMk cId="2236457937" sldId="337"/>
            <ac:spMk id="51" creationId="{681A1A74-5F66-401C-AB64-DDBEEB9022DB}"/>
          </ac:spMkLst>
        </pc:spChg>
        <pc:spChg chg="mod">
          <ac:chgData name="Georg Pinne" userId="05574ceb-d5e8-42ed-bfd7-165f914e3d1e" providerId="ADAL" clId="{14DE94AD-E44B-40F8-B136-629967EB4B1E}" dt="2021-02-25T11:40:29.951" v="3332" actId="165"/>
          <ac:spMkLst>
            <pc:docMk/>
            <pc:sldMk cId="2236457937" sldId="337"/>
            <ac:spMk id="52" creationId="{CF7788B0-B308-4862-8D9B-754C4926255A}"/>
          </ac:spMkLst>
        </pc:spChg>
        <pc:spChg chg="mod">
          <ac:chgData name="Georg Pinne" userId="05574ceb-d5e8-42ed-bfd7-165f914e3d1e" providerId="ADAL" clId="{14DE94AD-E44B-40F8-B136-629967EB4B1E}" dt="2021-02-25T12:32:16.409" v="3862" actId="1036"/>
          <ac:spMkLst>
            <pc:docMk/>
            <pc:sldMk cId="2236457937" sldId="337"/>
            <ac:spMk id="55" creationId="{4C8E27DC-A43B-401A-9EE5-9B019F0F0E53}"/>
          </ac:spMkLst>
        </pc:spChg>
        <pc:spChg chg="mod">
          <ac:chgData name="Georg Pinne" userId="05574ceb-d5e8-42ed-bfd7-165f914e3d1e" providerId="ADAL" clId="{14DE94AD-E44B-40F8-B136-629967EB4B1E}" dt="2021-02-25T11:18:48.223" v="3296" actId="164"/>
          <ac:spMkLst>
            <pc:docMk/>
            <pc:sldMk cId="2236457937" sldId="337"/>
            <ac:spMk id="59" creationId="{FCA55E1E-1F6A-495E-BB72-15B9B066C8DC}"/>
          </ac:spMkLst>
        </pc:spChg>
        <pc:spChg chg="mod">
          <ac:chgData name="Georg Pinne" userId="05574ceb-d5e8-42ed-bfd7-165f914e3d1e" providerId="ADAL" clId="{14DE94AD-E44B-40F8-B136-629967EB4B1E}" dt="2021-02-25T11:18:48.223" v="3296" actId="164"/>
          <ac:spMkLst>
            <pc:docMk/>
            <pc:sldMk cId="2236457937" sldId="337"/>
            <ac:spMk id="61" creationId="{793BF233-2FDC-4FFC-BD8D-4151CAD5A0CE}"/>
          </ac:spMkLst>
        </pc:spChg>
        <pc:grpChg chg="add del mod">
          <ac:chgData name="Georg Pinne" userId="05574ceb-d5e8-42ed-bfd7-165f914e3d1e" providerId="ADAL" clId="{14DE94AD-E44B-40F8-B136-629967EB4B1E}" dt="2021-02-25T12:29:59.724" v="3779" actId="165"/>
          <ac:grpSpMkLst>
            <pc:docMk/>
            <pc:sldMk cId="2236457937" sldId="337"/>
            <ac:grpSpMk id="3" creationId="{5B1F7567-4020-458C-AA9E-B8001A07A7F4}"/>
          </ac:grpSpMkLst>
        </pc:grpChg>
        <pc:grpChg chg="del mod topLvl">
          <ac:chgData name="Georg Pinne" userId="05574ceb-d5e8-42ed-bfd7-165f914e3d1e" providerId="ADAL" clId="{14DE94AD-E44B-40F8-B136-629967EB4B1E}" dt="2021-02-25T12:30:19.135" v="3782" actId="165"/>
          <ac:grpSpMkLst>
            <pc:docMk/>
            <pc:sldMk cId="2236457937" sldId="337"/>
            <ac:grpSpMk id="5" creationId="{A5238324-DF43-4866-91BE-D51D7A7A2C8A}"/>
          </ac:grpSpMkLst>
        </pc:grpChg>
        <pc:grpChg chg="add mod">
          <ac:chgData name="Georg Pinne" userId="05574ceb-d5e8-42ed-bfd7-165f914e3d1e" providerId="ADAL" clId="{14DE94AD-E44B-40F8-B136-629967EB4B1E}" dt="2021-02-26T16:26:32.442" v="8458" actId="1076"/>
          <ac:grpSpMkLst>
            <pc:docMk/>
            <pc:sldMk cId="2236457937" sldId="337"/>
            <ac:grpSpMk id="6" creationId="{6D8055F7-BCE1-47A5-8EA1-871F2587DEFA}"/>
          </ac:grpSpMkLst>
        </pc:grpChg>
        <pc:grpChg chg="add del mod">
          <ac:chgData name="Georg Pinne" userId="05574ceb-d5e8-42ed-bfd7-165f914e3d1e" providerId="ADAL" clId="{14DE94AD-E44B-40F8-B136-629967EB4B1E}" dt="2021-02-25T11:40:29.951" v="3332" actId="165"/>
          <ac:grpSpMkLst>
            <pc:docMk/>
            <pc:sldMk cId="2236457937" sldId="337"/>
            <ac:grpSpMk id="7" creationId="{88A928EB-E66C-4389-9BC5-C86D6D8CCECC}"/>
          </ac:grpSpMkLst>
        </pc:grpChg>
        <pc:grpChg chg="add mod">
          <ac:chgData name="Georg Pinne" userId="05574ceb-d5e8-42ed-bfd7-165f914e3d1e" providerId="ADAL" clId="{14DE94AD-E44B-40F8-B136-629967EB4B1E}" dt="2021-02-25T14:19:52.104" v="4363" actId="1038"/>
          <ac:grpSpMkLst>
            <pc:docMk/>
            <pc:sldMk cId="2236457937" sldId="337"/>
            <ac:grpSpMk id="9" creationId="{AEF73C59-33C2-4A79-82E2-F29A21DBDB02}"/>
          </ac:grpSpMkLst>
        </pc:grpChg>
        <pc:grpChg chg="mod topLvl">
          <ac:chgData name="Georg Pinne" userId="05574ceb-d5e8-42ed-bfd7-165f914e3d1e" providerId="ADAL" clId="{14DE94AD-E44B-40F8-B136-629967EB4B1E}" dt="2021-02-26T16:26:22.225" v="8456" actId="1036"/>
          <ac:grpSpMkLst>
            <pc:docMk/>
            <pc:sldMk cId="2236457937" sldId="337"/>
            <ac:grpSpMk id="57" creationId="{86A9673A-67DA-4E34-AFC3-15B5392192ED}"/>
          </ac:grpSpMkLst>
        </pc:grpChg>
        <pc:grpChg chg="del">
          <ac:chgData name="Georg Pinne" userId="05574ceb-d5e8-42ed-bfd7-165f914e3d1e" providerId="ADAL" clId="{14DE94AD-E44B-40F8-B136-629967EB4B1E}" dt="2021-02-22T17:51:28" v="1212" actId="165"/>
          <ac:grpSpMkLst>
            <pc:docMk/>
            <pc:sldMk cId="2236457937" sldId="337"/>
            <ac:grpSpMk id="63" creationId="{4D5A4C25-9EB2-460C-9B90-E3291376B69A}"/>
          </ac:grpSpMkLst>
        </pc:grpChg>
        <pc:picChg chg="mod topLvl">
          <ac:chgData name="Georg Pinne" userId="05574ceb-d5e8-42ed-bfd7-165f914e3d1e" providerId="ADAL" clId="{14DE94AD-E44B-40F8-B136-629967EB4B1E}" dt="2021-02-26T16:26:22.225" v="8456" actId="1036"/>
          <ac:picMkLst>
            <pc:docMk/>
            <pc:sldMk cId="2236457937" sldId="337"/>
            <ac:picMk id="8" creationId="{A873A159-36DC-4126-8522-2F809F8B5640}"/>
          </ac:picMkLst>
        </pc:picChg>
        <pc:picChg chg="mod topLvl">
          <ac:chgData name="Georg Pinne" userId="05574ceb-d5e8-42ed-bfd7-165f914e3d1e" providerId="ADAL" clId="{14DE94AD-E44B-40F8-B136-629967EB4B1E}" dt="2021-02-25T12:30:23.823" v="3783" actId="164"/>
          <ac:picMkLst>
            <pc:docMk/>
            <pc:sldMk cId="2236457937" sldId="337"/>
            <ac:picMk id="10" creationId="{39335FDD-90BB-410C-BB33-7C5CF2D70D4A}"/>
          </ac:picMkLst>
        </pc:picChg>
        <pc:picChg chg="mod">
          <ac:chgData name="Georg Pinne" userId="05574ceb-d5e8-42ed-bfd7-165f914e3d1e" providerId="ADAL" clId="{14DE94AD-E44B-40F8-B136-629967EB4B1E}" dt="2021-02-25T11:40:29.951" v="3332" actId="165"/>
          <ac:picMkLst>
            <pc:docMk/>
            <pc:sldMk cId="2236457937" sldId="337"/>
            <ac:picMk id="17" creationId="{08A78849-6B15-4771-8E25-98F1B4F65DBD}"/>
          </ac:picMkLst>
        </pc:picChg>
      </pc:sldChg>
      <pc:sldChg chg="addSp delSp modSp mod">
        <pc:chgData name="Georg Pinne" userId="05574ceb-d5e8-42ed-bfd7-165f914e3d1e" providerId="ADAL" clId="{14DE94AD-E44B-40F8-B136-629967EB4B1E}" dt="2021-02-26T16:28:25.082" v="8490" actId="1035"/>
        <pc:sldMkLst>
          <pc:docMk/>
          <pc:sldMk cId="2282108408" sldId="338"/>
        </pc:sldMkLst>
        <pc:spChg chg="mod">
          <ac:chgData name="Georg Pinne" userId="05574ceb-d5e8-42ed-bfd7-165f914e3d1e" providerId="ADAL" clId="{14DE94AD-E44B-40F8-B136-629967EB4B1E}" dt="2021-02-25T14:27:41.298" v="4436" actId="1035"/>
          <ac:spMkLst>
            <pc:docMk/>
            <pc:sldMk cId="2282108408" sldId="338"/>
            <ac:spMk id="9" creationId="{47DC041D-0FE6-42EF-9621-F9017BF51FFB}"/>
          </ac:spMkLst>
        </pc:spChg>
        <pc:spChg chg="add mod">
          <ac:chgData name="Georg Pinne" userId="05574ceb-d5e8-42ed-bfd7-165f914e3d1e" providerId="ADAL" clId="{14DE94AD-E44B-40F8-B136-629967EB4B1E}" dt="2021-02-26T16:28:25.082" v="8490" actId="1035"/>
          <ac:spMkLst>
            <pc:docMk/>
            <pc:sldMk cId="2282108408" sldId="338"/>
            <ac:spMk id="14" creationId="{4433A451-B2C4-4965-8E22-FBE4BB6D1617}"/>
          </ac:spMkLst>
        </pc:spChg>
        <pc:spChg chg="add mod">
          <ac:chgData name="Georg Pinne" userId="05574ceb-d5e8-42ed-bfd7-165f914e3d1e" providerId="ADAL" clId="{14DE94AD-E44B-40F8-B136-629967EB4B1E}" dt="2021-02-26T16:28:25.082" v="8490" actId="1035"/>
          <ac:spMkLst>
            <pc:docMk/>
            <pc:sldMk cId="2282108408" sldId="338"/>
            <ac:spMk id="16" creationId="{EDD3E6B5-C091-4703-A53C-77E153A62C0D}"/>
          </ac:spMkLst>
        </pc:spChg>
        <pc:spChg chg="del mod">
          <ac:chgData name="Georg Pinne" userId="05574ceb-d5e8-42ed-bfd7-165f914e3d1e" providerId="ADAL" clId="{14DE94AD-E44B-40F8-B136-629967EB4B1E}" dt="2021-02-25T15:11:32.356" v="4590" actId="478"/>
          <ac:spMkLst>
            <pc:docMk/>
            <pc:sldMk cId="2282108408" sldId="338"/>
            <ac:spMk id="17" creationId="{9ACA8D86-3CA6-4241-B52B-FFAA2002F39A}"/>
          </ac:spMkLst>
        </pc:spChg>
        <pc:spChg chg="del mod">
          <ac:chgData name="Georg Pinne" userId="05574ceb-d5e8-42ed-bfd7-165f914e3d1e" providerId="ADAL" clId="{14DE94AD-E44B-40F8-B136-629967EB4B1E}" dt="2021-02-25T15:11:32.356" v="4590" actId="478"/>
          <ac:spMkLst>
            <pc:docMk/>
            <pc:sldMk cId="2282108408" sldId="338"/>
            <ac:spMk id="19" creationId="{86E6AF9F-AE8B-45D0-B7C3-79859209CF5D}"/>
          </ac:spMkLst>
        </pc:spChg>
        <pc:spChg chg="del mod">
          <ac:chgData name="Georg Pinne" userId="05574ceb-d5e8-42ed-bfd7-165f914e3d1e" providerId="ADAL" clId="{14DE94AD-E44B-40F8-B136-629967EB4B1E}" dt="2021-02-25T15:11:32.356" v="4590" actId="478"/>
          <ac:spMkLst>
            <pc:docMk/>
            <pc:sldMk cId="2282108408" sldId="338"/>
            <ac:spMk id="21" creationId="{6D1DE397-84D8-4444-83A4-E77C47BE0FB3}"/>
          </ac:spMkLst>
        </pc:spChg>
        <pc:spChg chg="mod">
          <ac:chgData name="Georg Pinne" userId="05574ceb-d5e8-42ed-bfd7-165f914e3d1e" providerId="ADAL" clId="{14DE94AD-E44B-40F8-B136-629967EB4B1E}" dt="2021-02-26T16:28:04.651" v="8484" actId="1076"/>
          <ac:spMkLst>
            <pc:docMk/>
            <pc:sldMk cId="2282108408" sldId="338"/>
            <ac:spMk id="23" creationId="{98E9684D-2E05-4222-9BB8-5C8D4919A234}"/>
          </ac:spMkLst>
        </pc:spChg>
        <pc:spChg chg="add mod">
          <ac:chgData name="Georg Pinne" userId="05574ceb-d5e8-42ed-bfd7-165f914e3d1e" providerId="ADAL" clId="{14DE94AD-E44B-40F8-B136-629967EB4B1E}" dt="2021-02-26T16:28:25.082" v="8490" actId="1035"/>
          <ac:spMkLst>
            <pc:docMk/>
            <pc:sldMk cId="2282108408" sldId="338"/>
            <ac:spMk id="24" creationId="{29C6922A-8D02-48AB-B3F7-3B8CDC837BC6}"/>
          </ac:spMkLst>
        </pc:spChg>
        <pc:spChg chg="add del mod">
          <ac:chgData name="Georg Pinne" userId="05574ceb-d5e8-42ed-bfd7-165f914e3d1e" providerId="ADAL" clId="{14DE94AD-E44B-40F8-B136-629967EB4B1E}" dt="2021-02-25T15:13:49.259" v="4613" actId="478"/>
          <ac:spMkLst>
            <pc:docMk/>
            <pc:sldMk cId="2282108408" sldId="338"/>
            <ac:spMk id="25" creationId="{13EDB561-5CA6-48B6-BD44-06452DD5A675}"/>
          </ac:spMkLst>
        </pc:spChg>
        <pc:spChg chg="add del mod">
          <ac:chgData name="Georg Pinne" userId="05574ceb-d5e8-42ed-bfd7-165f914e3d1e" providerId="ADAL" clId="{14DE94AD-E44B-40F8-B136-629967EB4B1E}" dt="2021-02-25T15:13:49.259" v="4613" actId="478"/>
          <ac:spMkLst>
            <pc:docMk/>
            <pc:sldMk cId="2282108408" sldId="338"/>
            <ac:spMk id="26" creationId="{EE457AB8-4278-4CC5-B636-DF57117B437D}"/>
          </ac:spMkLst>
        </pc:spChg>
        <pc:spChg chg="add del mod">
          <ac:chgData name="Georg Pinne" userId="05574ceb-d5e8-42ed-bfd7-165f914e3d1e" providerId="ADAL" clId="{14DE94AD-E44B-40F8-B136-629967EB4B1E}" dt="2021-02-25T15:13:49.259" v="4613" actId="478"/>
          <ac:spMkLst>
            <pc:docMk/>
            <pc:sldMk cId="2282108408" sldId="338"/>
            <ac:spMk id="27" creationId="{D9DDFEB8-F694-4C9B-AE74-D35A04A525DD}"/>
          </ac:spMkLst>
        </pc:spChg>
        <pc:spChg chg="add del mod">
          <ac:chgData name="Georg Pinne" userId="05574ceb-d5e8-42ed-bfd7-165f914e3d1e" providerId="ADAL" clId="{14DE94AD-E44B-40F8-B136-629967EB4B1E}" dt="2021-02-25T15:13:51.145" v="4614" actId="478"/>
          <ac:spMkLst>
            <pc:docMk/>
            <pc:sldMk cId="2282108408" sldId="338"/>
            <ac:spMk id="28" creationId="{0F3CC02A-7DC4-4E0B-BB7D-2D769F012234}"/>
          </ac:spMkLst>
        </pc:spChg>
        <pc:spChg chg="del mod">
          <ac:chgData name="Georg Pinne" userId="05574ceb-d5e8-42ed-bfd7-165f914e3d1e" providerId="ADAL" clId="{14DE94AD-E44B-40F8-B136-629967EB4B1E}" dt="2021-02-25T15:11:32.356" v="4590" actId="478"/>
          <ac:spMkLst>
            <pc:docMk/>
            <pc:sldMk cId="2282108408" sldId="338"/>
            <ac:spMk id="30" creationId="{C7896A00-9F18-4A1C-9939-3F2453B56A06}"/>
          </ac:spMkLst>
        </pc:spChg>
        <pc:spChg chg="add mod">
          <ac:chgData name="Georg Pinne" userId="05574ceb-d5e8-42ed-bfd7-165f914e3d1e" providerId="ADAL" clId="{14DE94AD-E44B-40F8-B136-629967EB4B1E}" dt="2021-02-26T16:28:25.082" v="8490" actId="1035"/>
          <ac:spMkLst>
            <pc:docMk/>
            <pc:sldMk cId="2282108408" sldId="338"/>
            <ac:spMk id="31" creationId="{98251CBE-8111-42E2-B024-017FEBE90DA3}"/>
          </ac:spMkLst>
        </pc:spChg>
        <pc:spChg chg="add mod">
          <ac:chgData name="Georg Pinne" userId="05574ceb-d5e8-42ed-bfd7-165f914e3d1e" providerId="ADAL" clId="{14DE94AD-E44B-40F8-B136-629967EB4B1E}" dt="2021-02-26T16:28:25.082" v="8490" actId="1035"/>
          <ac:spMkLst>
            <pc:docMk/>
            <pc:sldMk cId="2282108408" sldId="338"/>
            <ac:spMk id="32" creationId="{9B4ABE3C-764A-4023-ADEA-F4DA4EFD9668}"/>
          </ac:spMkLst>
        </pc:spChg>
        <pc:spChg chg="add mod">
          <ac:chgData name="Georg Pinne" userId="05574ceb-d5e8-42ed-bfd7-165f914e3d1e" providerId="ADAL" clId="{14DE94AD-E44B-40F8-B136-629967EB4B1E}" dt="2021-02-26T16:28:25.082" v="8490" actId="1035"/>
          <ac:spMkLst>
            <pc:docMk/>
            <pc:sldMk cId="2282108408" sldId="338"/>
            <ac:spMk id="33" creationId="{95BA1BD5-C9EA-4F16-8AEA-C975E3AF79E1}"/>
          </ac:spMkLst>
        </pc:spChg>
        <pc:spChg chg="add mod">
          <ac:chgData name="Georg Pinne" userId="05574ceb-d5e8-42ed-bfd7-165f914e3d1e" providerId="ADAL" clId="{14DE94AD-E44B-40F8-B136-629967EB4B1E}" dt="2021-02-26T16:28:25.082" v="8490" actId="1035"/>
          <ac:spMkLst>
            <pc:docMk/>
            <pc:sldMk cId="2282108408" sldId="338"/>
            <ac:spMk id="34" creationId="{48D3A3C5-BA0E-40E7-9A76-C033EDA681A7}"/>
          </ac:spMkLst>
        </pc:spChg>
        <pc:spChg chg="add mod">
          <ac:chgData name="Georg Pinne" userId="05574ceb-d5e8-42ed-bfd7-165f914e3d1e" providerId="ADAL" clId="{14DE94AD-E44B-40F8-B136-629967EB4B1E}" dt="2021-02-26T16:28:25.082" v="8490" actId="1035"/>
          <ac:spMkLst>
            <pc:docMk/>
            <pc:sldMk cId="2282108408" sldId="338"/>
            <ac:spMk id="35" creationId="{6DD29935-7F3E-4E7C-BC25-306085A317C7}"/>
          </ac:spMkLst>
        </pc:spChg>
        <pc:spChg chg="add mod">
          <ac:chgData name="Georg Pinne" userId="05574ceb-d5e8-42ed-bfd7-165f914e3d1e" providerId="ADAL" clId="{14DE94AD-E44B-40F8-B136-629967EB4B1E}" dt="2021-02-26T16:28:25.082" v="8490" actId="1035"/>
          <ac:spMkLst>
            <pc:docMk/>
            <pc:sldMk cId="2282108408" sldId="338"/>
            <ac:spMk id="36" creationId="{119C1D91-E260-4E85-A77B-9182E1EEE76A}"/>
          </ac:spMkLst>
        </pc:spChg>
        <pc:spChg chg="add del mod">
          <ac:chgData name="Georg Pinne" userId="05574ceb-d5e8-42ed-bfd7-165f914e3d1e" providerId="ADAL" clId="{14DE94AD-E44B-40F8-B136-629967EB4B1E}" dt="2021-02-25T15:15:52.205" v="4652" actId="478"/>
          <ac:spMkLst>
            <pc:docMk/>
            <pc:sldMk cId="2282108408" sldId="338"/>
            <ac:spMk id="37" creationId="{658D719C-D02D-4DC7-BD87-8985F21E6494}"/>
          </ac:spMkLst>
        </pc:spChg>
        <pc:spChg chg="add del mod">
          <ac:chgData name="Georg Pinne" userId="05574ceb-d5e8-42ed-bfd7-165f914e3d1e" providerId="ADAL" clId="{14DE94AD-E44B-40F8-B136-629967EB4B1E}" dt="2021-02-25T15:15:52.205" v="4652" actId="478"/>
          <ac:spMkLst>
            <pc:docMk/>
            <pc:sldMk cId="2282108408" sldId="338"/>
            <ac:spMk id="39" creationId="{0865A09E-4C68-479D-87DE-4BC0F21424C3}"/>
          </ac:spMkLst>
        </pc:spChg>
        <pc:spChg chg="add mod">
          <ac:chgData name="Georg Pinne" userId="05574ceb-d5e8-42ed-bfd7-165f914e3d1e" providerId="ADAL" clId="{14DE94AD-E44B-40F8-B136-629967EB4B1E}" dt="2021-02-25T15:15:49.691" v="4651" actId="164"/>
          <ac:spMkLst>
            <pc:docMk/>
            <pc:sldMk cId="2282108408" sldId="338"/>
            <ac:spMk id="41" creationId="{C51C11FC-0AF6-4103-9C43-1F5690A127CA}"/>
          </ac:spMkLst>
        </pc:spChg>
        <pc:spChg chg="mod">
          <ac:chgData name="Georg Pinne" userId="05574ceb-d5e8-42ed-bfd7-165f914e3d1e" providerId="ADAL" clId="{14DE94AD-E44B-40F8-B136-629967EB4B1E}" dt="2021-02-25T15:15:56.675" v="4655"/>
          <ac:spMkLst>
            <pc:docMk/>
            <pc:sldMk cId="2282108408" sldId="338"/>
            <ac:spMk id="45" creationId="{9D980E54-7F71-408E-A5B3-FF08F56BCC2D}"/>
          </ac:spMkLst>
        </pc:spChg>
        <pc:spChg chg="mod">
          <ac:chgData name="Georg Pinne" userId="05574ceb-d5e8-42ed-bfd7-165f914e3d1e" providerId="ADAL" clId="{14DE94AD-E44B-40F8-B136-629967EB4B1E}" dt="2021-02-25T15:16:00.660" v="4657"/>
          <ac:spMkLst>
            <pc:docMk/>
            <pc:sldMk cId="2282108408" sldId="338"/>
            <ac:spMk id="48" creationId="{566D0927-30F3-46AD-870C-1E9CC904ABD5}"/>
          </ac:spMkLst>
        </pc:spChg>
        <pc:spChg chg="mod">
          <ac:chgData name="Georg Pinne" userId="05574ceb-d5e8-42ed-bfd7-165f914e3d1e" providerId="ADAL" clId="{14DE94AD-E44B-40F8-B136-629967EB4B1E}" dt="2021-02-25T15:16:34.093" v="4664"/>
          <ac:spMkLst>
            <pc:docMk/>
            <pc:sldMk cId="2282108408" sldId="338"/>
            <ac:spMk id="51" creationId="{5278725C-0906-423D-9B7E-4F0F44E7DCA7}"/>
          </ac:spMkLst>
        </pc:spChg>
        <pc:spChg chg="mod">
          <ac:chgData name="Georg Pinne" userId="05574ceb-d5e8-42ed-bfd7-165f914e3d1e" providerId="ADAL" clId="{14DE94AD-E44B-40F8-B136-629967EB4B1E}" dt="2021-02-25T15:16:43.427" v="4666"/>
          <ac:spMkLst>
            <pc:docMk/>
            <pc:sldMk cId="2282108408" sldId="338"/>
            <ac:spMk id="54" creationId="{5512D02A-0E72-4F2F-9B54-558361D94232}"/>
          </ac:spMkLst>
        </pc:spChg>
        <pc:spChg chg="add mod">
          <ac:chgData name="Georg Pinne" userId="05574ceb-d5e8-42ed-bfd7-165f914e3d1e" providerId="ADAL" clId="{14DE94AD-E44B-40F8-B136-629967EB4B1E}" dt="2021-02-26T16:28:00.068" v="8481" actId="14100"/>
          <ac:spMkLst>
            <pc:docMk/>
            <pc:sldMk cId="2282108408" sldId="338"/>
            <ac:spMk id="55" creationId="{742E96D6-501F-427A-BC61-2E636B11AA4D}"/>
          </ac:spMkLst>
        </pc:spChg>
        <pc:spChg chg="add mod">
          <ac:chgData name="Georg Pinne" userId="05574ceb-d5e8-42ed-bfd7-165f914e3d1e" providerId="ADAL" clId="{14DE94AD-E44B-40F8-B136-629967EB4B1E}" dt="2021-02-26T16:28:25.082" v="8490" actId="1035"/>
          <ac:spMkLst>
            <pc:docMk/>
            <pc:sldMk cId="2282108408" sldId="338"/>
            <ac:spMk id="56" creationId="{D039DF10-48D7-4964-98E6-6D1BD6D3CA4C}"/>
          </ac:spMkLst>
        </pc:spChg>
        <pc:spChg chg="add mod">
          <ac:chgData name="Georg Pinne" userId="05574ceb-d5e8-42ed-bfd7-165f914e3d1e" providerId="ADAL" clId="{14DE94AD-E44B-40F8-B136-629967EB4B1E}" dt="2021-02-26T16:28:25.082" v="8490" actId="1035"/>
          <ac:spMkLst>
            <pc:docMk/>
            <pc:sldMk cId="2282108408" sldId="338"/>
            <ac:spMk id="57" creationId="{DA7ADC7C-0C3B-4349-9D4D-0A54B36FC39F}"/>
          </ac:spMkLst>
        </pc:spChg>
        <pc:spChg chg="add mod">
          <ac:chgData name="Georg Pinne" userId="05574ceb-d5e8-42ed-bfd7-165f914e3d1e" providerId="ADAL" clId="{14DE94AD-E44B-40F8-B136-629967EB4B1E}" dt="2021-02-26T16:28:25.082" v="8490" actId="1035"/>
          <ac:spMkLst>
            <pc:docMk/>
            <pc:sldMk cId="2282108408" sldId="338"/>
            <ac:spMk id="58" creationId="{8FA6F904-955A-4733-8568-8CFA2A0B49F8}"/>
          </ac:spMkLst>
        </pc:spChg>
        <pc:spChg chg="add del mod">
          <ac:chgData name="Georg Pinne" userId="05574ceb-d5e8-42ed-bfd7-165f914e3d1e" providerId="ADAL" clId="{14DE94AD-E44B-40F8-B136-629967EB4B1E}" dt="2021-02-26T16:28:02.216" v="8482" actId="478"/>
          <ac:spMkLst>
            <pc:docMk/>
            <pc:sldMk cId="2282108408" sldId="338"/>
            <ac:spMk id="59" creationId="{3C169324-6C62-423C-8A12-4E6973C3E8AC}"/>
          </ac:spMkLst>
        </pc:spChg>
        <pc:grpChg chg="add del mod">
          <ac:chgData name="Georg Pinne" userId="05574ceb-d5e8-42ed-bfd7-165f914e3d1e" providerId="ADAL" clId="{14DE94AD-E44B-40F8-B136-629967EB4B1E}" dt="2021-02-26T16:28:25.082" v="8490" actId="1035"/>
          <ac:grpSpMkLst>
            <pc:docMk/>
            <pc:sldMk cId="2282108408" sldId="338"/>
            <ac:grpSpMk id="4" creationId="{98296892-30FF-440D-A3FF-1DE1FF183B80}"/>
          </ac:grpSpMkLst>
        </pc:grpChg>
        <pc:grpChg chg="add del mod">
          <ac:chgData name="Georg Pinne" userId="05574ceb-d5e8-42ed-bfd7-165f914e3d1e" providerId="ADAL" clId="{14DE94AD-E44B-40F8-B136-629967EB4B1E}" dt="2021-02-25T15:16:30.314" v="4663" actId="478"/>
          <ac:grpSpMkLst>
            <pc:docMk/>
            <pc:sldMk cId="2282108408" sldId="338"/>
            <ac:grpSpMk id="43" creationId="{92AD0E29-BF61-43C3-BD6F-58D3DC29CD63}"/>
          </ac:grpSpMkLst>
        </pc:grpChg>
        <pc:grpChg chg="add del mod">
          <ac:chgData name="Georg Pinne" userId="05574ceb-d5e8-42ed-bfd7-165f914e3d1e" providerId="ADAL" clId="{14DE94AD-E44B-40F8-B136-629967EB4B1E}" dt="2021-02-25T15:16:30.314" v="4663" actId="478"/>
          <ac:grpSpMkLst>
            <pc:docMk/>
            <pc:sldMk cId="2282108408" sldId="338"/>
            <ac:grpSpMk id="46" creationId="{4E58FC2B-C946-4363-A8AC-4BA4ECD71AD8}"/>
          </ac:grpSpMkLst>
        </pc:grpChg>
        <pc:grpChg chg="add mod">
          <ac:chgData name="Georg Pinne" userId="05574ceb-d5e8-42ed-bfd7-165f914e3d1e" providerId="ADAL" clId="{14DE94AD-E44B-40F8-B136-629967EB4B1E}" dt="2021-02-26T16:28:25.082" v="8490" actId="1035"/>
          <ac:grpSpMkLst>
            <pc:docMk/>
            <pc:sldMk cId="2282108408" sldId="338"/>
            <ac:grpSpMk id="49" creationId="{6171CF35-5B88-487A-8EFC-0869B300186A}"/>
          </ac:grpSpMkLst>
        </pc:grpChg>
        <pc:grpChg chg="add mod">
          <ac:chgData name="Georg Pinne" userId="05574ceb-d5e8-42ed-bfd7-165f914e3d1e" providerId="ADAL" clId="{14DE94AD-E44B-40F8-B136-629967EB4B1E}" dt="2021-02-26T16:28:25.082" v="8490" actId="1035"/>
          <ac:grpSpMkLst>
            <pc:docMk/>
            <pc:sldMk cId="2282108408" sldId="338"/>
            <ac:grpSpMk id="52" creationId="{DC0A9DD0-797B-4DF9-B79D-5FE44873BBFD}"/>
          </ac:grpSpMkLst>
        </pc:grpChg>
        <pc:graphicFrameChg chg="del mod modGraphic">
          <ac:chgData name="Georg Pinne" userId="05574ceb-d5e8-42ed-bfd7-165f914e3d1e" providerId="ADAL" clId="{14DE94AD-E44B-40F8-B136-629967EB4B1E}" dt="2021-02-25T15:11:32.356" v="4590" actId="478"/>
          <ac:graphicFrameMkLst>
            <pc:docMk/>
            <pc:sldMk cId="2282108408" sldId="338"/>
            <ac:graphicFrameMk id="11" creationId="{C29D1808-B792-49B2-9402-B30470F9D1F8}"/>
          </ac:graphicFrameMkLst>
        </pc:graphicFrameChg>
        <pc:graphicFrameChg chg="del mod modGraphic">
          <ac:chgData name="Georg Pinne" userId="05574ceb-d5e8-42ed-bfd7-165f914e3d1e" providerId="ADAL" clId="{14DE94AD-E44B-40F8-B136-629967EB4B1E}" dt="2021-02-25T15:11:32.356" v="4590" actId="478"/>
          <ac:graphicFrameMkLst>
            <pc:docMk/>
            <pc:sldMk cId="2282108408" sldId="338"/>
            <ac:graphicFrameMk id="29" creationId="{FE68539B-7A2C-4693-9AAE-0E4A76F6F7E0}"/>
          </ac:graphicFrameMkLst>
        </pc:graphicFrameChg>
        <pc:picChg chg="del mod">
          <ac:chgData name="Georg Pinne" userId="05574ceb-d5e8-42ed-bfd7-165f914e3d1e" providerId="ADAL" clId="{14DE94AD-E44B-40F8-B136-629967EB4B1E}" dt="2021-02-25T15:11:32.356" v="4590" actId="478"/>
          <ac:picMkLst>
            <pc:docMk/>
            <pc:sldMk cId="2282108408" sldId="338"/>
            <ac:picMk id="18" creationId="{3EF9A6C4-4B2B-4411-84D2-7E478BFC6F93}"/>
          </ac:picMkLst>
        </pc:picChg>
        <pc:picChg chg="del mod">
          <ac:chgData name="Georg Pinne" userId="05574ceb-d5e8-42ed-bfd7-165f914e3d1e" providerId="ADAL" clId="{14DE94AD-E44B-40F8-B136-629967EB4B1E}" dt="2021-02-25T15:11:32.356" v="4590" actId="478"/>
          <ac:picMkLst>
            <pc:docMk/>
            <pc:sldMk cId="2282108408" sldId="338"/>
            <ac:picMk id="20" creationId="{D1447727-C7B4-4E89-BB83-2FD82BCD7B8B}"/>
          </ac:picMkLst>
        </pc:picChg>
        <pc:picChg chg="del mod">
          <ac:chgData name="Georg Pinne" userId="05574ceb-d5e8-42ed-bfd7-165f914e3d1e" providerId="ADAL" clId="{14DE94AD-E44B-40F8-B136-629967EB4B1E}" dt="2021-02-25T15:11:32.356" v="4590" actId="478"/>
          <ac:picMkLst>
            <pc:docMk/>
            <pc:sldMk cId="2282108408" sldId="338"/>
            <ac:picMk id="22" creationId="{B43CD56D-9679-41E9-85BD-E63AF2131AF6}"/>
          </ac:picMkLst>
        </pc:picChg>
        <pc:picChg chg="add del mod">
          <ac:chgData name="Georg Pinne" userId="05574ceb-d5e8-42ed-bfd7-165f914e3d1e" providerId="ADAL" clId="{14DE94AD-E44B-40F8-B136-629967EB4B1E}" dt="2021-02-25T15:15:52.205" v="4652" actId="478"/>
          <ac:picMkLst>
            <pc:docMk/>
            <pc:sldMk cId="2282108408" sldId="338"/>
            <ac:picMk id="38" creationId="{7314637D-B95C-4E66-A5C0-ADB2C18FFEEB}"/>
          </ac:picMkLst>
        </pc:picChg>
        <pc:picChg chg="add mod">
          <ac:chgData name="Georg Pinne" userId="05574ceb-d5e8-42ed-bfd7-165f914e3d1e" providerId="ADAL" clId="{14DE94AD-E44B-40F8-B136-629967EB4B1E}" dt="2021-02-25T15:15:49.691" v="4651" actId="164"/>
          <ac:picMkLst>
            <pc:docMk/>
            <pc:sldMk cId="2282108408" sldId="338"/>
            <ac:picMk id="40" creationId="{D95027D0-4B5D-4FF3-BEDE-C129F612DE46}"/>
          </ac:picMkLst>
        </pc:picChg>
        <pc:picChg chg="add del mod">
          <ac:chgData name="Georg Pinne" userId="05574ceb-d5e8-42ed-bfd7-165f914e3d1e" providerId="ADAL" clId="{14DE94AD-E44B-40F8-B136-629967EB4B1E}" dt="2021-02-25T15:15:52.205" v="4652" actId="478"/>
          <ac:picMkLst>
            <pc:docMk/>
            <pc:sldMk cId="2282108408" sldId="338"/>
            <ac:picMk id="42" creationId="{C546E95C-9283-4B05-A588-47B12380815A}"/>
          </ac:picMkLst>
        </pc:picChg>
        <pc:picChg chg="mod">
          <ac:chgData name="Georg Pinne" userId="05574ceb-d5e8-42ed-bfd7-165f914e3d1e" providerId="ADAL" clId="{14DE94AD-E44B-40F8-B136-629967EB4B1E}" dt="2021-02-25T15:15:56.675" v="4655"/>
          <ac:picMkLst>
            <pc:docMk/>
            <pc:sldMk cId="2282108408" sldId="338"/>
            <ac:picMk id="44" creationId="{FE7F078C-7B51-4ADD-B53A-ED4A219C4E30}"/>
          </ac:picMkLst>
        </pc:picChg>
        <pc:picChg chg="mod">
          <ac:chgData name="Georg Pinne" userId="05574ceb-d5e8-42ed-bfd7-165f914e3d1e" providerId="ADAL" clId="{14DE94AD-E44B-40F8-B136-629967EB4B1E}" dt="2021-02-25T15:16:00.660" v="4657"/>
          <ac:picMkLst>
            <pc:docMk/>
            <pc:sldMk cId="2282108408" sldId="338"/>
            <ac:picMk id="47" creationId="{AAF908FE-7282-4D81-BDF4-DA0C5BA95BB9}"/>
          </ac:picMkLst>
        </pc:picChg>
        <pc:picChg chg="mod">
          <ac:chgData name="Georg Pinne" userId="05574ceb-d5e8-42ed-bfd7-165f914e3d1e" providerId="ADAL" clId="{14DE94AD-E44B-40F8-B136-629967EB4B1E}" dt="2021-02-25T15:16:34.093" v="4664"/>
          <ac:picMkLst>
            <pc:docMk/>
            <pc:sldMk cId="2282108408" sldId="338"/>
            <ac:picMk id="50" creationId="{807D98EB-DCC6-40E4-8F5A-23E39C60F432}"/>
          </ac:picMkLst>
        </pc:picChg>
        <pc:picChg chg="mod">
          <ac:chgData name="Georg Pinne" userId="05574ceb-d5e8-42ed-bfd7-165f914e3d1e" providerId="ADAL" clId="{14DE94AD-E44B-40F8-B136-629967EB4B1E}" dt="2021-02-25T15:16:43.427" v="4666"/>
          <ac:picMkLst>
            <pc:docMk/>
            <pc:sldMk cId="2282108408" sldId="338"/>
            <ac:picMk id="53" creationId="{98CA6768-6773-4B52-8B8B-3ECFA83C7650}"/>
          </ac:picMkLst>
        </pc:picChg>
      </pc:sldChg>
      <pc:sldChg chg="addSp delSp modSp mod">
        <pc:chgData name="Georg Pinne" userId="05574ceb-d5e8-42ed-bfd7-165f914e3d1e" providerId="ADAL" clId="{14DE94AD-E44B-40F8-B136-629967EB4B1E}" dt="2021-02-26T16:00:09.283" v="8045" actId="14100"/>
        <pc:sldMkLst>
          <pc:docMk/>
          <pc:sldMk cId="2992616775" sldId="342"/>
        </pc:sldMkLst>
        <pc:spChg chg="add del mod">
          <ac:chgData name="Georg Pinne" userId="05574ceb-d5e8-42ed-bfd7-165f914e3d1e" providerId="ADAL" clId="{14DE94AD-E44B-40F8-B136-629967EB4B1E}" dt="2021-02-25T17:29:54.739" v="6107" actId="14100"/>
          <ac:spMkLst>
            <pc:docMk/>
            <pc:sldMk cId="2992616775" sldId="342"/>
            <ac:spMk id="8" creationId="{5F80E990-322F-42B6-B432-5C7562510F1B}"/>
          </ac:spMkLst>
        </pc:spChg>
        <pc:spChg chg="mod">
          <ac:chgData name="Georg Pinne" userId="05574ceb-d5e8-42ed-bfd7-165f914e3d1e" providerId="ADAL" clId="{14DE94AD-E44B-40F8-B136-629967EB4B1E}" dt="2021-02-26T16:00:09.283" v="8045" actId="14100"/>
          <ac:spMkLst>
            <pc:docMk/>
            <pc:sldMk cId="2992616775" sldId="342"/>
            <ac:spMk id="9" creationId="{836E9484-C9B0-4167-9D66-42A392F01268}"/>
          </ac:spMkLst>
        </pc:spChg>
        <pc:spChg chg="mod">
          <ac:chgData name="Georg Pinne" userId="05574ceb-d5e8-42ed-bfd7-165f914e3d1e" providerId="ADAL" clId="{14DE94AD-E44B-40F8-B136-629967EB4B1E}" dt="2021-02-25T17:30:13.215" v="6118" actId="1036"/>
          <ac:spMkLst>
            <pc:docMk/>
            <pc:sldMk cId="2992616775" sldId="342"/>
            <ac:spMk id="10" creationId="{94A39260-B995-4EBB-8A6F-64E817A77378}"/>
          </ac:spMkLst>
        </pc:spChg>
        <pc:spChg chg="add del mod">
          <ac:chgData name="Georg Pinne" userId="05574ceb-d5e8-42ed-bfd7-165f914e3d1e" providerId="ADAL" clId="{14DE94AD-E44B-40F8-B136-629967EB4B1E}" dt="2021-02-26T16:00:04.983" v="8043" actId="14100"/>
          <ac:spMkLst>
            <pc:docMk/>
            <pc:sldMk cId="2992616775" sldId="342"/>
            <ac:spMk id="11" creationId="{71C7A036-B4BA-41B8-9731-72EBC3924349}"/>
          </ac:spMkLst>
        </pc:spChg>
        <pc:spChg chg="add mod">
          <ac:chgData name="Georg Pinne" userId="05574ceb-d5e8-42ed-bfd7-165f914e3d1e" providerId="ADAL" clId="{14DE94AD-E44B-40F8-B136-629967EB4B1E}" dt="2021-02-22T18:40:32.283" v="1417" actId="571"/>
          <ac:spMkLst>
            <pc:docMk/>
            <pc:sldMk cId="2992616775" sldId="342"/>
            <ac:spMk id="19" creationId="{2FD55EBA-E999-4170-B5A3-876079220D99}"/>
          </ac:spMkLst>
        </pc:spChg>
        <pc:spChg chg="add mod">
          <ac:chgData name="Georg Pinne" userId="05574ceb-d5e8-42ed-bfd7-165f914e3d1e" providerId="ADAL" clId="{14DE94AD-E44B-40F8-B136-629967EB4B1E}" dt="2021-02-26T15:59:58.127" v="8041" actId="1036"/>
          <ac:spMkLst>
            <pc:docMk/>
            <pc:sldMk cId="2992616775" sldId="342"/>
            <ac:spMk id="20" creationId="{6BB7BC4D-9A64-46E0-A171-2A304AF60289}"/>
          </ac:spMkLst>
        </pc:spChg>
        <pc:spChg chg="add del mod">
          <ac:chgData name="Georg Pinne" userId="05574ceb-d5e8-42ed-bfd7-165f914e3d1e" providerId="ADAL" clId="{14DE94AD-E44B-40F8-B136-629967EB4B1E}" dt="2021-02-25T16:48:52.052" v="5694"/>
          <ac:spMkLst>
            <pc:docMk/>
            <pc:sldMk cId="2992616775" sldId="342"/>
            <ac:spMk id="22" creationId="{D8F9A549-F3F3-4D8C-8170-75FF5CEA2156}"/>
          </ac:spMkLst>
        </pc:spChg>
        <pc:spChg chg="add mod">
          <ac:chgData name="Georg Pinne" userId="05574ceb-d5e8-42ed-bfd7-165f914e3d1e" providerId="ADAL" clId="{14DE94AD-E44B-40F8-B136-629967EB4B1E}" dt="2021-02-25T17:33:04.300" v="6128" actId="1035"/>
          <ac:spMkLst>
            <pc:docMk/>
            <pc:sldMk cId="2992616775" sldId="342"/>
            <ac:spMk id="24" creationId="{8B388399-0785-4E01-B74A-F4F504E38C10}"/>
          </ac:spMkLst>
        </pc:spChg>
        <pc:spChg chg="add del mod">
          <ac:chgData name="Georg Pinne" userId="05574ceb-d5e8-42ed-bfd7-165f914e3d1e" providerId="ADAL" clId="{14DE94AD-E44B-40F8-B136-629967EB4B1E}" dt="2021-02-25T17:28:51.066" v="6096"/>
          <ac:spMkLst>
            <pc:docMk/>
            <pc:sldMk cId="2992616775" sldId="342"/>
            <ac:spMk id="25" creationId="{CC587C6B-6092-41C9-9888-5DB5D78682B9}"/>
          </ac:spMkLst>
        </pc:spChg>
        <pc:spChg chg="add mod">
          <ac:chgData name="Georg Pinne" userId="05574ceb-d5e8-42ed-bfd7-165f914e3d1e" providerId="ADAL" clId="{14DE94AD-E44B-40F8-B136-629967EB4B1E}" dt="2021-02-25T17:39:04.135" v="6177" actId="1035"/>
          <ac:spMkLst>
            <pc:docMk/>
            <pc:sldMk cId="2992616775" sldId="342"/>
            <ac:spMk id="26" creationId="{CF98E20D-4EC3-4493-A4E5-BE6EF00AC17E}"/>
          </ac:spMkLst>
        </pc:spChg>
        <pc:spChg chg="add del mod">
          <ac:chgData name="Georg Pinne" userId="05574ceb-d5e8-42ed-bfd7-165f914e3d1e" providerId="ADAL" clId="{14DE94AD-E44B-40F8-B136-629967EB4B1E}" dt="2021-02-25T17:41:53.177" v="6441"/>
          <ac:spMkLst>
            <pc:docMk/>
            <pc:sldMk cId="2992616775" sldId="342"/>
            <ac:spMk id="27" creationId="{929633FB-3334-4D32-BD04-8D7BE94FC967}"/>
          </ac:spMkLst>
        </pc:spChg>
        <pc:spChg chg="add del mod">
          <ac:chgData name="Georg Pinne" userId="05574ceb-d5e8-42ed-bfd7-165f914e3d1e" providerId="ADAL" clId="{14DE94AD-E44B-40F8-B136-629967EB4B1E}" dt="2021-02-25T17:42:01.606" v="6445"/>
          <ac:spMkLst>
            <pc:docMk/>
            <pc:sldMk cId="2992616775" sldId="342"/>
            <ac:spMk id="28" creationId="{F97076EC-8240-4AE8-9B4B-512A40F17C05}"/>
          </ac:spMkLst>
        </pc:spChg>
        <pc:spChg chg="add del mod ord">
          <ac:chgData name="Georg Pinne" userId="05574ceb-d5e8-42ed-bfd7-165f914e3d1e" providerId="ADAL" clId="{14DE94AD-E44B-40F8-B136-629967EB4B1E}" dt="2021-02-25T15:55:47.622" v="5181" actId="478"/>
          <ac:spMkLst>
            <pc:docMk/>
            <pc:sldMk cId="2992616775" sldId="342"/>
            <ac:spMk id="32" creationId="{7F431EF0-8A9F-4321-B17B-0B883D36AB3D}"/>
          </ac:spMkLst>
        </pc:spChg>
        <pc:spChg chg="add del mod">
          <ac:chgData name="Georg Pinne" userId="05574ceb-d5e8-42ed-bfd7-165f914e3d1e" providerId="ADAL" clId="{14DE94AD-E44B-40F8-B136-629967EB4B1E}" dt="2021-02-26T15:58:36.057" v="8007" actId="14100"/>
          <ac:spMkLst>
            <pc:docMk/>
            <pc:sldMk cId="2992616775" sldId="342"/>
            <ac:spMk id="33" creationId="{92613B80-7A6D-4C70-B796-2C7EFE6993C6}"/>
          </ac:spMkLst>
        </pc:spChg>
        <pc:spChg chg="mod">
          <ac:chgData name="Georg Pinne" userId="05574ceb-d5e8-42ed-bfd7-165f914e3d1e" providerId="ADAL" clId="{14DE94AD-E44B-40F8-B136-629967EB4B1E}" dt="2021-02-26T15:58:40.351" v="8011" actId="1035"/>
          <ac:spMkLst>
            <pc:docMk/>
            <pc:sldMk cId="2992616775" sldId="342"/>
            <ac:spMk id="34" creationId="{27B70339-7C13-4E2F-911B-1598D7783ED2}"/>
          </ac:spMkLst>
        </pc:spChg>
        <pc:spChg chg="mod">
          <ac:chgData name="Georg Pinne" userId="05574ceb-d5e8-42ed-bfd7-165f914e3d1e" providerId="ADAL" clId="{14DE94AD-E44B-40F8-B136-629967EB4B1E}" dt="2021-02-26T15:59:58.127" v="8041" actId="1036"/>
          <ac:spMkLst>
            <pc:docMk/>
            <pc:sldMk cId="2992616775" sldId="342"/>
            <ac:spMk id="42" creationId="{85ADFC1E-6784-494E-8B26-F504839F85B3}"/>
          </ac:spMkLst>
        </pc:spChg>
        <pc:spChg chg="mod">
          <ac:chgData name="Georg Pinne" userId="05574ceb-d5e8-42ed-bfd7-165f914e3d1e" providerId="ADAL" clId="{14DE94AD-E44B-40F8-B136-629967EB4B1E}" dt="2021-02-26T15:59:58.127" v="8041" actId="1036"/>
          <ac:spMkLst>
            <pc:docMk/>
            <pc:sldMk cId="2992616775" sldId="342"/>
            <ac:spMk id="43" creationId="{3263E368-D38C-4C03-9354-B95A8230EA66}"/>
          </ac:spMkLst>
        </pc:spChg>
        <pc:spChg chg="add del mod">
          <ac:chgData name="Georg Pinne" userId="05574ceb-d5e8-42ed-bfd7-165f914e3d1e" providerId="ADAL" clId="{14DE94AD-E44B-40F8-B136-629967EB4B1E}" dt="2021-02-26T15:59:58.127" v="8041" actId="1036"/>
          <ac:spMkLst>
            <pc:docMk/>
            <pc:sldMk cId="2992616775" sldId="342"/>
            <ac:spMk id="44" creationId="{02EA9378-C8DA-43AE-ACBE-8314A3C2797B}"/>
          </ac:spMkLst>
        </pc:spChg>
        <pc:spChg chg="mod">
          <ac:chgData name="Georg Pinne" userId="05574ceb-d5e8-42ed-bfd7-165f914e3d1e" providerId="ADAL" clId="{14DE94AD-E44B-40F8-B136-629967EB4B1E}" dt="2021-02-26T15:59:37.878" v="8023" actId="12789"/>
          <ac:spMkLst>
            <pc:docMk/>
            <pc:sldMk cId="2992616775" sldId="342"/>
            <ac:spMk id="45" creationId="{8B11667F-FEA1-4442-9B09-57BBB8C83C29}"/>
          </ac:spMkLst>
        </pc:spChg>
        <pc:spChg chg="mod">
          <ac:chgData name="Georg Pinne" userId="05574ceb-d5e8-42ed-bfd7-165f914e3d1e" providerId="ADAL" clId="{14DE94AD-E44B-40F8-B136-629967EB4B1E}" dt="2021-02-25T17:33:04.300" v="6128" actId="1035"/>
          <ac:spMkLst>
            <pc:docMk/>
            <pc:sldMk cId="2992616775" sldId="342"/>
            <ac:spMk id="46" creationId="{E7A4C128-6E2E-459F-8F34-BA645B3576DF}"/>
          </ac:spMkLst>
        </pc:spChg>
        <pc:spChg chg="add del mod">
          <ac:chgData name="Georg Pinne" userId="05574ceb-d5e8-42ed-bfd7-165f914e3d1e" providerId="ADAL" clId="{14DE94AD-E44B-40F8-B136-629967EB4B1E}" dt="2021-02-26T15:59:37.878" v="8023" actId="12789"/>
          <ac:spMkLst>
            <pc:docMk/>
            <pc:sldMk cId="2992616775" sldId="342"/>
            <ac:spMk id="47" creationId="{F0841F06-A3C0-49EA-A7F7-EB9E4BD33571}"/>
          </ac:spMkLst>
        </pc:spChg>
        <pc:spChg chg="del mod">
          <ac:chgData name="Georg Pinne" userId="05574ceb-d5e8-42ed-bfd7-165f914e3d1e" providerId="ADAL" clId="{14DE94AD-E44B-40F8-B136-629967EB4B1E}" dt="2021-02-25T17:29:09.531" v="6102" actId="478"/>
          <ac:spMkLst>
            <pc:docMk/>
            <pc:sldMk cId="2992616775" sldId="342"/>
            <ac:spMk id="50" creationId="{9A9A1243-A60F-4320-869E-4DEAE2647649}"/>
          </ac:spMkLst>
        </pc:spChg>
      </pc:sldChg>
      <pc:sldChg chg="del">
        <pc:chgData name="Georg Pinne" userId="05574ceb-d5e8-42ed-bfd7-165f914e3d1e" providerId="ADAL" clId="{14DE94AD-E44B-40F8-B136-629967EB4B1E}" dt="2021-02-22T17:27:42.565" v="810" actId="47"/>
        <pc:sldMkLst>
          <pc:docMk/>
          <pc:sldMk cId="2581127135" sldId="343"/>
        </pc:sldMkLst>
      </pc:sldChg>
      <pc:sldChg chg="addSp delSp modSp mod">
        <pc:chgData name="Georg Pinne" userId="05574ceb-d5e8-42ed-bfd7-165f914e3d1e" providerId="ADAL" clId="{14DE94AD-E44B-40F8-B136-629967EB4B1E}" dt="2021-02-26T16:30:38.777" v="8507" actId="1076"/>
        <pc:sldMkLst>
          <pc:docMk/>
          <pc:sldMk cId="977870538" sldId="347"/>
        </pc:sldMkLst>
        <pc:spChg chg="del">
          <ac:chgData name="Georg Pinne" userId="05574ceb-d5e8-42ed-bfd7-165f914e3d1e" providerId="ADAL" clId="{14DE94AD-E44B-40F8-B136-629967EB4B1E}" dt="2021-02-22T17:43:37.684" v="1085" actId="478"/>
          <ac:spMkLst>
            <pc:docMk/>
            <pc:sldMk cId="977870538" sldId="347"/>
            <ac:spMk id="2" creationId="{649C831E-1C96-4BFD-B957-A23656A887E6}"/>
          </ac:spMkLst>
        </pc:spChg>
        <pc:spChg chg="mod ord">
          <ac:chgData name="Georg Pinne" userId="05574ceb-d5e8-42ed-bfd7-165f914e3d1e" providerId="ADAL" clId="{14DE94AD-E44B-40F8-B136-629967EB4B1E}" dt="2021-02-26T16:30:38.777" v="8507" actId="1076"/>
          <ac:spMkLst>
            <pc:docMk/>
            <pc:sldMk cId="977870538" sldId="347"/>
            <ac:spMk id="13" creationId="{DB47710D-33CD-4E3F-9F87-08460E715EA2}"/>
          </ac:spMkLst>
        </pc:spChg>
        <pc:spChg chg="del mod">
          <ac:chgData name="Georg Pinne" userId="05574ceb-d5e8-42ed-bfd7-165f914e3d1e" providerId="ADAL" clId="{14DE94AD-E44B-40F8-B136-629967EB4B1E}" dt="2021-02-25T19:35:33.977" v="7021" actId="478"/>
          <ac:spMkLst>
            <pc:docMk/>
            <pc:sldMk cId="977870538" sldId="347"/>
            <ac:spMk id="14" creationId="{96FB4D39-178B-4C4B-AB12-0C363EEB0DC8}"/>
          </ac:spMkLst>
        </pc:spChg>
        <pc:spChg chg="del mod">
          <ac:chgData name="Georg Pinne" userId="05574ceb-d5e8-42ed-bfd7-165f914e3d1e" providerId="ADAL" clId="{14DE94AD-E44B-40F8-B136-629967EB4B1E}" dt="2021-02-25T19:35:33.977" v="7021" actId="478"/>
          <ac:spMkLst>
            <pc:docMk/>
            <pc:sldMk cId="977870538" sldId="347"/>
            <ac:spMk id="15" creationId="{B27704A8-079A-4384-8622-81E0F7E1C072}"/>
          </ac:spMkLst>
        </pc:spChg>
        <pc:spChg chg="del mod">
          <ac:chgData name="Georg Pinne" userId="05574ceb-d5e8-42ed-bfd7-165f914e3d1e" providerId="ADAL" clId="{14DE94AD-E44B-40F8-B136-629967EB4B1E}" dt="2021-02-25T19:35:33.977" v="7021" actId="478"/>
          <ac:spMkLst>
            <pc:docMk/>
            <pc:sldMk cId="977870538" sldId="347"/>
            <ac:spMk id="16" creationId="{8AC48996-B796-455A-930B-AFFF4178117C}"/>
          </ac:spMkLst>
        </pc:spChg>
        <pc:spChg chg="del mod">
          <ac:chgData name="Georg Pinne" userId="05574ceb-d5e8-42ed-bfd7-165f914e3d1e" providerId="ADAL" clId="{14DE94AD-E44B-40F8-B136-629967EB4B1E}" dt="2021-02-25T19:35:33.977" v="7021" actId="478"/>
          <ac:spMkLst>
            <pc:docMk/>
            <pc:sldMk cId="977870538" sldId="347"/>
            <ac:spMk id="17" creationId="{8E861547-D097-49B2-B07C-16BFE9AB29BF}"/>
          </ac:spMkLst>
        </pc:spChg>
        <pc:spChg chg="del mod">
          <ac:chgData name="Georg Pinne" userId="05574ceb-d5e8-42ed-bfd7-165f914e3d1e" providerId="ADAL" clId="{14DE94AD-E44B-40F8-B136-629967EB4B1E}" dt="2021-02-25T19:35:33.977" v="7021" actId="478"/>
          <ac:spMkLst>
            <pc:docMk/>
            <pc:sldMk cId="977870538" sldId="347"/>
            <ac:spMk id="18" creationId="{DC89CA99-4BCB-4DAE-9B6D-E22366325BCA}"/>
          </ac:spMkLst>
        </pc:spChg>
        <pc:spChg chg="del mod">
          <ac:chgData name="Georg Pinne" userId="05574ceb-d5e8-42ed-bfd7-165f914e3d1e" providerId="ADAL" clId="{14DE94AD-E44B-40F8-B136-629967EB4B1E}" dt="2021-02-25T19:35:33.977" v="7021" actId="478"/>
          <ac:spMkLst>
            <pc:docMk/>
            <pc:sldMk cId="977870538" sldId="347"/>
            <ac:spMk id="19" creationId="{90E50506-254A-4988-A72E-E57682976190}"/>
          </ac:spMkLst>
        </pc:spChg>
        <pc:spChg chg="add mod">
          <ac:chgData name="Georg Pinne" userId="05574ceb-d5e8-42ed-bfd7-165f914e3d1e" providerId="ADAL" clId="{14DE94AD-E44B-40F8-B136-629967EB4B1E}" dt="2021-02-25T19:12:17.635" v="7005" actId="571"/>
          <ac:spMkLst>
            <pc:docMk/>
            <pc:sldMk cId="977870538" sldId="347"/>
            <ac:spMk id="20" creationId="{FFEE8D79-649C-48F1-87DE-616077FB0319}"/>
          </ac:spMkLst>
        </pc:spChg>
        <pc:spChg chg="del">
          <ac:chgData name="Georg Pinne" userId="05574ceb-d5e8-42ed-bfd7-165f914e3d1e" providerId="ADAL" clId="{14DE94AD-E44B-40F8-B136-629967EB4B1E}" dt="2021-02-25T19:35:38.659" v="7023" actId="478"/>
          <ac:spMkLst>
            <pc:docMk/>
            <pc:sldMk cId="977870538" sldId="347"/>
            <ac:spMk id="21" creationId="{4B15751B-BBAB-4DAF-BF1A-DF1F4C7BD2A8}"/>
          </ac:spMkLst>
        </pc:spChg>
        <pc:spChg chg="add mod">
          <ac:chgData name="Georg Pinne" userId="05574ceb-d5e8-42ed-bfd7-165f914e3d1e" providerId="ADAL" clId="{14DE94AD-E44B-40F8-B136-629967EB4B1E}" dt="2021-02-25T19:12:39.077" v="7009" actId="571"/>
          <ac:spMkLst>
            <pc:docMk/>
            <pc:sldMk cId="977870538" sldId="347"/>
            <ac:spMk id="22" creationId="{91CC76F4-EB09-456A-B0B1-EA492BB28C8C}"/>
          </ac:spMkLst>
        </pc:spChg>
        <pc:spChg chg="del mod">
          <ac:chgData name="Georg Pinne" userId="05574ceb-d5e8-42ed-bfd7-165f914e3d1e" providerId="ADAL" clId="{14DE94AD-E44B-40F8-B136-629967EB4B1E}" dt="2021-02-25T19:35:33.977" v="7021" actId="478"/>
          <ac:spMkLst>
            <pc:docMk/>
            <pc:sldMk cId="977870538" sldId="347"/>
            <ac:spMk id="23" creationId="{CB5808C3-B83F-46C2-B355-C89C013E9882}"/>
          </ac:spMkLst>
        </pc:spChg>
        <pc:spChg chg="mod">
          <ac:chgData name="Georg Pinne" userId="05574ceb-d5e8-42ed-bfd7-165f914e3d1e" providerId="ADAL" clId="{14DE94AD-E44B-40F8-B136-629967EB4B1E}" dt="2021-02-25T19:35:11.355" v="7020" actId="1076"/>
          <ac:spMkLst>
            <pc:docMk/>
            <pc:sldMk cId="977870538" sldId="347"/>
            <ac:spMk id="24" creationId="{A267737F-BA7E-4504-9F58-D026DCA553F3}"/>
          </ac:spMkLst>
        </pc:spChg>
        <pc:spChg chg="add mod">
          <ac:chgData name="Georg Pinne" userId="05574ceb-d5e8-42ed-bfd7-165f914e3d1e" providerId="ADAL" clId="{14DE94AD-E44B-40F8-B136-629967EB4B1E}" dt="2021-02-25T19:35:54.095" v="7025" actId="20577"/>
          <ac:spMkLst>
            <pc:docMk/>
            <pc:sldMk cId="977870538" sldId="347"/>
            <ac:spMk id="25" creationId="{AEC066DF-7C11-4580-A60A-50E7CF6BE1B0}"/>
          </ac:spMkLst>
        </pc:spChg>
        <pc:spChg chg="add mod">
          <ac:chgData name="Georg Pinne" userId="05574ceb-d5e8-42ed-bfd7-165f914e3d1e" providerId="ADAL" clId="{14DE94AD-E44B-40F8-B136-629967EB4B1E}" dt="2021-02-25T19:43:10.921" v="7254" actId="14100"/>
          <ac:spMkLst>
            <pc:docMk/>
            <pc:sldMk cId="977870538" sldId="347"/>
            <ac:spMk id="26" creationId="{C1E0C870-42BB-40EA-803B-0F868CC8E1C0}"/>
          </ac:spMkLst>
        </pc:spChg>
        <pc:spChg chg="add del mod">
          <ac:chgData name="Georg Pinne" userId="05574ceb-d5e8-42ed-bfd7-165f914e3d1e" providerId="ADAL" clId="{14DE94AD-E44B-40F8-B136-629967EB4B1E}" dt="2021-02-25T19:42:23.717" v="7245" actId="478"/>
          <ac:spMkLst>
            <pc:docMk/>
            <pc:sldMk cId="977870538" sldId="347"/>
            <ac:spMk id="28" creationId="{9B1672C3-2F83-4A64-9770-6DE181F1F627}"/>
          </ac:spMkLst>
        </pc:spChg>
        <pc:spChg chg="add del mod">
          <ac:chgData name="Georg Pinne" userId="05574ceb-d5e8-42ed-bfd7-165f914e3d1e" providerId="ADAL" clId="{14DE94AD-E44B-40F8-B136-629967EB4B1E}" dt="2021-02-25T19:37:00.060" v="7044"/>
          <ac:spMkLst>
            <pc:docMk/>
            <pc:sldMk cId="977870538" sldId="347"/>
            <ac:spMk id="29" creationId="{9E8F5917-6A7B-4E4C-8F23-94473DCCBE06}"/>
          </ac:spMkLst>
        </pc:spChg>
        <pc:spChg chg="add del mod">
          <ac:chgData name="Georg Pinne" userId="05574ceb-d5e8-42ed-bfd7-165f914e3d1e" providerId="ADAL" clId="{14DE94AD-E44B-40F8-B136-629967EB4B1E}" dt="2021-02-25T19:37:00.060" v="7044"/>
          <ac:spMkLst>
            <pc:docMk/>
            <pc:sldMk cId="977870538" sldId="347"/>
            <ac:spMk id="30" creationId="{5C710147-6489-436F-A68C-9D447BE1084B}"/>
          </ac:spMkLst>
        </pc:spChg>
        <pc:spChg chg="add del mod">
          <ac:chgData name="Georg Pinne" userId="05574ceb-d5e8-42ed-bfd7-165f914e3d1e" providerId="ADAL" clId="{14DE94AD-E44B-40F8-B136-629967EB4B1E}" dt="2021-02-25T19:37:00.060" v="7044"/>
          <ac:spMkLst>
            <pc:docMk/>
            <pc:sldMk cId="977870538" sldId="347"/>
            <ac:spMk id="31" creationId="{17436B1E-518E-4C9E-A7A9-911CF5DC55FD}"/>
          </ac:spMkLst>
        </pc:spChg>
        <pc:spChg chg="add del mod">
          <ac:chgData name="Georg Pinne" userId="05574ceb-d5e8-42ed-bfd7-165f914e3d1e" providerId="ADAL" clId="{14DE94AD-E44B-40F8-B136-629967EB4B1E}" dt="2021-02-25T19:37:00.060" v="7044"/>
          <ac:spMkLst>
            <pc:docMk/>
            <pc:sldMk cId="977870538" sldId="347"/>
            <ac:spMk id="32" creationId="{FAF32672-021D-4CA8-9167-EA4574289EF1}"/>
          </ac:spMkLst>
        </pc:spChg>
        <pc:spChg chg="add del mod">
          <ac:chgData name="Georg Pinne" userId="05574ceb-d5e8-42ed-bfd7-165f914e3d1e" providerId="ADAL" clId="{14DE94AD-E44B-40F8-B136-629967EB4B1E}" dt="2021-02-25T19:37:00.060" v="7044"/>
          <ac:spMkLst>
            <pc:docMk/>
            <pc:sldMk cId="977870538" sldId="347"/>
            <ac:spMk id="33" creationId="{B6C35927-4B01-4862-AE5F-CE72FBA28285}"/>
          </ac:spMkLst>
        </pc:spChg>
        <pc:spChg chg="add del mod">
          <ac:chgData name="Georg Pinne" userId="05574ceb-d5e8-42ed-bfd7-165f914e3d1e" providerId="ADAL" clId="{14DE94AD-E44B-40F8-B136-629967EB4B1E}" dt="2021-02-25T19:37:15.004" v="7050"/>
          <ac:spMkLst>
            <pc:docMk/>
            <pc:sldMk cId="977870538" sldId="347"/>
            <ac:spMk id="34" creationId="{C5A35F87-6B94-4F9C-A0F9-0774B9247FF9}"/>
          </ac:spMkLst>
        </pc:spChg>
        <pc:spChg chg="add del mod">
          <ac:chgData name="Georg Pinne" userId="05574ceb-d5e8-42ed-bfd7-165f914e3d1e" providerId="ADAL" clId="{14DE94AD-E44B-40F8-B136-629967EB4B1E}" dt="2021-02-25T19:37:15.004" v="7050"/>
          <ac:spMkLst>
            <pc:docMk/>
            <pc:sldMk cId="977870538" sldId="347"/>
            <ac:spMk id="35" creationId="{4E289B0B-4E81-45E8-8256-BB1500CF1FD6}"/>
          </ac:spMkLst>
        </pc:spChg>
        <pc:spChg chg="add del mod">
          <ac:chgData name="Georg Pinne" userId="05574ceb-d5e8-42ed-bfd7-165f914e3d1e" providerId="ADAL" clId="{14DE94AD-E44B-40F8-B136-629967EB4B1E}" dt="2021-02-25T19:37:15.004" v="7050"/>
          <ac:spMkLst>
            <pc:docMk/>
            <pc:sldMk cId="977870538" sldId="347"/>
            <ac:spMk id="36" creationId="{F3952EF7-07C6-4990-B4F4-DC1B05A1E4B2}"/>
          </ac:spMkLst>
        </pc:spChg>
        <pc:spChg chg="add del mod">
          <ac:chgData name="Georg Pinne" userId="05574ceb-d5e8-42ed-bfd7-165f914e3d1e" providerId="ADAL" clId="{14DE94AD-E44B-40F8-B136-629967EB4B1E}" dt="2021-02-25T19:37:15.004" v="7050"/>
          <ac:spMkLst>
            <pc:docMk/>
            <pc:sldMk cId="977870538" sldId="347"/>
            <ac:spMk id="37" creationId="{B12863A2-5BB9-477B-B788-401D6DFCE9F5}"/>
          </ac:spMkLst>
        </pc:spChg>
        <pc:spChg chg="add del mod">
          <ac:chgData name="Georg Pinne" userId="05574ceb-d5e8-42ed-bfd7-165f914e3d1e" providerId="ADAL" clId="{14DE94AD-E44B-40F8-B136-629967EB4B1E}" dt="2021-02-25T19:37:15.004" v="7050"/>
          <ac:spMkLst>
            <pc:docMk/>
            <pc:sldMk cId="977870538" sldId="347"/>
            <ac:spMk id="38" creationId="{8AB74887-01FA-4362-8461-15BC79B46E54}"/>
          </ac:spMkLst>
        </pc:spChg>
        <pc:spChg chg="add del mod">
          <ac:chgData name="Georg Pinne" userId="05574ceb-d5e8-42ed-bfd7-165f914e3d1e" providerId="ADAL" clId="{14DE94AD-E44B-40F8-B136-629967EB4B1E}" dt="2021-02-25T19:37:36.631" v="7056"/>
          <ac:spMkLst>
            <pc:docMk/>
            <pc:sldMk cId="977870538" sldId="347"/>
            <ac:spMk id="39" creationId="{4FEEF2C1-6ADC-4ABF-9B0C-EA1F9BC38FB0}"/>
          </ac:spMkLst>
        </pc:spChg>
        <pc:spChg chg="add del mod">
          <ac:chgData name="Georg Pinne" userId="05574ceb-d5e8-42ed-bfd7-165f914e3d1e" providerId="ADAL" clId="{14DE94AD-E44B-40F8-B136-629967EB4B1E}" dt="2021-02-25T19:37:36.631" v="7056"/>
          <ac:spMkLst>
            <pc:docMk/>
            <pc:sldMk cId="977870538" sldId="347"/>
            <ac:spMk id="40" creationId="{014599B8-E1E1-4D46-BCE9-94CA12D55AD2}"/>
          </ac:spMkLst>
        </pc:spChg>
        <pc:spChg chg="add del mod">
          <ac:chgData name="Georg Pinne" userId="05574ceb-d5e8-42ed-bfd7-165f914e3d1e" providerId="ADAL" clId="{14DE94AD-E44B-40F8-B136-629967EB4B1E}" dt="2021-02-25T19:37:36.631" v="7056"/>
          <ac:spMkLst>
            <pc:docMk/>
            <pc:sldMk cId="977870538" sldId="347"/>
            <ac:spMk id="41" creationId="{B1F2191B-2CBB-4498-B489-D9BCD8F92E89}"/>
          </ac:spMkLst>
        </pc:spChg>
        <pc:spChg chg="add del mod">
          <ac:chgData name="Georg Pinne" userId="05574ceb-d5e8-42ed-bfd7-165f914e3d1e" providerId="ADAL" clId="{14DE94AD-E44B-40F8-B136-629967EB4B1E}" dt="2021-02-25T19:37:36.631" v="7056"/>
          <ac:spMkLst>
            <pc:docMk/>
            <pc:sldMk cId="977870538" sldId="347"/>
            <ac:spMk id="42" creationId="{BE4D5FA3-8FF8-4565-ABE2-CDA631DD685F}"/>
          </ac:spMkLst>
        </pc:spChg>
        <pc:spChg chg="add del mod">
          <ac:chgData name="Georg Pinne" userId="05574ceb-d5e8-42ed-bfd7-165f914e3d1e" providerId="ADAL" clId="{14DE94AD-E44B-40F8-B136-629967EB4B1E}" dt="2021-02-25T19:37:36.631" v="7056"/>
          <ac:spMkLst>
            <pc:docMk/>
            <pc:sldMk cId="977870538" sldId="347"/>
            <ac:spMk id="43" creationId="{0AE18926-2BB5-44EB-963B-0BD2DA9D57E6}"/>
          </ac:spMkLst>
        </pc:spChg>
        <pc:spChg chg="add del mod">
          <ac:chgData name="Georg Pinne" userId="05574ceb-d5e8-42ed-bfd7-165f914e3d1e" providerId="ADAL" clId="{14DE94AD-E44B-40F8-B136-629967EB4B1E}" dt="2021-02-25T19:40:41.311" v="7233" actId="478"/>
          <ac:spMkLst>
            <pc:docMk/>
            <pc:sldMk cId="977870538" sldId="347"/>
            <ac:spMk id="44" creationId="{95B38CE1-DD7B-4CD9-A2EE-41ADB0CD863C}"/>
          </ac:spMkLst>
        </pc:spChg>
        <pc:spChg chg="add mod">
          <ac:chgData name="Georg Pinne" userId="05574ceb-d5e8-42ed-bfd7-165f914e3d1e" providerId="ADAL" clId="{14DE94AD-E44B-40F8-B136-629967EB4B1E}" dt="2021-02-25T19:38:15.073" v="7202" actId="1076"/>
          <ac:spMkLst>
            <pc:docMk/>
            <pc:sldMk cId="977870538" sldId="347"/>
            <ac:spMk id="45" creationId="{4F49F2BB-5EC1-47EB-82B9-3DAE55540434}"/>
          </ac:spMkLst>
        </pc:spChg>
        <pc:spChg chg="add mod">
          <ac:chgData name="Georg Pinne" userId="05574ceb-d5e8-42ed-bfd7-165f914e3d1e" providerId="ADAL" clId="{14DE94AD-E44B-40F8-B136-629967EB4B1E}" dt="2021-02-25T19:42:46.382" v="7249" actId="14100"/>
          <ac:spMkLst>
            <pc:docMk/>
            <pc:sldMk cId="977870538" sldId="347"/>
            <ac:spMk id="46" creationId="{8FB25301-AB38-4E32-B03B-038A51B6C185}"/>
          </ac:spMkLst>
        </pc:spChg>
        <pc:spChg chg="add del mod">
          <ac:chgData name="Georg Pinne" userId="05574ceb-d5e8-42ed-bfd7-165f914e3d1e" providerId="ADAL" clId="{14DE94AD-E44B-40F8-B136-629967EB4B1E}" dt="2021-02-25T19:42:25.399" v="7246" actId="478"/>
          <ac:spMkLst>
            <pc:docMk/>
            <pc:sldMk cId="977870538" sldId="347"/>
            <ac:spMk id="47" creationId="{3AEB62CB-EB1C-45E9-91C1-F1DDB8590CAC}"/>
          </ac:spMkLst>
        </pc:spChg>
        <pc:spChg chg="add mod">
          <ac:chgData name="Georg Pinne" userId="05574ceb-d5e8-42ed-bfd7-165f914e3d1e" providerId="ADAL" clId="{14DE94AD-E44B-40F8-B136-629967EB4B1E}" dt="2021-02-25T19:38:15.073" v="7202" actId="1076"/>
          <ac:spMkLst>
            <pc:docMk/>
            <pc:sldMk cId="977870538" sldId="347"/>
            <ac:spMk id="48" creationId="{92FAF57A-E75E-4DE4-8D2C-7150C58BE25C}"/>
          </ac:spMkLst>
        </pc:spChg>
        <pc:spChg chg="add mod ord">
          <ac:chgData name="Georg Pinne" userId="05574ceb-d5e8-42ed-bfd7-165f914e3d1e" providerId="ADAL" clId="{14DE94AD-E44B-40F8-B136-629967EB4B1E}" dt="2021-02-25T19:40:53.751" v="7236" actId="167"/>
          <ac:spMkLst>
            <pc:docMk/>
            <pc:sldMk cId="977870538" sldId="347"/>
            <ac:spMk id="49" creationId="{881E2391-790D-4546-B78E-2A75C8DC837E}"/>
          </ac:spMkLst>
        </pc:spChg>
        <pc:spChg chg="add del mod">
          <ac:chgData name="Georg Pinne" userId="05574ceb-d5e8-42ed-bfd7-165f914e3d1e" providerId="ADAL" clId="{14DE94AD-E44B-40F8-B136-629967EB4B1E}" dt="2021-02-25T19:42:13.738" v="7240"/>
          <ac:spMkLst>
            <pc:docMk/>
            <pc:sldMk cId="977870538" sldId="347"/>
            <ac:spMk id="50" creationId="{4DF8B57D-3BE9-4ADF-9693-E9875A57F744}"/>
          </ac:spMkLst>
        </pc:spChg>
        <pc:spChg chg="add mod">
          <ac:chgData name="Georg Pinne" userId="05574ceb-d5e8-42ed-bfd7-165f914e3d1e" providerId="ADAL" clId="{14DE94AD-E44B-40F8-B136-629967EB4B1E}" dt="2021-02-25T19:42:53.525" v="7250" actId="14100"/>
          <ac:spMkLst>
            <pc:docMk/>
            <pc:sldMk cId="977870538" sldId="347"/>
            <ac:spMk id="51" creationId="{DB4A4EC6-BD44-4218-AFA4-DAA9390C9BB1}"/>
          </ac:spMkLst>
        </pc:spChg>
        <pc:spChg chg="add mod">
          <ac:chgData name="Georg Pinne" userId="05574ceb-d5e8-42ed-bfd7-165f914e3d1e" providerId="ADAL" clId="{14DE94AD-E44B-40F8-B136-629967EB4B1E}" dt="2021-02-25T19:43:05.432" v="7253" actId="14100"/>
          <ac:spMkLst>
            <pc:docMk/>
            <pc:sldMk cId="977870538" sldId="347"/>
            <ac:spMk id="52" creationId="{8A6816CF-F1A3-48FB-81DF-563289F79445}"/>
          </ac:spMkLst>
        </pc:spChg>
        <pc:graphicFrameChg chg="del mod">
          <ac:chgData name="Georg Pinne" userId="05574ceb-d5e8-42ed-bfd7-165f914e3d1e" providerId="ADAL" clId="{14DE94AD-E44B-40F8-B136-629967EB4B1E}" dt="2021-02-25T19:35:33.977" v="7021" actId="478"/>
          <ac:graphicFrameMkLst>
            <pc:docMk/>
            <pc:sldMk cId="977870538" sldId="347"/>
            <ac:graphicFrameMk id="11" creationId="{5E3C2BA8-BA2A-4C5B-8CB1-75E207E57A6B}"/>
          </ac:graphicFrameMkLst>
        </pc:graphicFrameChg>
        <pc:graphicFrameChg chg="add mod">
          <ac:chgData name="Georg Pinne" userId="05574ceb-d5e8-42ed-bfd7-165f914e3d1e" providerId="ADAL" clId="{14DE94AD-E44B-40F8-B136-629967EB4B1E}" dt="2021-02-26T16:05:11.172" v="8274"/>
          <ac:graphicFrameMkLst>
            <pc:docMk/>
            <pc:sldMk cId="977870538" sldId="347"/>
            <ac:graphicFrameMk id="27" creationId="{37D1937B-5D4D-45F5-9302-6CFE6A7295E9}"/>
          </ac:graphicFrameMkLst>
        </pc:graphicFrameChg>
      </pc:sldChg>
      <pc:sldChg chg="modSp del mod">
        <pc:chgData name="Georg Pinne" userId="05574ceb-d5e8-42ed-bfd7-165f914e3d1e" providerId="ADAL" clId="{14DE94AD-E44B-40F8-B136-629967EB4B1E}" dt="2021-02-22T17:29:55.999" v="842" actId="47"/>
        <pc:sldMkLst>
          <pc:docMk/>
          <pc:sldMk cId="1017934122" sldId="350"/>
        </pc:sldMkLst>
        <pc:spChg chg="mod">
          <ac:chgData name="Georg Pinne" userId="05574ceb-d5e8-42ed-bfd7-165f914e3d1e" providerId="ADAL" clId="{14DE94AD-E44B-40F8-B136-629967EB4B1E}" dt="2021-02-22T17:25:53.604" v="769"/>
          <ac:spMkLst>
            <pc:docMk/>
            <pc:sldMk cId="1017934122" sldId="350"/>
            <ac:spMk id="9" creationId="{CE385EEE-0422-4FD2-A5AA-60CCE66E777D}"/>
          </ac:spMkLst>
        </pc:spChg>
      </pc:sldChg>
      <pc:sldChg chg="addSp delSp modSp mod">
        <pc:chgData name="Georg Pinne" userId="05574ceb-d5e8-42ed-bfd7-165f914e3d1e" providerId="ADAL" clId="{14DE94AD-E44B-40F8-B136-629967EB4B1E}" dt="2021-02-25T16:23:47.259" v="5452" actId="12"/>
        <pc:sldMkLst>
          <pc:docMk/>
          <pc:sldMk cId="580259244" sldId="351"/>
        </pc:sldMkLst>
        <pc:spChg chg="mod">
          <ac:chgData name="Georg Pinne" userId="05574ceb-d5e8-42ed-bfd7-165f914e3d1e" providerId="ADAL" clId="{14DE94AD-E44B-40F8-B136-629967EB4B1E}" dt="2021-02-25T16:17:52.280" v="5357" actId="14100"/>
          <ac:spMkLst>
            <pc:docMk/>
            <pc:sldMk cId="580259244" sldId="351"/>
            <ac:spMk id="18" creationId="{9D21C274-5873-4D24-AABD-9AAB39E19A95}"/>
          </ac:spMkLst>
        </pc:spChg>
        <pc:spChg chg="mod">
          <ac:chgData name="Georg Pinne" userId="05574ceb-d5e8-42ed-bfd7-165f914e3d1e" providerId="ADAL" clId="{14DE94AD-E44B-40F8-B136-629967EB4B1E}" dt="2021-02-25T14:25:22.354" v="4401" actId="1038"/>
          <ac:spMkLst>
            <pc:docMk/>
            <pc:sldMk cId="580259244" sldId="351"/>
            <ac:spMk id="19" creationId="{2201FFD7-D8BE-40B7-A7DD-3943B1C2700B}"/>
          </ac:spMkLst>
        </pc:spChg>
        <pc:spChg chg="mod">
          <ac:chgData name="Georg Pinne" userId="05574ceb-d5e8-42ed-bfd7-165f914e3d1e" providerId="ADAL" clId="{14DE94AD-E44B-40F8-B136-629967EB4B1E}" dt="2021-02-25T16:08:09.487" v="5305" actId="1035"/>
          <ac:spMkLst>
            <pc:docMk/>
            <pc:sldMk cId="580259244" sldId="351"/>
            <ac:spMk id="21" creationId="{17493240-B09C-4A4F-8851-B0EBD7C5ABF1}"/>
          </ac:spMkLst>
        </pc:spChg>
        <pc:spChg chg="mod">
          <ac:chgData name="Georg Pinne" userId="05574ceb-d5e8-42ed-bfd7-165f914e3d1e" providerId="ADAL" clId="{14DE94AD-E44B-40F8-B136-629967EB4B1E}" dt="2021-02-25T16:08:09.487" v="5305" actId="1035"/>
          <ac:spMkLst>
            <pc:docMk/>
            <pc:sldMk cId="580259244" sldId="351"/>
            <ac:spMk id="22" creationId="{1DB7BA73-9F53-4CC7-AC70-70A317C6D8ED}"/>
          </ac:spMkLst>
        </pc:spChg>
        <pc:spChg chg="mod">
          <ac:chgData name="Georg Pinne" userId="05574ceb-d5e8-42ed-bfd7-165f914e3d1e" providerId="ADAL" clId="{14DE94AD-E44B-40F8-B136-629967EB4B1E}" dt="2021-02-25T16:08:09.487" v="5305" actId="1035"/>
          <ac:spMkLst>
            <pc:docMk/>
            <pc:sldMk cId="580259244" sldId="351"/>
            <ac:spMk id="24" creationId="{914B9B7C-F793-45C9-AE30-56E67E6A4D52}"/>
          </ac:spMkLst>
        </pc:spChg>
        <pc:spChg chg="mod">
          <ac:chgData name="Georg Pinne" userId="05574ceb-d5e8-42ed-bfd7-165f914e3d1e" providerId="ADAL" clId="{14DE94AD-E44B-40F8-B136-629967EB4B1E}" dt="2021-02-25T16:08:09.487" v="5305" actId="1035"/>
          <ac:spMkLst>
            <pc:docMk/>
            <pc:sldMk cId="580259244" sldId="351"/>
            <ac:spMk id="25" creationId="{DCAC5B76-A2CD-47F4-9337-8DC95FEF1F96}"/>
          </ac:spMkLst>
        </pc:spChg>
        <pc:spChg chg="mod">
          <ac:chgData name="Georg Pinne" userId="05574ceb-d5e8-42ed-bfd7-165f914e3d1e" providerId="ADAL" clId="{14DE94AD-E44B-40F8-B136-629967EB4B1E}" dt="2021-02-25T16:08:09.487" v="5305" actId="1035"/>
          <ac:spMkLst>
            <pc:docMk/>
            <pc:sldMk cId="580259244" sldId="351"/>
            <ac:spMk id="26" creationId="{EF00266D-F3A1-4C85-AE15-17FFB6CAFCF4}"/>
          </ac:spMkLst>
        </pc:spChg>
        <pc:spChg chg="mod">
          <ac:chgData name="Georg Pinne" userId="05574ceb-d5e8-42ed-bfd7-165f914e3d1e" providerId="ADAL" clId="{14DE94AD-E44B-40F8-B136-629967EB4B1E}" dt="2021-02-25T16:23:47.259" v="5452" actId="12"/>
          <ac:spMkLst>
            <pc:docMk/>
            <pc:sldMk cId="580259244" sldId="351"/>
            <ac:spMk id="27" creationId="{6F2782AE-E8B1-4C34-9716-841553E86FE3}"/>
          </ac:spMkLst>
        </pc:spChg>
        <pc:spChg chg="mod">
          <ac:chgData name="Georg Pinne" userId="05574ceb-d5e8-42ed-bfd7-165f914e3d1e" providerId="ADAL" clId="{14DE94AD-E44B-40F8-B136-629967EB4B1E}" dt="2021-02-25T16:12:56.836" v="5341" actId="14100"/>
          <ac:spMkLst>
            <pc:docMk/>
            <pc:sldMk cId="580259244" sldId="351"/>
            <ac:spMk id="29" creationId="{5F8D0D7E-37A3-4073-B4A4-3930DBEDD473}"/>
          </ac:spMkLst>
        </pc:spChg>
        <pc:spChg chg="mod">
          <ac:chgData name="Georg Pinne" userId="05574ceb-d5e8-42ed-bfd7-165f914e3d1e" providerId="ADAL" clId="{14DE94AD-E44B-40F8-B136-629967EB4B1E}" dt="2021-02-25T16:16:53.239" v="5356" actId="1035"/>
          <ac:spMkLst>
            <pc:docMk/>
            <pc:sldMk cId="580259244" sldId="351"/>
            <ac:spMk id="30" creationId="{E7DE49FD-F5A8-4E5C-A705-991A1D2DF879}"/>
          </ac:spMkLst>
        </pc:spChg>
        <pc:spChg chg="mod">
          <ac:chgData name="Georg Pinne" userId="05574ceb-d5e8-42ed-bfd7-165f914e3d1e" providerId="ADAL" clId="{14DE94AD-E44B-40F8-B136-629967EB4B1E}" dt="2021-02-25T14:25:22.354" v="4401" actId="1038"/>
          <ac:spMkLst>
            <pc:docMk/>
            <pc:sldMk cId="580259244" sldId="351"/>
            <ac:spMk id="31" creationId="{9658DE75-BE7A-484B-A07D-04F1AE3480F9}"/>
          </ac:spMkLst>
        </pc:spChg>
        <pc:spChg chg="add mod">
          <ac:chgData name="Georg Pinne" userId="05574ceb-d5e8-42ed-bfd7-165f914e3d1e" providerId="ADAL" clId="{14DE94AD-E44B-40F8-B136-629967EB4B1E}" dt="2021-02-25T15:58:56.755" v="5270" actId="571"/>
          <ac:spMkLst>
            <pc:docMk/>
            <pc:sldMk cId="580259244" sldId="351"/>
            <ac:spMk id="32" creationId="{88F4D1D9-38D5-4BAE-AA2D-674C93D9C387}"/>
          </ac:spMkLst>
        </pc:spChg>
        <pc:spChg chg="add mod">
          <ac:chgData name="Georg Pinne" userId="05574ceb-d5e8-42ed-bfd7-165f914e3d1e" providerId="ADAL" clId="{14DE94AD-E44B-40F8-B136-629967EB4B1E}" dt="2021-02-25T15:58:58.936" v="5272" actId="571"/>
          <ac:spMkLst>
            <pc:docMk/>
            <pc:sldMk cId="580259244" sldId="351"/>
            <ac:spMk id="33" creationId="{29E2B220-821D-4AE4-9BD6-698086322CFF}"/>
          </ac:spMkLst>
        </pc:spChg>
        <pc:spChg chg="add mod">
          <ac:chgData name="Georg Pinne" userId="05574ceb-d5e8-42ed-bfd7-165f914e3d1e" providerId="ADAL" clId="{14DE94AD-E44B-40F8-B136-629967EB4B1E}" dt="2021-02-25T16:13:45.325" v="5347" actId="1038"/>
          <ac:spMkLst>
            <pc:docMk/>
            <pc:sldMk cId="580259244" sldId="351"/>
            <ac:spMk id="34" creationId="{021B4D7E-6484-42AF-8B86-B47AB4EED7E2}"/>
          </ac:spMkLst>
        </pc:spChg>
        <pc:spChg chg="add mod">
          <ac:chgData name="Georg Pinne" userId="05574ceb-d5e8-42ed-bfd7-165f914e3d1e" providerId="ADAL" clId="{14DE94AD-E44B-40F8-B136-629967EB4B1E}" dt="2021-02-25T16:13:07.095" v="5342" actId="1076"/>
          <ac:spMkLst>
            <pc:docMk/>
            <pc:sldMk cId="580259244" sldId="351"/>
            <ac:spMk id="35" creationId="{524219BD-45E0-44EE-A76F-2E60709F91A6}"/>
          </ac:spMkLst>
        </pc:spChg>
        <pc:spChg chg="mod">
          <ac:chgData name="Georg Pinne" userId="05574ceb-d5e8-42ed-bfd7-165f914e3d1e" providerId="ADAL" clId="{14DE94AD-E44B-40F8-B136-629967EB4B1E}" dt="2021-02-25T15:59:01.511" v="5273" actId="403"/>
          <ac:spMkLst>
            <pc:docMk/>
            <pc:sldMk cId="580259244" sldId="351"/>
            <ac:spMk id="36" creationId="{EA2C3D68-C429-4CC0-863A-CB5953F5A44F}"/>
          </ac:spMkLst>
        </pc:spChg>
        <pc:spChg chg="mod">
          <ac:chgData name="Georg Pinne" userId="05574ceb-d5e8-42ed-bfd7-165f914e3d1e" providerId="ADAL" clId="{14DE94AD-E44B-40F8-B136-629967EB4B1E}" dt="2021-02-25T16:12:46.924" v="5337" actId="1037"/>
          <ac:spMkLst>
            <pc:docMk/>
            <pc:sldMk cId="580259244" sldId="351"/>
            <ac:spMk id="37" creationId="{928052F6-9078-4D94-AFF9-A5B41F740D99}"/>
          </ac:spMkLst>
        </pc:spChg>
        <pc:spChg chg="mod">
          <ac:chgData name="Georg Pinne" userId="05574ceb-d5e8-42ed-bfd7-165f914e3d1e" providerId="ADAL" clId="{14DE94AD-E44B-40F8-B136-629967EB4B1E}" dt="2021-02-25T14:25:22.354" v="4401" actId="1038"/>
          <ac:spMkLst>
            <pc:docMk/>
            <pc:sldMk cId="580259244" sldId="351"/>
            <ac:spMk id="38" creationId="{3C1E6A85-8D89-4B10-9FE8-1E822ACB4327}"/>
          </ac:spMkLst>
        </pc:spChg>
        <pc:spChg chg="mod">
          <ac:chgData name="Georg Pinne" userId="05574ceb-d5e8-42ed-bfd7-165f914e3d1e" providerId="ADAL" clId="{14DE94AD-E44B-40F8-B136-629967EB4B1E}" dt="2021-02-25T14:25:22.354" v="4401" actId="1038"/>
          <ac:spMkLst>
            <pc:docMk/>
            <pc:sldMk cId="580259244" sldId="351"/>
            <ac:spMk id="44" creationId="{2E9F14C9-9797-411C-9ACC-2277504014ED}"/>
          </ac:spMkLst>
        </pc:spChg>
        <pc:spChg chg="mod">
          <ac:chgData name="Georg Pinne" userId="05574ceb-d5e8-42ed-bfd7-165f914e3d1e" providerId="ADAL" clId="{14DE94AD-E44B-40F8-B136-629967EB4B1E}" dt="2021-02-25T14:25:22.354" v="4401" actId="1038"/>
          <ac:spMkLst>
            <pc:docMk/>
            <pc:sldMk cId="580259244" sldId="351"/>
            <ac:spMk id="45" creationId="{B3C61E6A-BBE4-4D92-958A-0BBFC548DDD8}"/>
          </ac:spMkLst>
        </pc:spChg>
        <pc:spChg chg="mod">
          <ac:chgData name="Georg Pinne" userId="05574ceb-d5e8-42ed-bfd7-165f914e3d1e" providerId="ADAL" clId="{14DE94AD-E44B-40F8-B136-629967EB4B1E}" dt="2021-02-25T14:25:22.354" v="4401" actId="1038"/>
          <ac:spMkLst>
            <pc:docMk/>
            <pc:sldMk cId="580259244" sldId="351"/>
            <ac:spMk id="48" creationId="{344CD6B1-781A-44AD-AB75-8952FA541E5C}"/>
          </ac:spMkLst>
        </pc:spChg>
        <pc:spChg chg="mod">
          <ac:chgData name="Georg Pinne" userId="05574ceb-d5e8-42ed-bfd7-165f914e3d1e" providerId="ADAL" clId="{14DE94AD-E44B-40F8-B136-629967EB4B1E}" dt="2021-02-25T16:08:09.487" v="5305" actId="1035"/>
          <ac:spMkLst>
            <pc:docMk/>
            <pc:sldMk cId="580259244" sldId="351"/>
            <ac:spMk id="74" creationId="{AD0AC18A-FE70-4A97-9FF4-5CA9D791E868}"/>
          </ac:spMkLst>
        </pc:spChg>
        <pc:spChg chg="mod">
          <ac:chgData name="Georg Pinne" userId="05574ceb-d5e8-42ed-bfd7-165f914e3d1e" providerId="ADAL" clId="{14DE94AD-E44B-40F8-B136-629967EB4B1E}" dt="2021-02-25T16:16:53.239" v="5356" actId="1035"/>
          <ac:spMkLst>
            <pc:docMk/>
            <pc:sldMk cId="580259244" sldId="351"/>
            <ac:spMk id="77" creationId="{0D47FA3E-7EDB-4C2B-AF79-127A4745A050}"/>
          </ac:spMkLst>
        </pc:spChg>
        <pc:graphicFrameChg chg="mod">
          <ac:chgData name="Georg Pinne" userId="05574ceb-d5e8-42ed-bfd7-165f914e3d1e" providerId="ADAL" clId="{14DE94AD-E44B-40F8-B136-629967EB4B1E}" dt="2021-02-25T16:08:09.487" v="5305" actId="1035"/>
          <ac:graphicFrameMkLst>
            <pc:docMk/>
            <pc:sldMk cId="580259244" sldId="351"/>
            <ac:graphicFrameMk id="23" creationId="{D9174B43-DF13-424C-AD0D-427C8627A66C}"/>
          </ac:graphicFrameMkLst>
        </pc:graphicFrameChg>
        <pc:graphicFrameChg chg="add del mod">
          <ac:chgData name="Georg Pinne" userId="05574ceb-d5e8-42ed-bfd7-165f914e3d1e" providerId="ADAL" clId="{14DE94AD-E44B-40F8-B136-629967EB4B1E}" dt="2021-02-22T18:11:38.827" v="1399"/>
          <ac:graphicFrameMkLst>
            <pc:docMk/>
            <pc:sldMk cId="580259244" sldId="351"/>
            <ac:graphicFrameMk id="32" creationId="{014D1CB7-B090-4BC6-9C4D-AB1A3ED90702}"/>
          </ac:graphicFrameMkLst>
        </pc:graphicFrameChg>
        <pc:cxnChg chg="mod">
          <ac:chgData name="Georg Pinne" userId="05574ceb-d5e8-42ed-bfd7-165f914e3d1e" providerId="ADAL" clId="{14DE94AD-E44B-40F8-B136-629967EB4B1E}" dt="2021-02-25T14:25:22.354" v="4401" actId="1038"/>
          <ac:cxnSpMkLst>
            <pc:docMk/>
            <pc:sldMk cId="580259244" sldId="351"/>
            <ac:cxnSpMk id="17" creationId="{B7863245-DD85-499F-870A-FE6838B96207}"/>
          </ac:cxnSpMkLst>
        </pc:cxnChg>
        <pc:cxnChg chg="mod">
          <ac:chgData name="Georg Pinne" userId="05574ceb-d5e8-42ed-bfd7-165f914e3d1e" providerId="ADAL" clId="{14DE94AD-E44B-40F8-B136-629967EB4B1E}" dt="2021-02-25T14:25:22.354" v="4401" actId="1038"/>
          <ac:cxnSpMkLst>
            <pc:docMk/>
            <pc:sldMk cId="580259244" sldId="351"/>
            <ac:cxnSpMk id="60" creationId="{6FED0D9F-684E-4D35-8F83-B2B495B22338}"/>
          </ac:cxnSpMkLst>
        </pc:cxnChg>
        <pc:cxnChg chg="mod">
          <ac:chgData name="Georg Pinne" userId="05574ceb-d5e8-42ed-bfd7-165f914e3d1e" providerId="ADAL" clId="{14DE94AD-E44B-40F8-B136-629967EB4B1E}" dt="2021-02-25T14:25:22.354" v="4401" actId="1038"/>
          <ac:cxnSpMkLst>
            <pc:docMk/>
            <pc:sldMk cId="580259244" sldId="351"/>
            <ac:cxnSpMk id="61" creationId="{519CB041-3C6F-48C7-949C-9A7FFA82F845}"/>
          </ac:cxnSpMkLst>
        </pc:cxnChg>
        <pc:cxnChg chg="mod">
          <ac:chgData name="Georg Pinne" userId="05574ceb-d5e8-42ed-bfd7-165f914e3d1e" providerId="ADAL" clId="{14DE94AD-E44B-40F8-B136-629967EB4B1E}" dt="2021-02-25T14:25:22.354" v="4401" actId="1038"/>
          <ac:cxnSpMkLst>
            <pc:docMk/>
            <pc:sldMk cId="580259244" sldId="351"/>
            <ac:cxnSpMk id="62" creationId="{023CAB25-5D43-4FC5-A5F6-D4146DF90C25}"/>
          </ac:cxnSpMkLst>
        </pc:cxnChg>
        <pc:cxnChg chg="mod">
          <ac:chgData name="Georg Pinne" userId="05574ceb-d5e8-42ed-bfd7-165f914e3d1e" providerId="ADAL" clId="{14DE94AD-E44B-40F8-B136-629967EB4B1E}" dt="2021-02-25T14:25:22.354" v="4401" actId="1038"/>
          <ac:cxnSpMkLst>
            <pc:docMk/>
            <pc:sldMk cId="580259244" sldId="351"/>
            <ac:cxnSpMk id="64" creationId="{75AC0D6C-2776-47CA-B68E-35B2703F0355}"/>
          </ac:cxnSpMkLst>
        </pc:cxnChg>
      </pc:sldChg>
      <pc:sldChg chg="addSp modSp mod ord">
        <pc:chgData name="Georg Pinne" userId="05574ceb-d5e8-42ed-bfd7-165f914e3d1e" providerId="ADAL" clId="{14DE94AD-E44B-40F8-B136-629967EB4B1E}" dt="2021-02-25T10:31:54.731" v="2593" actId="1037"/>
        <pc:sldMkLst>
          <pc:docMk/>
          <pc:sldMk cId="705361737" sldId="352"/>
        </pc:sldMkLst>
        <pc:spChg chg="mod">
          <ac:chgData name="Georg Pinne" userId="05574ceb-d5e8-42ed-bfd7-165f914e3d1e" providerId="ADAL" clId="{14DE94AD-E44B-40F8-B136-629967EB4B1E}" dt="2021-02-22T17:54:16.462" v="1239" actId="403"/>
          <ac:spMkLst>
            <pc:docMk/>
            <pc:sldMk cId="705361737" sldId="352"/>
            <ac:spMk id="2" creationId="{2785B359-3E8B-4380-9FCE-8732FC1224F1}"/>
          </ac:spMkLst>
        </pc:spChg>
        <pc:spChg chg="mod">
          <ac:chgData name="Georg Pinne" userId="05574ceb-d5e8-42ed-bfd7-165f914e3d1e" providerId="ADAL" clId="{14DE94AD-E44B-40F8-B136-629967EB4B1E}" dt="2021-02-25T10:31:54.731" v="2593" actId="1037"/>
          <ac:spMkLst>
            <pc:docMk/>
            <pc:sldMk cId="705361737" sldId="352"/>
            <ac:spMk id="31" creationId="{6A0D5F57-83C2-4CC6-9C0E-CFA14F25D0D4}"/>
          </ac:spMkLst>
        </pc:spChg>
        <pc:spChg chg="mod">
          <ac:chgData name="Georg Pinne" userId="05574ceb-d5e8-42ed-bfd7-165f914e3d1e" providerId="ADAL" clId="{14DE94AD-E44B-40F8-B136-629967EB4B1E}" dt="2021-02-25T10:31:54.731" v="2593" actId="1037"/>
          <ac:spMkLst>
            <pc:docMk/>
            <pc:sldMk cId="705361737" sldId="352"/>
            <ac:spMk id="46" creationId="{E3E01F97-4C7C-4B60-9B60-7EA1B8FC8919}"/>
          </ac:spMkLst>
        </pc:spChg>
        <pc:spChg chg="mod">
          <ac:chgData name="Georg Pinne" userId="05574ceb-d5e8-42ed-bfd7-165f914e3d1e" providerId="ADAL" clId="{14DE94AD-E44B-40F8-B136-629967EB4B1E}" dt="2021-02-25T10:31:54.731" v="2593" actId="1037"/>
          <ac:spMkLst>
            <pc:docMk/>
            <pc:sldMk cId="705361737" sldId="352"/>
            <ac:spMk id="47" creationId="{13E852B0-6F97-4A21-9983-735923AB43C9}"/>
          </ac:spMkLst>
        </pc:spChg>
        <pc:spChg chg="mod">
          <ac:chgData name="Georg Pinne" userId="05574ceb-d5e8-42ed-bfd7-165f914e3d1e" providerId="ADAL" clId="{14DE94AD-E44B-40F8-B136-629967EB4B1E}" dt="2021-02-25T10:31:54.731" v="2593" actId="1037"/>
          <ac:spMkLst>
            <pc:docMk/>
            <pc:sldMk cId="705361737" sldId="352"/>
            <ac:spMk id="48" creationId="{E18BE27D-CA8A-4294-8CBC-3B625999E447}"/>
          </ac:spMkLst>
        </pc:spChg>
        <pc:spChg chg="mod">
          <ac:chgData name="Georg Pinne" userId="05574ceb-d5e8-42ed-bfd7-165f914e3d1e" providerId="ADAL" clId="{14DE94AD-E44B-40F8-B136-629967EB4B1E}" dt="2021-02-25T10:31:54.731" v="2593" actId="1037"/>
          <ac:spMkLst>
            <pc:docMk/>
            <pc:sldMk cId="705361737" sldId="352"/>
            <ac:spMk id="49" creationId="{55BB12BE-F548-4F3C-A730-019931124C70}"/>
          </ac:spMkLst>
        </pc:spChg>
        <pc:spChg chg="mod">
          <ac:chgData name="Georg Pinne" userId="05574ceb-d5e8-42ed-bfd7-165f914e3d1e" providerId="ADAL" clId="{14DE94AD-E44B-40F8-B136-629967EB4B1E}" dt="2021-02-25T10:31:54.731" v="2593" actId="1037"/>
          <ac:spMkLst>
            <pc:docMk/>
            <pc:sldMk cId="705361737" sldId="352"/>
            <ac:spMk id="50" creationId="{8B6D3237-5834-43E0-9C3D-68BD4F515466}"/>
          </ac:spMkLst>
        </pc:spChg>
        <pc:spChg chg="mod">
          <ac:chgData name="Georg Pinne" userId="05574ceb-d5e8-42ed-bfd7-165f914e3d1e" providerId="ADAL" clId="{14DE94AD-E44B-40F8-B136-629967EB4B1E}" dt="2021-02-25T10:31:54.731" v="2593" actId="1037"/>
          <ac:spMkLst>
            <pc:docMk/>
            <pc:sldMk cId="705361737" sldId="352"/>
            <ac:spMk id="51" creationId="{DA309070-F3FB-46D4-94BD-656F2BBBE25A}"/>
          </ac:spMkLst>
        </pc:spChg>
        <pc:spChg chg="mod">
          <ac:chgData name="Georg Pinne" userId="05574ceb-d5e8-42ed-bfd7-165f914e3d1e" providerId="ADAL" clId="{14DE94AD-E44B-40F8-B136-629967EB4B1E}" dt="2021-02-25T10:31:54.731" v="2593" actId="1037"/>
          <ac:spMkLst>
            <pc:docMk/>
            <pc:sldMk cId="705361737" sldId="352"/>
            <ac:spMk id="52" creationId="{160FE14E-14C6-4545-A524-61C47E22F7FA}"/>
          </ac:spMkLst>
        </pc:spChg>
        <pc:spChg chg="mod">
          <ac:chgData name="Georg Pinne" userId="05574ceb-d5e8-42ed-bfd7-165f914e3d1e" providerId="ADAL" clId="{14DE94AD-E44B-40F8-B136-629967EB4B1E}" dt="2021-02-25T10:31:54.731" v="2593" actId="1037"/>
          <ac:spMkLst>
            <pc:docMk/>
            <pc:sldMk cId="705361737" sldId="352"/>
            <ac:spMk id="53" creationId="{D7D9D1CC-D162-4445-A9E0-4873154CD0F2}"/>
          </ac:spMkLst>
        </pc:spChg>
        <pc:spChg chg="mod">
          <ac:chgData name="Georg Pinne" userId="05574ceb-d5e8-42ed-bfd7-165f914e3d1e" providerId="ADAL" clId="{14DE94AD-E44B-40F8-B136-629967EB4B1E}" dt="2021-02-25T09:31:47.892" v="2394" actId="164"/>
          <ac:spMkLst>
            <pc:docMk/>
            <pc:sldMk cId="705361737" sldId="352"/>
            <ac:spMk id="54" creationId="{0C8D0FAC-2431-430D-9175-ED8DB435502C}"/>
          </ac:spMkLst>
        </pc:spChg>
        <pc:spChg chg="mod">
          <ac:chgData name="Georg Pinne" userId="05574ceb-d5e8-42ed-bfd7-165f914e3d1e" providerId="ADAL" clId="{14DE94AD-E44B-40F8-B136-629967EB4B1E}" dt="2021-02-25T09:31:47.892" v="2394" actId="164"/>
          <ac:spMkLst>
            <pc:docMk/>
            <pc:sldMk cId="705361737" sldId="352"/>
            <ac:spMk id="55" creationId="{69845376-E826-406D-954E-73BF4FD942CD}"/>
          </ac:spMkLst>
        </pc:spChg>
        <pc:spChg chg="mod">
          <ac:chgData name="Georg Pinne" userId="05574ceb-d5e8-42ed-bfd7-165f914e3d1e" providerId="ADAL" clId="{14DE94AD-E44B-40F8-B136-629967EB4B1E}" dt="2021-02-25T09:31:47.892" v="2394" actId="164"/>
          <ac:spMkLst>
            <pc:docMk/>
            <pc:sldMk cId="705361737" sldId="352"/>
            <ac:spMk id="56" creationId="{E36FAE0D-22A5-4E18-BDC8-EA99AB70EA26}"/>
          </ac:spMkLst>
        </pc:spChg>
        <pc:spChg chg="mod">
          <ac:chgData name="Georg Pinne" userId="05574ceb-d5e8-42ed-bfd7-165f914e3d1e" providerId="ADAL" clId="{14DE94AD-E44B-40F8-B136-629967EB4B1E}" dt="2021-02-25T09:31:47.892" v="2394" actId="164"/>
          <ac:spMkLst>
            <pc:docMk/>
            <pc:sldMk cId="705361737" sldId="352"/>
            <ac:spMk id="57" creationId="{881E5828-DCD3-4FF9-A8C7-B02C23837049}"/>
          </ac:spMkLst>
        </pc:spChg>
        <pc:spChg chg="mod">
          <ac:chgData name="Georg Pinne" userId="05574ceb-d5e8-42ed-bfd7-165f914e3d1e" providerId="ADAL" clId="{14DE94AD-E44B-40F8-B136-629967EB4B1E}" dt="2021-02-25T09:31:47.892" v="2394" actId="164"/>
          <ac:spMkLst>
            <pc:docMk/>
            <pc:sldMk cId="705361737" sldId="352"/>
            <ac:spMk id="58" creationId="{D97CFBFA-CA17-4AA9-BEEE-9D1652D0CABD}"/>
          </ac:spMkLst>
        </pc:spChg>
        <pc:spChg chg="mod">
          <ac:chgData name="Georg Pinne" userId="05574ceb-d5e8-42ed-bfd7-165f914e3d1e" providerId="ADAL" clId="{14DE94AD-E44B-40F8-B136-629967EB4B1E}" dt="2021-02-25T09:31:47.892" v="2394" actId="164"/>
          <ac:spMkLst>
            <pc:docMk/>
            <pc:sldMk cId="705361737" sldId="352"/>
            <ac:spMk id="59" creationId="{FC2F0904-F8A3-4997-8CB7-103825F38BCD}"/>
          </ac:spMkLst>
        </pc:spChg>
        <pc:spChg chg="mod">
          <ac:chgData name="Georg Pinne" userId="05574ceb-d5e8-42ed-bfd7-165f914e3d1e" providerId="ADAL" clId="{14DE94AD-E44B-40F8-B136-629967EB4B1E}" dt="2021-02-25T09:31:47.892" v="2394" actId="164"/>
          <ac:spMkLst>
            <pc:docMk/>
            <pc:sldMk cId="705361737" sldId="352"/>
            <ac:spMk id="60" creationId="{22E088AF-1D6D-41D0-96B5-79E78DA10D91}"/>
          </ac:spMkLst>
        </pc:spChg>
        <pc:spChg chg="mod">
          <ac:chgData name="Georg Pinne" userId="05574ceb-d5e8-42ed-bfd7-165f914e3d1e" providerId="ADAL" clId="{14DE94AD-E44B-40F8-B136-629967EB4B1E}" dt="2021-02-25T09:31:47.892" v="2394" actId="164"/>
          <ac:spMkLst>
            <pc:docMk/>
            <pc:sldMk cId="705361737" sldId="352"/>
            <ac:spMk id="61" creationId="{786063C5-F1FF-43F4-AFB4-74EE6365B055}"/>
          </ac:spMkLst>
        </pc:spChg>
        <pc:spChg chg="mod">
          <ac:chgData name="Georg Pinne" userId="05574ceb-d5e8-42ed-bfd7-165f914e3d1e" providerId="ADAL" clId="{14DE94AD-E44B-40F8-B136-629967EB4B1E}" dt="2021-02-25T09:31:47.892" v="2394" actId="164"/>
          <ac:spMkLst>
            <pc:docMk/>
            <pc:sldMk cId="705361737" sldId="352"/>
            <ac:spMk id="62" creationId="{5CCC3AD2-2735-4CAA-B890-75DDE308170D}"/>
          </ac:spMkLst>
        </pc:spChg>
        <pc:grpChg chg="add mod">
          <ac:chgData name="Georg Pinne" userId="05574ceb-d5e8-42ed-bfd7-165f914e3d1e" providerId="ADAL" clId="{14DE94AD-E44B-40F8-B136-629967EB4B1E}" dt="2021-02-25T10:30:54.480" v="2587" actId="1038"/>
          <ac:grpSpMkLst>
            <pc:docMk/>
            <pc:sldMk cId="705361737" sldId="352"/>
            <ac:grpSpMk id="5" creationId="{D4DDD8E1-0745-45DC-B27E-9EC23DED3D31}"/>
          </ac:grpSpMkLst>
        </pc:grpChg>
        <pc:grpChg chg="mod">
          <ac:chgData name="Georg Pinne" userId="05574ceb-d5e8-42ed-bfd7-165f914e3d1e" providerId="ADAL" clId="{14DE94AD-E44B-40F8-B136-629967EB4B1E}" dt="2021-02-25T10:31:30.118" v="2589" actId="1037"/>
          <ac:grpSpMkLst>
            <pc:docMk/>
            <pc:sldMk cId="705361737" sldId="352"/>
            <ac:grpSpMk id="7" creationId="{196E498F-2560-4F27-9C33-A0CA81B06106}"/>
          </ac:grpSpMkLst>
        </pc:grpChg>
      </pc:sldChg>
      <pc:sldChg chg="addSp delSp modSp del mod">
        <pc:chgData name="Georg Pinne" userId="05574ceb-d5e8-42ed-bfd7-165f914e3d1e" providerId="ADAL" clId="{14DE94AD-E44B-40F8-B136-629967EB4B1E}" dt="2021-02-25T10:40:24.495" v="2686" actId="47"/>
        <pc:sldMkLst>
          <pc:docMk/>
          <pc:sldMk cId="146415368" sldId="353"/>
        </pc:sldMkLst>
        <pc:spChg chg="add mod">
          <ac:chgData name="Georg Pinne" userId="05574ceb-d5e8-42ed-bfd7-165f914e3d1e" providerId="ADAL" clId="{14DE94AD-E44B-40F8-B136-629967EB4B1E}" dt="2021-02-25T08:19:23.499" v="2225"/>
          <ac:spMkLst>
            <pc:docMk/>
            <pc:sldMk cId="146415368" sldId="353"/>
            <ac:spMk id="14" creationId="{A9B5E6C1-CF26-433F-8A41-EB885698A432}"/>
          </ac:spMkLst>
        </pc:spChg>
        <pc:spChg chg="add mod">
          <ac:chgData name="Georg Pinne" userId="05574ceb-d5e8-42ed-bfd7-165f914e3d1e" providerId="ADAL" clId="{14DE94AD-E44B-40F8-B136-629967EB4B1E}" dt="2021-02-22T18:06:10.854" v="1368" actId="571"/>
          <ac:spMkLst>
            <pc:docMk/>
            <pc:sldMk cId="146415368" sldId="353"/>
            <ac:spMk id="14" creationId="{B1CF2D15-69B2-4817-AB82-29E75B8FF9C2}"/>
          </ac:spMkLst>
        </pc:spChg>
        <pc:spChg chg="del mod">
          <ac:chgData name="Georg Pinne" userId="05574ceb-d5e8-42ed-bfd7-165f914e3d1e" providerId="ADAL" clId="{14DE94AD-E44B-40F8-B136-629967EB4B1E}" dt="2021-02-25T08:19:10.386" v="2223" actId="478"/>
          <ac:spMkLst>
            <pc:docMk/>
            <pc:sldMk cId="146415368" sldId="353"/>
            <ac:spMk id="51" creationId="{A59A170C-BB85-4786-9CB9-17D4494E3A6E}"/>
          </ac:spMkLst>
        </pc:spChg>
      </pc:sldChg>
      <pc:sldChg chg="addSp delSp modSp mod">
        <pc:chgData name="Georg Pinne" userId="05574ceb-d5e8-42ed-bfd7-165f914e3d1e" providerId="ADAL" clId="{14DE94AD-E44B-40F8-B136-629967EB4B1E}" dt="2021-02-26T16:08:35.162" v="8312" actId="207"/>
        <pc:sldMkLst>
          <pc:docMk/>
          <pc:sldMk cId="2360385378" sldId="355"/>
        </pc:sldMkLst>
        <pc:spChg chg="mod">
          <ac:chgData name="Georg Pinne" userId="05574ceb-d5e8-42ed-bfd7-165f914e3d1e" providerId="ADAL" clId="{14DE94AD-E44B-40F8-B136-629967EB4B1E}" dt="2021-02-24T17:15:08.929" v="1637" actId="20577"/>
          <ac:spMkLst>
            <pc:docMk/>
            <pc:sldMk cId="2360385378" sldId="355"/>
            <ac:spMk id="2" creationId="{C1E6EBE8-3874-48DF-964A-B23A7CC7B215}"/>
          </ac:spMkLst>
        </pc:spChg>
        <pc:spChg chg="add mod">
          <ac:chgData name="Georg Pinne" userId="05574ceb-d5e8-42ed-bfd7-165f914e3d1e" providerId="ADAL" clId="{14DE94AD-E44B-40F8-B136-629967EB4B1E}" dt="2021-02-25T19:46:19.858" v="7289" actId="14100"/>
          <ac:spMkLst>
            <pc:docMk/>
            <pc:sldMk cId="2360385378" sldId="355"/>
            <ac:spMk id="17" creationId="{8066C8B2-20C5-41E1-A7F4-01AB4DCDAF04}"/>
          </ac:spMkLst>
        </pc:spChg>
        <pc:spChg chg="mod topLvl">
          <ac:chgData name="Georg Pinne" userId="05574ceb-d5e8-42ed-bfd7-165f914e3d1e" providerId="ADAL" clId="{14DE94AD-E44B-40F8-B136-629967EB4B1E}" dt="2021-02-26T16:06:42.398" v="8277" actId="14100"/>
          <ac:spMkLst>
            <pc:docMk/>
            <pc:sldMk cId="2360385378" sldId="355"/>
            <ac:spMk id="19" creationId="{ADC009B8-9945-47BD-80B5-04E16876C2E8}"/>
          </ac:spMkLst>
        </pc:spChg>
        <pc:spChg chg="mod topLvl">
          <ac:chgData name="Georg Pinne" userId="05574ceb-d5e8-42ed-bfd7-165f914e3d1e" providerId="ADAL" clId="{14DE94AD-E44B-40F8-B136-629967EB4B1E}" dt="2021-02-26T16:08:35.162" v="8312" actId="207"/>
          <ac:spMkLst>
            <pc:docMk/>
            <pc:sldMk cId="2360385378" sldId="355"/>
            <ac:spMk id="20" creationId="{A2CBE371-CA13-41E5-8087-ECAFA7B644E9}"/>
          </ac:spMkLst>
        </pc:spChg>
        <pc:spChg chg="add mod">
          <ac:chgData name="Georg Pinne" userId="05574ceb-d5e8-42ed-bfd7-165f914e3d1e" providerId="ADAL" clId="{14DE94AD-E44B-40F8-B136-629967EB4B1E}" dt="2021-02-26T16:08:31.198" v="8309" actId="14100"/>
          <ac:spMkLst>
            <pc:docMk/>
            <pc:sldMk cId="2360385378" sldId="355"/>
            <ac:spMk id="21" creationId="{EECFC7B6-160A-4605-B464-A0D5592BBA11}"/>
          </ac:spMkLst>
        </pc:spChg>
        <pc:spChg chg="mod">
          <ac:chgData name="Georg Pinne" userId="05574ceb-d5e8-42ed-bfd7-165f914e3d1e" providerId="ADAL" clId="{14DE94AD-E44B-40F8-B136-629967EB4B1E}" dt="2021-02-26T16:08:22.873" v="8308" actId="14100"/>
          <ac:spMkLst>
            <pc:docMk/>
            <pc:sldMk cId="2360385378" sldId="355"/>
            <ac:spMk id="23" creationId="{C669694E-60DA-4D39-AA47-BE1CFC16B8C6}"/>
          </ac:spMkLst>
        </pc:spChg>
        <pc:spChg chg="del">
          <ac:chgData name="Georg Pinne" userId="05574ceb-d5e8-42ed-bfd7-165f914e3d1e" providerId="ADAL" clId="{14DE94AD-E44B-40F8-B136-629967EB4B1E}" dt="2021-02-25T19:46:04.760" v="7287" actId="478"/>
          <ac:spMkLst>
            <pc:docMk/>
            <pc:sldMk cId="2360385378" sldId="355"/>
            <ac:spMk id="29" creationId="{0CA45F40-08F6-427C-96A0-61AA888035E2}"/>
          </ac:spMkLst>
        </pc:spChg>
        <pc:spChg chg="mod">
          <ac:chgData name="Georg Pinne" userId="05574ceb-d5e8-42ed-bfd7-165f914e3d1e" providerId="ADAL" clId="{14DE94AD-E44B-40F8-B136-629967EB4B1E}" dt="2021-02-26T16:08:22.873" v="8308" actId="14100"/>
          <ac:spMkLst>
            <pc:docMk/>
            <pc:sldMk cId="2360385378" sldId="355"/>
            <ac:spMk id="30" creationId="{03548914-9688-4BC9-9AE6-3F653B4C8DEB}"/>
          </ac:spMkLst>
        </pc:spChg>
        <pc:spChg chg="mod">
          <ac:chgData name="Georg Pinne" userId="05574ceb-d5e8-42ed-bfd7-165f914e3d1e" providerId="ADAL" clId="{14DE94AD-E44B-40F8-B136-629967EB4B1E}" dt="2021-02-26T16:07:46.762" v="8296" actId="14100"/>
          <ac:spMkLst>
            <pc:docMk/>
            <pc:sldMk cId="2360385378" sldId="355"/>
            <ac:spMk id="31" creationId="{D784203A-20E1-4183-8D3F-FBF9C9E2C3EC}"/>
          </ac:spMkLst>
        </pc:spChg>
        <pc:spChg chg="mod">
          <ac:chgData name="Georg Pinne" userId="05574ceb-d5e8-42ed-bfd7-165f914e3d1e" providerId="ADAL" clId="{14DE94AD-E44B-40F8-B136-629967EB4B1E}" dt="2021-02-26T16:07:36.370" v="8294" actId="1037"/>
          <ac:spMkLst>
            <pc:docMk/>
            <pc:sldMk cId="2360385378" sldId="355"/>
            <ac:spMk id="33" creationId="{6950D33D-1DA8-43D4-B81E-517A31433BF4}"/>
          </ac:spMkLst>
        </pc:spChg>
        <pc:spChg chg="mod">
          <ac:chgData name="Georg Pinne" userId="05574ceb-d5e8-42ed-bfd7-165f914e3d1e" providerId="ADAL" clId="{14DE94AD-E44B-40F8-B136-629967EB4B1E}" dt="2021-02-26T16:08:15.271" v="8307" actId="1035"/>
          <ac:spMkLst>
            <pc:docMk/>
            <pc:sldMk cId="2360385378" sldId="355"/>
            <ac:spMk id="37" creationId="{1ABA35E0-2FE8-462F-9E40-454B0899DF04}"/>
          </ac:spMkLst>
        </pc:spChg>
        <pc:grpChg chg="del">
          <ac:chgData name="Georg Pinne" userId="05574ceb-d5e8-42ed-bfd7-165f914e3d1e" providerId="ADAL" clId="{14DE94AD-E44B-40F8-B136-629967EB4B1E}" dt="2021-02-26T16:06:34.017" v="8276" actId="165"/>
          <ac:grpSpMkLst>
            <pc:docMk/>
            <pc:sldMk cId="2360385378" sldId="355"/>
            <ac:grpSpMk id="14" creationId="{24FED311-3AF9-4900-8808-7A5559068315}"/>
          </ac:grpSpMkLst>
        </pc:grpChg>
      </pc:sldChg>
      <pc:sldChg chg="addSp delSp modSp mod">
        <pc:chgData name="Georg Pinne" userId="05574ceb-d5e8-42ed-bfd7-165f914e3d1e" providerId="ADAL" clId="{14DE94AD-E44B-40F8-B136-629967EB4B1E}" dt="2021-02-26T16:31:01.058" v="8508" actId="1076"/>
        <pc:sldMkLst>
          <pc:docMk/>
          <pc:sldMk cId="1287671573" sldId="357"/>
        </pc:sldMkLst>
        <pc:spChg chg="mod">
          <ac:chgData name="Georg Pinne" userId="05574ceb-d5e8-42ed-bfd7-165f914e3d1e" providerId="ADAL" clId="{14DE94AD-E44B-40F8-B136-629967EB4B1E}" dt="2021-02-26T11:05:23.887" v="7758" actId="14100"/>
          <ac:spMkLst>
            <pc:docMk/>
            <pc:sldMk cId="1287671573" sldId="357"/>
            <ac:spMk id="49" creationId="{E1373B20-1F43-4CCC-8EFF-C2F95E6ACA31}"/>
          </ac:spMkLst>
        </pc:spChg>
        <pc:spChg chg="mod">
          <ac:chgData name="Georg Pinne" userId="05574ceb-d5e8-42ed-bfd7-165f914e3d1e" providerId="ADAL" clId="{14DE94AD-E44B-40F8-B136-629967EB4B1E}" dt="2021-02-26T11:05:29.296" v="7759" actId="14100"/>
          <ac:spMkLst>
            <pc:docMk/>
            <pc:sldMk cId="1287671573" sldId="357"/>
            <ac:spMk id="50" creationId="{FDDA2AA2-9E5E-4CCC-A70D-5BD1455920AB}"/>
          </ac:spMkLst>
        </pc:spChg>
        <pc:spChg chg="mod ord">
          <ac:chgData name="Georg Pinne" userId="05574ceb-d5e8-42ed-bfd7-165f914e3d1e" providerId="ADAL" clId="{14DE94AD-E44B-40F8-B136-629967EB4B1E}" dt="2021-02-26T16:05:45.927" v="8275" actId="404"/>
          <ac:spMkLst>
            <pc:docMk/>
            <pc:sldMk cId="1287671573" sldId="357"/>
            <ac:spMk id="80" creationId="{39775921-B6BC-4731-85A2-404C44CB5FE6}"/>
          </ac:spMkLst>
        </pc:spChg>
        <pc:spChg chg="mod">
          <ac:chgData name="Georg Pinne" userId="05574ceb-d5e8-42ed-bfd7-165f914e3d1e" providerId="ADAL" clId="{14DE94AD-E44B-40F8-B136-629967EB4B1E}" dt="2021-02-26T11:05:19.422" v="7757" actId="14100"/>
          <ac:spMkLst>
            <pc:docMk/>
            <pc:sldMk cId="1287671573" sldId="357"/>
            <ac:spMk id="81" creationId="{877CF958-9EC5-4309-B7BF-96E4585DD487}"/>
          </ac:spMkLst>
        </pc:spChg>
        <pc:spChg chg="mod">
          <ac:chgData name="Georg Pinne" userId="05574ceb-d5e8-42ed-bfd7-165f914e3d1e" providerId="ADAL" clId="{14DE94AD-E44B-40F8-B136-629967EB4B1E}" dt="2021-02-26T11:05:09.584" v="7743" actId="14100"/>
          <ac:spMkLst>
            <pc:docMk/>
            <pc:sldMk cId="1287671573" sldId="357"/>
            <ac:spMk id="82" creationId="{E624EC06-A7C9-4F2C-9F41-06AD28C61F5B}"/>
          </ac:spMkLst>
        </pc:spChg>
        <pc:spChg chg="mod">
          <ac:chgData name="Georg Pinne" userId="05574ceb-d5e8-42ed-bfd7-165f914e3d1e" providerId="ADAL" clId="{14DE94AD-E44B-40F8-B136-629967EB4B1E}" dt="2021-02-26T11:05:04.702" v="7742" actId="1036"/>
          <ac:spMkLst>
            <pc:docMk/>
            <pc:sldMk cId="1287671573" sldId="357"/>
            <ac:spMk id="84" creationId="{CD0FD911-EDD3-4F01-A18F-BE6CA8476C26}"/>
          </ac:spMkLst>
        </pc:spChg>
        <pc:spChg chg="mod">
          <ac:chgData name="Georg Pinne" userId="05574ceb-d5e8-42ed-bfd7-165f914e3d1e" providerId="ADAL" clId="{14DE94AD-E44B-40F8-B136-629967EB4B1E}" dt="2021-02-22T17:44:04.235" v="1089" actId="403"/>
          <ac:spMkLst>
            <pc:docMk/>
            <pc:sldMk cId="1287671573" sldId="357"/>
            <ac:spMk id="114" creationId="{C652F6E2-EBAA-405F-A60D-908E52BF967C}"/>
          </ac:spMkLst>
        </pc:spChg>
        <pc:spChg chg="mod">
          <ac:chgData name="Georg Pinne" userId="05574ceb-d5e8-42ed-bfd7-165f914e3d1e" providerId="ADAL" clId="{14DE94AD-E44B-40F8-B136-629967EB4B1E}" dt="2021-02-22T17:43:51.691" v="1086" actId="403"/>
          <ac:spMkLst>
            <pc:docMk/>
            <pc:sldMk cId="1287671573" sldId="357"/>
            <ac:spMk id="115" creationId="{E100DB2A-80EB-4A44-BE81-A509D4DC24BB}"/>
          </ac:spMkLst>
        </pc:spChg>
        <pc:spChg chg="mod">
          <ac:chgData name="Georg Pinne" userId="05574ceb-d5e8-42ed-bfd7-165f914e3d1e" providerId="ADAL" clId="{14DE94AD-E44B-40F8-B136-629967EB4B1E}" dt="2021-02-26T16:31:01.058" v="8508" actId="1076"/>
          <ac:spMkLst>
            <pc:docMk/>
            <pc:sldMk cId="1287671573" sldId="357"/>
            <ac:spMk id="117" creationId="{D261F628-9EFD-417B-9940-B83E3FC82F37}"/>
          </ac:spMkLst>
        </pc:spChg>
        <pc:grpChg chg="mod">
          <ac:chgData name="Georg Pinne" userId="05574ceb-d5e8-42ed-bfd7-165f914e3d1e" providerId="ADAL" clId="{14DE94AD-E44B-40F8-B136-629967EB4B1E}" dt="2021-02-26T11:05:14.195" v="7756" actId="1035"/>
          <ac:grpSpMkLst>
            <pc:docMk/>
            <pc:sldMk cId="1287671573" sldId="357"/>
            <ac:grpSpMk id="8" creationId="{3CC5FE36-34D4-4581-AFDE-5CB318992BAA}"/>
          </ac:grpSpMkLst>
        </pc:grpChg>
        <pc:picChg chg="add mod">
          <ac:chgData name="Georg Pinne" userId="05574ceb-d5e8-42ed-bfd7-165f914e3d1e" providerId="ADAL" clId="{14DE94AD-E44B-40F8-B136-629967EB4B1E}" dt="2021-02-26T11:04:52.767" v="7736" actId="1076"/>
          <ac:picMkLst>
            <pc:docMk/>
            <pc:sldMk cId="1287671573" sldId="357"/>
            <ac:picMk id="52" creationId="{A09A3C70-643D-4448-94DB-93E31CACB421}"/>
          </ac:picMkLst>
        </pc:picChg>
        <pc:picChg chg="add mod">
          <ac:chgData name="Georg Pinne" userId="05574ceb-d5e8-42ed-bfd7-165f914e3d1e" providerId="ADAL" clId="{14DE94AD-E44B-40F8-B136-629967EB4B1E}" dt="2021-02-26T11:04:47.143" v="7735" actId="1076"/>
          <ac:picMkLst>
            <pc:docMk/>
            <pc:sldMk cId="1287671573" sldId="357"/>
            <ac:picMk id="53" creationId="{57A13308-2449-49C4-9E63-448CCCE8949A}"/>
          </ac:picMkLst>
        </pc:picChg>
        <pc:picChg chg="add mod">
          <ac:chgData name="Georg Pinne" userId="05574ceb-d5e8-42ed-bfd7-165f914e3d1e" providerId="ADAL" clId="{14DE94AD-E44B-40F8-B136-629967EB4B1E}" dt="2021-02-26T11:04:47.143" v="7735" actId="1076"/>
          <ac:picMkLst>
            <pc:docMk/>
            <pc:sldMk cId="1287671573" sldId="357"/>
            <ac:picMk id="54" creationId="{72354706-DD9C-446D-A272-28DA422B248E}"/>
          </ac:picMkLst>
        </pc:picChg>
        <pc:picChg chg="add mod">
          <ac:chgData name="Georg Pinne" userId="05574ceb-d5e8-42ed-bfd7-165f914e3d1e" providerId="ADAL" clId="{14DE94AD-E44B-40F8-B136-629967EB4B1E}" dt="2021-02-26T11:04:47.143" v="7735" actId="1076"/>
          <ac:picMkLst>
            <pc:docMk/>
            <pc:sldMk cId="1287671573" sldId="357"/>
            <ac:picMk id="55" creationId="{1CA9CBAB-4A89-4AC5-B405-1E01602CB34D}"/>
          </ac:picMkLst>
        </pc:picChg>
        <pc:picChg chg="add mod">
          <ac:chgData name="Georg Pinne" userId="05574ceb-d5e8-42ed-bfd7-165f914e3d1e" providerId="ADAL" clId="{14DE94AD-E44B-40F8-B136-629967EB4B1E}" dt="2021-02-26T11:04:47.143" v="7735" actId="1076"/>
          <ac:picMkLst>
            <pc:docMk/>
            <pc:sldMk cId="1287671573" sldId="357"/>
            <ac:picMk id="56" creationId="{A3271A00-F538-4A07-B185-65533D6E6930}"/>
          </ac:picMkLst>
        </pc:picChg>
        <pc:picChg chg="add mod">
          <ac:chgData name="Georg Pinne" userId="05574ceb-d5e8-42ed-bfd7-165f914e3d1e" providerId="ADAL" clId="{14DE94AD-E44B-40F8-B136-629967EB4B1E}" dt="2021-02-26T11:04:47.143" v="7735" actId="1076"/>
          <ac:picMkLst>
            <pc:docMk/>
            <pc:sldMk cId="1287671573" sldId="357"/>
            <ac:picMk id="57" creationId="{CBED9B94-EBFE-4CA4-8E83-22F297407669}"/>
          </ac:picMkLst>
        </pc:picChg>
        <pc:picChg chg="add mod">
          <ac:chgData name="Georg Pinne" userId="05574ceb-d5e8-42ed-bfd7-165f914e3d1e" providerId="ADAL" clId="{14DE94AD-E44B-40F8-B136-629967EB4B1E}" dt="2021-02-26T11:04:47.143" v="7735" actId="1076"/>
          <ac:picMkLst>
            <pc:docMk/>
            <pc:sldMk cId="1287671573" sldId="357"/>
            <ac:picMk id="58" creationId="{EBF1BB11-1996-4D3B-BD54-A17494F7E8E0}"/>
          </ac:picMkLst>
        </pc:picChg>
        <pc:picChg chg="add mod">
          <ac:chgData name="Georg Pinne" userId="05574ceb-d5e8-42ed-bfd7-165f914e3d1e" providerId="ADAL" clId="{14DE94AD-E44B-40F8-B136-629967EB4B1E}" dt="2021-02-26T11:04:47.143" v="7735" actId="1076"/>
          <ac:picMkLst>
            <pc:docMk/>
            <pc:sldMk cId="1287671573" sldId="357"/>
            <ac:picMk id="59" creationId="{A6789514-8B4C-4BE7-8BDF-F7B0F38B4C72}"/>
          </ac:picMkLst>
        </pc:picChg>
        <pc:picChg chg="add mod">
          <ac:chgData name="Georg Pinne" userId="05574ceb-d5e8-42ed-bfd7-165f914e3d1e" providerId="ADAL" clId="{14DE94AD-E44B-40F8-B136-629967EB4B1E}" dt="2021-02-26T11:04:47.143" v="7735" actId="1076"/>
          <ac:picMkLst>
            <pc:docMk/>
            <pc:sldMk cId="1287671573" sldId="357"/>
            <ac:picMk id="60" creationId="{E372CF25-AB8A-4FAA-A5DB-2116C0D1F90E}"/>
          </ac:picMkLst>
        </pc:picChg>
        <pc:picChg chg="add mod">
          <ac:chgData name="Georg Pinne" userId="05574ceb-d5e8-42ed-bfd7-165f914e3d1e" providerId="ADAL" clId="{14DE94AD-E44B-40F8-B136-629967EB4B1E}" dt="2021-02-26T11:04:47.143" v="7735" actId="1076"/>
          <ac:picMkLst>
            <pc:docMk/>
            <pc:sldMk cId="1287671573" sldId="357"/>
            <ac:picMk id="61" creationId="{3302DE1C-B93B-4818-8E02-D3B6621E9A82}"/>
          </ac:picMkLst>
        </pc:picChg>
        <pc:picChg chg="add mod">
          <ac:chgData name="Georg Pinne" userId="05574ceb-d5e8-42ed-bfd7-165f914e3d1e" providerId="ADAL" clId="{14DE94AD-E44B-40F8-B136-629967EB4B1E}" dt="2021-02-26T11:04:47.143" v="7735" actId="1076"/>
          <ac:picMkLst>
            <pc:docMk/>
            <pc:sldMk cId="1287671573" sldId="357"/>
            <ac:picMk id="62" creationId="{49A8A754-A056-4187-9F18-B9A5DA58062A}"/>
          </ac:picMkLst>
        </pc:picChg>
        <pc:picChg chg="add mod">
          <ac:chgData name="Georg Pinne" userId="05574ceb-d5e8-42ed-bfd7-165f914e3d1e" providerId="ADAL" clId="{14DE94AD-E44B-40F8-B136-629967EB4B1E}" dt="2021-02-26T11:04:47.143" v="7735" actId="1076"/>
          <ac:picMkLst>
            <pc:docMk/>
            <pc:sldMk cId="1287671573" sldId="357"/>
            <ac:picMk id="63" creationId="{294BEDA0-0966-41D2-B44A-0F55CB2B245A}"/>
          </ac:picMkLst>
        </pc:picChg>
        <pc:picChg chg="add mod">
          <ac:chgData name="Georg Pinne" userId="05574ceb-d5e8-42ed-bfd7-165f914e3d1e" providerId="ADAL" clId="{14DE94AD-E44B-40F8-B136-629967EB4B1E}" dt="2021-02-26T11:04:47.143" v="7735" actId="1076"/>
          <ac:picMkLst>
            <pc:docMk/>
            <pc:sldMk cId="1287671573" sldId="357"/>
            <ac:picMk id="64" creationId="{083251A3-2406-4453-B828-526BE5B0EF20}"/>
          </ac:picMkLst>
        </pc:picChg>
        <pc:picChg chg="add del mod">
          <ac:chgData name="Georg Pinne" userId="05574ceb-d5e8-42ed-bfd7-165f914e3d1e" providerId="ADAL" clId="{14DE94AD-E44B-40F8-B136-629967EB4B1E}" dt="2021-02-26T11:04:52.767" v="7736" actId="1076"/>
          <ac:picMkLst>
            <pc:docMk/>
            <pc:sldMk cId="1287671573" sldId="357"/>
            <ac:picMk id="85" creationId="{4B11DC4F-5671-414D-82BA-2DEEB74EAE28}"/>
          </ac:picMkLst>
        </pc:picChg>
        <pc:picChg chg="mod">
          <ac:chgData name="Georg Pinne" userId="05574ceb-d5e8-42ed-bfd7-165f914e3d1e" providerId="ADAL" clId="{14DE94AD-E44B-40F8-B136-629967EB4B1E}" dt="2021-02-26T11:04:52.767" v="7736" actId="1076"/>
          <ac:picMkLst>
            <pc:docMk/>
            <pc:sldMk cId="1287671573" sldId="357"/>
            <ac:picMk id="86" creationId="{2305574E-34BF-4B2D-9381-B2C781635461}"/>
          </ac:picMkLst>
        </pc:picChg>
        <pc:picChg chg="mod">
          <ac:chgData name="Georg Pinne" userId="05574ceb-d5e8-42ed-bfd7-165f914e3d1e" providerId="ADAL" clId="{14DE94AD-E44B-40F8-B136-629967EB4B1E}" dt="2021-02-26T11:04:52.767" v="7736" actId="1076"/>
          <ac:picMkLst>
            <pc:docMk/>
            <pc:sldMk cId="1287671573" sldId="357"/>
            <ac:picMk id="87" creationId="{53F58A14-0B31-4B0E-8984-08657F2AE161}"/>
          </ac:picMkLst>
        </pc:picChg>
        <pc:picChg chg="mod">
          <ac:chgData name="Georg Pinne" userId="05574ceb-d5e8-42ed-bfd7-165f914e3d1e" providerId="ADAL" clId="{14DE94AD-E44B-40F8-B136-629967EB4B1E}" dt="2021-02-26T11:04:52.767" v="7736" actId="1076"/>
          <ac:picMkLst>
            <pc:docMk/>
            <pc:sldMk cId="1287671573" sldId="357"/>
            <ac:picMk id="88" creationId="{99A243A7-FC2B-4FB4-81E0-8A8680CBF4B9}"/>
          </ac:picMkLst>
        </pc:picChg>
        <pc:picChg chg="mod">
          <ac:chgData name="Georg Pinne" userId="05574ceb-d5e8-42ed-bfd7-165f914e3d1e" providerId="ADAL" clId="{14DE94AD-E44B-40F8-B136-629967EB4B1E}" dt="2021-02-26T11:04:52.767" v="7736" actId="1076"/>
          <ac:picMkLst>
            <pc:docMk/>
            <pc:sldMk cId="1287671573" sldId="357"/>
            <ac:picMk id="89" creationId="{D0810698-2AED-43FF-9D9C-92F5CE13CE91}"/>
          </ac:picMkLst>
        </pc:picChg>
        <pc:picChg chg="mod">
          <ac:chgData name="Georg Pinne" userId="05574ceb-d5e8-42ed-bfd7-165f914e3d1e" providerId="ADAL" clId="{14DE94AD-E44B-40F8-B136-629967EB4B1E}" dt="2021-02-26T11:04:52.767" v="7736" actId="1076"/>
          <ac:picMkLst>
            <pc:docMk/>
            <pc:sldMk cId="1287671573" sldId="357"/>
            <ac:picMk id="90" creationId="{F4C445D5-E4CC-4D2C-A645-FB1722E13E2E}"/>
          </ac:picMkLst>
        </pc:picChg>
        <pc:picChg chg="mod">
          <ac:chgData name="Georg Pinne" userId="05574ceb-d5e8-42ed-bfd7-165f914e3d1e" providerId="ADAL" clId="{14DE94AD-E44B-40F8-B136-629967EB4B1E}" dt="2021-02-26T11:04:52.767" v="7736" actId="1076"/>
          <ac:picMkLst>
            <pc:docMk/>
            <pc:sldMk cId="1287671573" sldId="357"/>
            <ac:picMk id="91" creationId="{089810E0-B843-4117-A45E-8503AEF6F782}"/>
          </ac:picMkLst>
        </pc:picChg>
        <pc:picChg chg="mod">
          <ac:chgData name="Georg Pinne" userId="05574ceb-d5e8-42ed-bfd7-165f914e3d1e" providerId="ADAL" clId="{14DE94AD-E44B-40F8-B136-629967EB4B1E}" dt="2021-02-26T11:04:52.767" v="7736" actId="1076"/>
          <ac:picMkLst>
            <pc:docMk/>
            <pc:sldMk cId="1287671573" sldId="357"/>
            <ac:picMk id="92" creationId="{F0241776-9A67-4B68-98CA-A2C5EBC41CFF}"/>
          </ac:picMkLst>
        </pc:picChg>
        <pc:picChg chg="mod">
          <ac:chgData name="Georg Pinne" userId="05574ceb-d5e8-42ed-bfd7-165f914e3d1e" providerId="ADAL" clId="{14DE94AD-E44B-40F8-B136-629967EB4B1E}" dt="2021-02-26T11:04:52.767" v="7736" actId="1076"/>
          <ac:picMkLst>
            <pc:docMk/>
            <pc:sldMk cId="1287671573" sldId="357"/>
            <ac:picMk id="93" creationId="{8BA3BF8C-E0F9-4EF7-BE7C-A148905863D2}"/>
          </ac:picMkLst>
        </pc:picChg>
        <pc:picChg chg="mod">
          <ac:chgData name="Georg Pinne" userId="05574ceb-d5e8-42ed-bfd7-165f914e3d1e" providerId="ADAL" clId="{14DE94AD-E44B-40F8-B136-629967EB4B1E}" dt="2021-02-26T11:04:52.767" v="7736" actId="1076"/>
          <ac:picMkLst>
            <pc:docMk/>
            <pc:sldMk cId="1287671573" sldId="357"/>
            <ac:picMk id="94" creationId="{EF5F43CB-B057-40A1-A1A8-7EB96A0C38D9}"/>
          </ac:picMkLst>
        </pc:picChg>
        <pc:picChg chg="mod">
          <ac:chgData name="Georg Pinne" userId="05574ceb-d5e8-42ed-bfd7-165f914e3d1e" providerId="ADAL" clId="{14DE94AD-E44B-40F8-B136-629967EB4B1E}" dt="2021-02-26T11:04:52.767" v="7736" actId="1076"/>
          <ac:picMkLst>
            <pc:docMk/>
            <pc:sldMk cId="1287671573" sldId="357"/>
            <ac:picMk id="95" creationId="{594284C0-6132-44BA-A422-1339C31E0225}"/>
          </ac:picMkLst>
        </pc:picChg>
        <pc:picChg chg="mod">
          <ac:chgData name="Georg Pinne" userId="05574ceb-d5e8-42ed-bfd7-165f914e3d1e" providerId="ADAL" clId="{14DE94AD-E44B-40F8-B136-629967EB4B1E}" dt="2021-02-26T11:04:52.767" v="7736" actId="1076"/>
          <ac:picMkLst>
            <pc:docMk/>
            <pc:sldMk cId="1287671573" sldId="357"/>
            <ac:picMk id="96" creationId="{9F0E4F98-5CA6-4DBB-8961-2E02E9C099BC}"/>
          </ac:picMkLst>
        </pc:picChg>
        <pc:picChg chg="mod">
          <ac:chgData name="Georg Pinne" userId="05574ceb-d5e8-42ed-bfd7-165f914e3d1e" providerId="ADAL" clId="{14DE94AD-E44B-40F8-B136-629967EB4B1E}" dt="2021-02-26T11:04:52.767" v="7736" actId="1076"/>
          <ac:picMkLst>
            <pc:docMk/>
            <pc:sldMk cId="1287671573" sldId="357"/>
            <ac:picMk id="97" creationId="{081EB6D7-3480-418D-B95C-79B9D0F31A8E}"/>
          </ac:picMkLst>
        </pc:picChg>
        <pc:picChg chg="add del mod">
          <ac:chgData name="Georg Pinne" userId="05574ceb-d5e8-42ed-bfd7-165f914e3d1e" providerId="ADAL" clId="{14DE94AD-E44B-40F8-B136-629967EB4B1E}" dt="2021-02-26T11:03:27.670" v="7701" actId="478"/>
          <ac:picMkLst>
            <pc:docMk/>
            <pc:sldMk cId="1287671573" sldId="357"/>
            <ac:picMk id="98" creationId="{062AFC2A-D701-4393-B77D-2CDB834E287E}"/>
          </ac:picMkLst>
        </pc:picChg>
        <pc:picChg chg="add del mod">
          <ac:chgData name="Georg Pinne" userId="05574ceb-d5e8-42ed-bfd7-165f914e3d1e" providerId="ADAL" clId="{14DE94AD-E44B-40F8-B136-629967EB4B1E}" dt="2021-02-26T11:03:27.670" v="7701" actId="478"/>
          <ac:picMkLst>
            <pc:docMk/>
            <pc:sldMk cId="1287671573" sldId="357"/>
            <ac:picMk id="99" creationId="{DD52AAA0-DC97-4966-8AFF-70FB31CAF8C3}"/>
          </ac:picMkLst>
        </pc:picChg>
        <pc:picChg chg="add del mod">
          <ac:chgData name="Georg Pinne" userId="05574ceb-d5e8-42ed-bfd7-165f914e3d1e" providerId="ADAL" clId="{14DE94AD-E44B-40F8-B136-629967EB4B1E}" dt="2021-02-26T11:03:27.670" v="7701" actId="478"/>
          <ac:picMkLst>
            <pc:docMk/>
            <pc:sldMk cId="1287671573" sldId="357"/>
            <ac:picMk id="100" creationId="{A97EE40E-6D82-4055-913A-3BD1E153B4F7}"/>
          </ac:picMkLst>
        </pc:picChg>
        <pc:picChg chg="add del mod">
          <ac:chgData name="Georg Pinne" userId="05574ceb-d5e8-42ed-bfd7-165f914e3d1e" providerId="ADAL" clId="{14DE94AD-E44B-40F8-B136-629967EB4B1E}" dt="2021-02-26T11:03:27.670" v="7701" actId="478"/>
          <ac:picMkLst>
            <pc:docMk/>
            <pc:sldMk cId="1287671573" sldId="357"/>
            <ac:picMk id="101" creationId="{FD863303-4811-4E41-8036-8564E3CA5ED6}"/>
          </ac:picMkLst>
        </pc:picChg>
        <pc:picChg chg="add del mod">
          <ac:chgData name="Georg Pinne" userId="05574ceb-d5e8-42ed-bfd7-165f914e3d1e" providerId="ADAL" clId="{14DE94AD-E44B-40F8-B136-629967EB4B1E}" dt="2021-02-26T11:03:27.670" v="7701" actId="478"/>
          <ac:picMkLst>
            <pc:docMk/>
            <pc:sldMk cId="1287671573" sldId="357"/>
            <ac:picMk id="102" creationId="{765A699B-FF38-4CC4-8133-6548B6FAF1B9}"/>
          </ac:picMkLst>
        </pc:picChg>
        <pc:picChg chg="add del mod">
          <ac:chgData name="Georg Pinne" userId="05574ceb-d5e8-42ed-bfd7-165f914e3d1e" providerId="ADAL" clId="{14DE94AD-E44B-40F8-B136-629967EB4B1E}" dt="2021-02-26T11:03:27.670" v="7701" actId="478"/>
          <ac:picMkLst>
            <pc:docMk/>
            <pc:sldMk cId="1287671573" sldId="357"/>
            <ac:picMk id="103" creationId="{04E84706-C0FE-4C5E-B03B-C1F3154C25A8}"/>
          </ac:picMkLst>
        </pc:picChg>
        <pc:picChg chg="add del mod">
          <ac:chgData name="Georg Pinne" userId="05574ceb-d5e8-42ed-bfd7-165f914e3d1e" providerId="ADAL" clId="{14DE94AD-E44B-40F8-B136-629967EB4B1E}" dt="2021-02-26T11:03:27.670" v="7701" actId="478"/>
          <ac:picMkLst>
            <pc:docMk/>
            <pc:sldMk cId="1287671573" sldId="357"/>
            <ac:picMk id="104" creationId="{58783956-7036-417F-8303-8EC2615A4071}"/>
          </ac:picMkLst>
        </pc:picChg>
        <pc:picChg chg="add del mod">
          <ac:chgData name="Georg Pinne" userId="05574ceb-d5e8-42ed-bfd7-165f914e3d1e" providerId="ADAL" clId="{14DE94AD-E44B-40F8-B136-629967EB4B1E}" dt="2021-02-26T11:03:27.670" v="7701" actId="478"/>
          <ac:picMkLst>
            <pc:docMk/>
            <pc:sldMk cId="1287671573" sldId="357"/>
            <ac:picMk id="105" creationId="{DE90CC83-60A0-4B54-8849-7ABACFD89C29}"/>
          </ac:picMkLst>
        </pc:picChg>
        <pc:picChg chg="add del mod">
          <ac:chgData name="Georg Pinne" userId="05574ceb-d5e8-42ed-bfd7-165f914e3d1e" providerId="ADAL" clId="{14DE94AD-E44B-40F8-B136-629967EB4B1E}" dt="2021-02-26T11:03:27.670" v="7701" actId="478"/>
          <ac:picMkLst>
            <pc:docMk/>
            <pc:sldMk cId="1287671573" sldId="357"/>
            <ac:picMk id="106" creationId="{7BD0BC5A-7096-47BC-BCA9-0543339AA7E1}"/>
          </ac:picMkLst>
        </pc:picChg>
        <pc:picChg chg="add del mod">
          <ac:chgData name="Georg Pinne" userId="05574ceb-d5e8-42ed-bfd7-165f914e3d1e" providerId="ADAL" clId="{14DE94AD-E44B-40F8-B136-629967EB4B1E}" dt="2021-02-26T11:03:27.670" v="7701" actId="478"/>
          <ac:picMkLst>
            <pc:docMk/>
            <pc:sldMk cId="1287671573" sldId="357"/>
            <ac:picMk id="107" creationId="{A1A67388-3EF5-4CCB-8778-02D542672A70}"/>
          </ac:picMkLst>
        </pc:picChg>
        <pc:picChg chg="add del mod">
          <ac:chgData name="Georg Pinne" userId="05574ceb-d5e8-42ed-bfd7-165f914e3d1e" providerId="ADAL" clId="{14DE94AD-E44B-40F8-B136-629967EB4B1E}" dt="2021-02-26T11:03:27.670" v="7701" actId="478"/>
          <ac:picMkLst>
            <pc:docMk/>
            <pc:sldMk cId="1287671573" sldId="357"/>
            <ac:picMk id="108" creationId="{307198CE-70AA-4FCD-ADE6-2C9B50C87206}"/>
          </ac:picMkLst>
        </pc:picChg>
        <pc:picChg chg="add del mod">
          <ac:chgData name="Georg Pinne" userId="05574ceb-d5e8-42ed-bfd7-165f914e3d1e" providerId="ADAL" clId="{14DE94AD-E44B-40F8-B136-629967EB4B1E}" dt="2021-02-26T11:03:27.670" v="7701" actId="478"/>
          <ac:picMkLst>
            <pc:docMk/>
            <pc:sldMk cId="1287671573" sldId="357"/>
            <ac:picMk id="109" creationId="{B99BB954-CA9F-4A90-9F08-37759132D2A3}"/>
          </ac:picMkLst>
        </pc:picChg>
        <pc:picChg chg="add del mod">
          <ac:chgData name="Georg Pinne" userId="05574ceb-d5e8-42ed-bfd7-165f914e3d1e" providerId="ADAL" clId="{14DE94AD-E44B-40F8-B136-629967EB4B1E}" dt="2021-02-26T11:03:27.670" v="7701" actId="478"/>
          <ac:picMkLst>
            <pc:docMk/>
            <pc:sldMk cId="1287671573" sldId="357"/>
            <ac:picMk id="110" creationId="{BF919AE3-1C43-46FD-92EA-ED74D4F2B08F}"/>
          </ac:picMkLst>
        </pc:picChg>
        <pc:cxnChg chg="add del mod">
          <ac:chgData name="Georg Pinne" userId="05574ceb-d5e8-42ed-bfd7-165f914e3d1e" providerId="ADAL" clId="{14DE94AD-E44B-40F8-B136-629967EB4B1E}" dt="2021-02-26T11:03:41.313" v="7711" actId="478"/>
          <ac:cxnSpMkLst>
            <pc:docMk/>
            <pc:sldMk cId="1287671573" sldId="357"/>
            <ac:cxnSpMk id="65" creationId="{1FDD656A-4232-4AA1-899D-4684991B177E}"/>
          </ac:cxnSpMkLst>
        </pc:cxnChg>
        <pc:cxnChg chg="add del mod">
          <ac:chgData name="Georg Pinne" userId="05574ceb-d5e8-42ed-bfd7-165f914e3d1e" providerId="ADAL" clId="{14DE94AD-E44B-40F8-B136-629967EB4B1E}" dt="2021-02-26T11:04:52.767" v="7736" actId="1076"/>
          <ac:cxnSpMkLst>
            <pc:docMk/>
            <pc:sldMk cId="1287671573" sldId="357"/>
            <ac:cxnSpMk id="111" creationId="{78860242-4473-4017-B840-AF450578FA68}"/>
          </ac:cxnSpMkLst>
        </pc:cxnChg>
      </pc:sldChg>
      <pc:sldChg chg="addSp delSp modSp mod">
        <pc:chgData name="Georg Pinne" userId="05574ceb-d5e8-42ed-bfd7-165f914e3d1e" providerId="ADAL" clId="{14DE94AD-E44B-40F8-B136-629967EB4B1E}" dt="2021-02-26T16:11:07.940" v="8329" actId="404"/>
        <pc:sldMkLst>
          <pc:docMk/>
          <pc:sldMk cId="106259827" sldId="358"/>
        </pc:sldMkLst>
        <pc:spChg chg="mod">
          <ac:chgData name="Georg Pinne" userId="05574ceb-d5e8-42ed-bfd7-165f914e3d1e" providerId="ADAL" clId="{14DE94AD-E44B-40F8-B136-629967EB4B1E}" dt="2021-02-25T19:56:26.762" v="7496" actId="14100"/>
          <ac:spMkLst>
            <pc:docMk/>
            <pc:sldMk cId="106259827" sldId="358"/>
            <ac:spMk id="9" creationId="{E9CF7DEB-E8BD-4FCE-8931-46E9A9E9ED20}"/>
          </ac:spMkLst>
        </pc:spChg>
        <pc:spChg chg="mod">
          <ac:chgData name="Georg Pinne" userId="05574ceb-d5e8-42ed-bfd7-165f914e3d1e" providerId="ADAL" clId="{14DE94AD-E44B-40F8-B136-629967EB4B1E}" dt="2021-02-25T19:56:20.721" v="7495" actId="14100"/>
          <ac:spMkLst>
            <pc:docMk/>
            <pc:sldMk cId="106259827" sldId="358"/>
            <ac:spMk id="10" creationId="{88872B64-F114-4FBB-B7E1-92F9923ADABC}"/>
          </ac:spMkLst>
        </pc:spChg>
        <pc:spChg chg="mod">
          <ac:chgData name="Georg Pinne" userId="05574ceb-d5e8-42ed-bfd7-165f914e3d1e" providerId="ADAL" clId="{14DE94AD-E44B-40F8-B136-629967EB4B1E}" dt="2021-02-26T16:10:07.106" v="8325" actId="14100"/>
          <ac:spMkLst>
            <pc:docMk/>
            <pc:sldMk cId="106259827" sldId="358"/>
            <ac:spMk id="11" creationId="{ADA6D05A-3FA5-412C-9B43-74E9B2C27B4F}"/>
          </ac:spMkLst>
        </pc:spChg>
        <pc:spChg chg="add del mod">
          <ac:chgData name="Georg Pinne" userId="05574ceb-d5e8-42ed-bfd7-165f914e3d1e" providerId="ADAL" clId="{14DE94AD-E44B-40F8-B136-629967EB4B1E}" dt="2021-02-25T19:56:03.732" v="7491" actId="478"/>
          <ac:spMkLst>
            <pc:docMk/>
            <pc:sldMk cId="106259827" sldId="358"/>
            <ac:spMk id="12" creationId="{C06F0C2F-184E-41F6-806C-7A135EF9C788}"/>
          </ac:spMkLst>
        </pc:spChg>
        <pc:spChg chg="add del mod">
          <ac:chgData name="Georg Pinne" userId="05574ceb-d5e8-42ed-bfd7-165f914e3d1e" providerId="ADAL" clId="{14DE94AD-E44B-40F8-B136-629967EB4B1E}" dt="2021-02-25T19:57:44.160" v="7506" actId="478"/>
          <ac:spMkLst>
            <pc:docMk/>
            <pc:sldMk cId="106259827" sldId="358"/>
            <ac:spMk id="14" creationId="{393BA8E3-B5FA-4C60-9A35-893BF433E971}"/>
          </ac:spMkLst>
        </pc:spChg>
        <pc:spChg chg="mod">
          <ac:chgData name="Georg Pinne" userId="05574ceb-d5e8-42ed-bfd7-165f914e3d1e" providerId="ADAL" clId="{14DE94AD-E44B-40F8-B136-629967EB4B1E}" dt="2021-02-26T16:11:07.940" v="8329" actId="404"/>
          <ac:spMkLst>
            <pc:docMk/>
            <pc:sldMk cId="106259827" sldId="358"/>
            <ac:spMk id="24" creationId="{1422C150-41E8-4734-BE46-E77696C7D310}"/>
          </ac:spMkLst>
        </pc:spChg>
        <pc:spChg chg="mod">
          <ac:chgData name="Georg Pinne" userId="05574ceb-d5e8-42ed-bfd7-165f914e3d1e" providerId="ADAL" clId="{14DE94AD-E44B-40F8-B136-629967EB4B1E}" dt="2021-02-26T16:10:12.723" v="8326" actId="1035"/>
          <ac:spMkLst>
            <pc:docMk/>
            <pc:sldMk cId="106259827" sldId="358"/>
            <ac:spMk id="27" creationId="{999BCAFB-409D-496A-93AB-C4587BC19502}"/>
          </ac:spMkLst>
        </pc:spChg>
        <pc:graphicFrameChg chg="add mod">
          <ac:chgData name="Georg Pinne" userId="05574ceb-d5e8-42ed-bfd7-165f914e3d1e" providerId="ADAL" clId="{14DE94AD-E44B-40F8-B136-629967EB4B1E}" dt="2021-02-25T19:59:57.456" v="7534" actId="14100"/>
          <ac:graphicFrameMkLst>
            <pc:docMk/>
            <pc:sldMk cId="106259827" sldId="358"/>
            <ac:graphicFrameMk id="3" creationId="{7399AFB4-20DA-4290-871B-7FA78C0BA2FD}"/>
          </ac:graphicFrameMkLst>
        </pc:graphicFrameChg>
        <pc:picChg chg="del">
          <ac:chgData name="Georg Pinne" userId="05574ceb-d5e8-42ed-bfd7-165f914e3d1e" providerId="ADAL" clId="{14DE94AD-E44B-40F8-B136-629967EB4B1E}" dt="2021-02-24T16:59:47.401" v="1560" actId="478"/>
          <ac:picMkLst>
            <pc:docMk/>
            <pc:sldMk cId="106259827" sldId="358"/>
            <ac:picMk id="13" creationId="{5E43BBC7-C5AB-4A57-AAFB-F87A0EF5E47B}"/>
          </ac:picMkLst>
        </pc:picChg>
      </pc:sldChg>
      <pc:sldChg chg="addSp delSp modSp mod">
        <pc:chgData name="Georg Pinne" userId="05574ceb-d5e8-42ed-bfd7-165f914e3d1e" providerId="ADAL" clId="{14DE94AD-E44B-40F8-B136-629967EB4B1E}" dt="2021-02-26T16:08:55.161" v="8315" actId="115"/>
        <pc:sldMkLst>
          <pc:docMk/>
          <pc:sldMk cId="3487777279" sldId="360"/>
        </pc:sldMkLst>
        <pc:spChg chg="mod">
          <ac:chgData name="Georg Pinne" userId="05574ceb-d5e8-42ed-bfd7-165f914e3d1e" providerId="ADAL" clId="{14DE94AD-E44B-40F8-B136-629967EB4B1E}" dt="2021-02-22T16:52:10.783" v="645" actId="20577"/>
          <ac:spMkLst>
            <pc:docMk/>
            <pc:sldMk cId="3487777279" sldId="360"/>
            <ac:spMk id="2" creationId="{C1E6EBE8-3874-48DF-964A-B23A7CC7B215}"/>
          </ac:spMkLst>
        </pc:spChg>
        <pc:spChg chg="del mod">
          <ac:chgData name="Georg Pinne" userId="05574ceb-d5e8-42ed-bfd7-165f914e3d1e" providerId="ADAL" clId="{14DE94AD-E44B-40F8-B136-629967EB4B1E}" dt="2021-02-22T16:39:19.690" v="239" actId="478"/>
          <ac:spMkLst>
            <pc:docMk/>
            <pc:sldMk cId="3487777279" sldId="360"/>
            <ac:spMk id="6" creationId="{DD1913AE-53FA-4463-8278-46184008BF85}"/>
          </ac:spMkLst>
        </pc:spChg>
        <pc:spChg chg="del mod ord">
          <ac:chgData name="Georg Pinne" userId="05574ceb-d5e8-42ed-bfd7-165f914e3d1e" providerId="ADAL" clId="{14DE94AD-E44B-40F8-B136-629967EB4B1E}" dt="2021-02-22T16:39:20.468" v="240" actId="478"/>
          <ac:spMkLst>
            <pc:docMk/>
            <pc:sldMk cId="3487777279" sldId="360"/>
            <ac:spMk id="7" creationId="{E9A84768-C054-4B52-93C5-4BF52059C7F7}"/>
          </ac:spMkLst>
        </pc:spChg>
        <pc:spChg chg="del mod">
          <ac:chgData name="Georg Pinne" userId="05574ceb-d5e8-42ed-bfd7-165f914e3d1e" providerId="ADAL" clId="{14DE94AD-E44B-40F8-B136-629967EB4B1E}" dt="2021-02-22T16:39:19.690" v="239" actId="478"/>
          <ac:spMkLst>
            <pc:docMk/>
            <pc:sldMk cId="3487777279" sldId="360"/>
            <ac:spMk id="8" creationId="{B4BADDEA-FA94-4F79-B490-9BD1BC4FDAFC}"/>
          </ac:spMkLst>
        </pc:spChg>
        <pc:spChg chg="del mod">
          <ac:chgData name="Georg Pinne" userId="05574ceb-d5e8-42ed-bfd7-165f914e3d1e" providerId="ADAL" clId="{14DE94AD-E44B-40F8-B136-629967EB4B1E}" dt="2021-02-22T16:39:22.294" v="242" actId="478"/>
          <ac:spMkLst>
            <pc:docMk/>
            <pc:sldMk cId="3487777279" sldId="360"/>
            <ac:spMk id="10" creationId="{294D0264-AE6A-47B7-8BA5-F298859691EE}"/>
          </ac:spMkLst>
        </pc:spChg>
        <pc:spChg chg="del">
          <ac:chgData name="Georg Pinne" userId="05574ceb-d5e8-42ed-bfd7-165f914e3d1e" providerId="ADAL" clId="{14DE94AD-E44B-40F8-B136-629967EB4B1E}" dt="2021-02-22T16:42:20.707" v="440" actId="478"/>
          <ac:spMkLst>
            <pc:docMk/>
            <pc:sldMk cId="3487777279" sldId="360"/>
            <ac:spMk id="11" creationId="{9668FC51-34FC-4CFE-8D10-D8C3F6826440}"/>
          </ac:spMkLst>
        </pc:spChg>
        <pc:spChg chg="del mod">
          <ac:chgData name="Georg Pinne" userId="05574ceb-d5e8-42ed-bfd7-165f914e3d1e" providerId="ADAL" clId="{14DE94AD-E44B-40F8-B136-629967EB4B1E}" dt="2021-02-22T16:39:21.281" v="241" actId="478"/>
          <ac:spMkLst>
            <pc:docMk/>
            <pc:sldMk cId="3487777279" sldId="360"/>
            <ac:spMk id="12" creationId="{68B53B6F-E312-4734-92FC-DB36E3478B6D}"/>
          </ac:spMkLst>
        </pc:spChg>
        <pc:spChg chg="add del mod">
          <ac:chgData name="Georg Pinne" userId="05574ceb-d5e8-42ed-bfd7-165f914e3d1e" providerId="ADAL" clId="{14DE94AD-E44B-40F8-B136-629967EB4B1E}" dt="2021-02-22T16:40:08.813" v="254" actId="478"/>
          <ac:spMkLst>
            <pc:docMk/>
            <pc:sldMk cId="3487777279" sldId="360"/>
            <ac:spMk id="14" creationId="{E33BFA85-8544-4723-B9E1-892B19ECF460}"/>
          </ac:spMkLst>
        </pc:spChg>
        <pc:spChg chg="add del mod">
          <ac:chgData name="Georg Pinne" userId="05574ceb-d5e8-42ed-bfd7-165f914e3d1e" providerId="ADAL" clId="{14DE94AD-E44B-40F8-B136-629967EB4B1E}" dt="2021-02-24T17:33:36.038" v="1871" actId="478"/>
          <ac:spMkLst>
            <pc:docMk/>
            <pc:sldMk cId="3487777279" sldId="360"/>
            <ac:spMk id="15" creationId="{F3C444E9-F98E-4982-A498-72BE65CC04F5}"/>
          </ac:spMkLst>
        </pc:spChg>
        <pc:spChg chg="del mod ord">
          <ac:chgData name="Georg Pinne" userId="05574ceb-d5e8-42ed-bfd7-165f914e3d1e" providerId="ADAL" clId="{14DE94AD-E44B-40F8-B136-629967EB4B1E}" dt="2021-02-22T16:39:19.690" v="239" actId="478"/>
          <ac:spMkLst>
            <pc:docMk/>
            <pc:sldMk cId="3487777279" sldId="360"/>
            <ac:spMk id="17" creationId="{30CBEE0C-3D86-4F84-AE1F-F7A988C632E1}"/>
          </ac:spMkLst>
        </pc:spChg>
        <pc:spChg chg="add del mod">
          <ac:chgData name="Georg Pinne" userId="05574ceb-d5e8-42ed-bfd7-165f914e3d1e" providerId="ADAL" clId="{14DE94AD-E44B-40F8-B136-629967EB4B1E}" dt="2021-02-24T17:33:35.271" v="1870" actId="478"/>
          <ac:spMkLst>
            <pc:docMk/>
            <pc:sldMk cId="3487777279" sldId="360"/>
            <ac:spMk id="17" creationId="{C14DAD81-3301-4D87-9833-B68A3796B35E}"/>
          </ac:spMkLst>
        </pc:spChg>
        <pc:spChg chg="add del mod">
          <ac:chgData name="Georg Pinne" userId="05574ceb-d5e8-42ed-bfd7-165f914e3d1e" providerId="ADAL" clId="{14DE94AD-E44B-40F8-B136-629967EB4B1E}" dt="2021-02-22T16:46:59.622" v="564" actId="478"/>
          <ac:spMkLst>
            <pc:docMk/>
            <pc:sldMk cId="3487777279" sldId="360"/>
            <ac:spMk id="18" creationId="{A066F878-B562-4696-8F73-6D9AE345F439}"/>
          </ac:spMkLst>
        </pc:spChg>
        <pc:spChg chg="add del mod">
          <ac:chgData name="Georg Pinne" userId="05574ceb-d5e8-42ed-bfd7-165f914e3d1e" providerId="ADAL" clId="{14DE94AD-E44B-40F8-B136-629967EB4B1E}" dt="2021-02-24T17:18:31.871" v="1708" actId="478"/>
          <ac:spMkLst>
            <pc:docMk/>
            <pc:sldMk cId="3487777279" sldId="360"/>
            <ac:spMk id="19" creationId="{659863E3-7CE7-4D10-9626-9929EBA1DD40}"/>
          </ac:spMkLst>
        </pc:spChg>
        <pc:spChg chg="add del mod">
          <ac:chgData name="Georg Pinne" userId="05574ceb-d5e8-42ed-bfd7-165f914e3d1e" providerId="ADAL" clId="{14DE94AD-E44B-40F8-B136-629967EB4B1E}" dt="2021-02-24T17:33:03.081" v="1854" actId="478"/>
          <ac:spMkLst>
            <pc:docMk/>
            <pc:sldMk cId="3487777279" sldId="360"/>
            <ac:spMk id="20" creationId="{A9423818-AA52-49CD-A2E9-81640FA491DC}"/>
          </ac:spMkLst>
        </pc:spChg>
        <pc:spChg chg="add del mod">
          <ac:chgData name="Georg Pinne" userId="05574ceb-d5e8-42ed-bfd7-165f914e3d1e" providerId="ADAL" clId="{14DE94AD-E44B-40F8-B136-629967EB4B1E}" dt="2021-02-24T17:33:03.081" v="1854" actId="478"/>
          <ac:spMkLst>
            <pc:docMk/>
            <pc:sldMk cId="3487777279" sldId="360"/>
            <ac:spMk id="21" creationId="{3EB0DCDA-45C2-4C54-8673-C5EBF79CA78A}"/>
          </ac:spMkLst>
        </pc:spChg>
        <pc:spChg chg="add del mod">
          <ac:chgData name="Georg Pinne" userId="05574ceb-d5e8-42ed-bfd7-165f914e3d1e" providerId="ADAL" clId="{14DE94AD-E44B-40F8-B136-629967EB4B1E}" dt="2021-02-24T17:33:03.081" v="1854" actId="478"/>
          <ac:spMkLst>
            <pc:docMk/>
            <pc:sldMk cId="3487777279" sldId="360"/>
            <ac:spMk id="22" creationId="{E67F5047-4C23-41EB-A127-BD5681BB5F74}"/>
          </ac:spMkLst>
        </pc:spChg>
        <pc:spChg chg="add del mod">
          <ac:chgData name="Georg Pinne" userId="05574ceb-d5e8-42ed-bfd7-165f914e3d1e" providerId="ADAL" clId="{14DE94AD-E44B-40F8-B136-629967EB4B1E}" dt="2021-02-24T17:33:03.081" v="1854" actId="478"/>
          <ac:spMkLst>
            <pc:docMk/>
            <pc:sldMk cId="3487777279" sldId="360"/>
            <ac:spMk id="23" creationId="{D3DD0457-F632-4D79-93AE-694A16FA6900}"/>
          </ac:spMkLst>
        </pc:spChg>
        <pc:spChg chg="add del mod">
          <ac:chgData name="Georg Pinne" userId="05574ceb-d5e8-42ed-bfd7-165f914e3d1e" providerId="ADAL" clId="{14DE94AD-E44B-40F8-B136-629967EB4B1E}" dt="2021-02-24T17:33:03.081" v="1854" actId="478"/>
          <ac:spMkLst>
            <pc:docMk/>
            <pc:sldMk cId="3487777279" sldId="360"/>
            <ac:spMk id="24" creationId="{60B8E141-D923-4972-A80C-6038EAABA64F}"/>
          </ac:spMkLst>
        </pc:spChg>
        <pc:spChg chg="add del mod">
          <ac:chgData name="Georg Pinne" userId="05574ceb-d5e8-42ed-bfd7-165f914e3d1e" providerId="ADAL" clId="{14DE94AD-E44B-40F8-B136-629967EB4B1E}" dt="2021-02-24T17:32:36.541" v="1844"/>
          <ac:spMkLst>
            <pc:docMk/>
            <pc:sldMk cId="3487777279" sldId="360"/>
            <ac:spMk id="25" creationId="{03858DB9-1C25-4522-936F-65D98EB85550}"/>
          </ac:spMkLst>
        </pc:spChg>
        <pc:spChg chg="add del mod">
          <ac:chgData name="Georg Pinne" userId="05574ceb-d5e8-42ed-bfd7-165f914e3d1e" providerId="ADAL" clId="{14DE94AD-E44B-40F8-B136-629967EB4B1E}" dt="2021-02-24T17:32:36.541" v="1844"/>
          <ac:spMkLst>
            <pc:docMk/>
            <pc:sldMk cId="3487777279" sldId="360"/>
            <ac:spMk id="26" creationId="{B86C6E2D-9ECF-417E-979C-CB907F171B93}"/>
          </ac:spMkLst>
        </pc:spChg>
        <pc:spChg chg="add del mod">
          <ac:chgData name="Georg Pinne" userId="05574ceb-d5e8-42ed-bfd7-165f914e3d1e" providerId="ADAL" clId="{14DE94AD-E44B-40F8-B136-629967EB4B1E}" dt="2021-02-24T17:32:36.541" v="1844"/>
          <ac:spMkLst>
            <pc:docMk/>
            <pc:sldMk cId="3487777279" sldId="360"/>
            <ac:spMk id="27" creationId="{483CDED6-4473-498F-A5C2-4045969F69EF}"/>
          </ac:spMkLst>
        </pc:spChg>
        <pc:spChg chg="add del mod">
          <ac:chgData name="Georg Pinne" userId="05574ceb-d5e8-42ed-bfd7-165f914e3d1e" providerId="ADAL" clId="{14DE94AD-E44B-40F8-B136-629967EB4B1E}" dt="2021-02-24T17:32:36.541" v="1844"/>
          <ac:spMkLst>
            <pc:docMk/>
            <pc:sldMk cId="3487777279" sldId="360"/>
            <ac:spMk id="28" creationId="{CAFFB246-5254-4F9D-91C5-B36673AD4713}"/>
          </ac:spMkLst>
        </pc:spChg>
        <pc:spChg chg="add mod">
          <ac:chgData name="Georg Pinne" userId="05574ceb-d5e8-42ed-bfd7-165f914e3d1e" providerId="ADAL" clId="{14DE94AD-E44B-40F8-B136-629967EB4B1E}" dt="2021-02-25T19:52:33.834" v="7444" actId="1036"/>
          <ac:spMkLst>
            <pc:docMk/>
            <pc:sldMk cId="3487777279" sldId="360"/>
            <ac:spMk id="29" creationId="{C529938F-8975-46FA-BDF8-16B7141D21E0}"/>
          </ac:spMkLst>
        </pc:spChg>
        <pc:spChg chg="add del mod">
          <ac:chgData name="Georg Pinne" userId="05574ceb-d5e8-42ed-bfd7-165f914e3d1e" providerId="ADAL" clId="{14DE94AD-E44B-40F8-B136-629967EB4B1E}" dt="2021-02-25T19:46:30.477" v="7291" actId="478"/>
          <ac:spMkLst>
            <pc:docMk/>
            <pc:sldMk cId="3487777279" sldId="360"/>
            <ac:spMk id="30" creationId="{BE99C2A1-3566-4C84-8BE4-68284F376F22}"/>
          </ac:spMkLst>
        </pc:spChg>
        <pc:spChg chg="add mod">
          <ac:chgData name="Georg Pinne" userId="05574ceb-d5e8-42ed-bfd7-165f914e3d1e" providerId="ADAL" clId="{14DE94AD-E44B-40F8-B136-629967EB4B1E}" dt="2021-02-25T19:58:07.310" v="7509" actId="14100"/>
          <ac:spMkLst>
            <pc:docMk/>
            <pc:sldMk cId="3487777279" sldId="360"/>
            <ac:spMk id="31" creationId="{D7AE6437-C4AF-4713-8C6F-0E4497058174}"/>
          </ac:spMkLst>
        </pc:spChg>
        <pc:spChg chg="add mod">
          <ac:chgData name="Georg Pinne" userId="05574ceb-d5e8-42ed-bfd7-165f914e3d1e" providerId="ADAL" clId="{14DE94AD-E44B-40F8-B136-629967EB4B1E}" dt="2021-02-26T16:08:55.161" v="8315" actId="115"/>
          <ac:spMkLst>
            <pc:docMk/>
            <pc:sldMk cId="3487777279" sldId="360"/>
            <ac:spMk id="32" creationId="{E36FB202-51B9-48EB-BD30-3E8177226F20}"/>
          </ac:spMkLst>
        </pc:spChg>
        <pc:spChg chg="add del mod">
          <ac:chgData name="Georg Pinne" userId="05574ceb-d5e8-42ed-bfd7-165f914e3d1e" providerId="ADAL" clId="{14DE94AD-E44B-40F8-B136-629967EB4B1E}" dt="2021-02-24T18:02:43.662" v="2091" actId="478"/>
          <ac:spMkLst>
            <pc:docMk/>
            <pc:sldMk cId="3487777279" sldId="360"/>
            <ac:spMk id="33" creationId="{0F16ABE4-AC2F-4109-876C-9DA1E7731030}"/>
          </ac:spMkLst>
        </pc:spChg>
        <pc:spChg chg="add del mod">
          <ac:chgData name="Georg Pinne" userId="05574ceb-d5e8-42ed-bfd7-165f914e3d1e" providerId="ADAL" clId="{14DE94AD-E44B-40F8-B136-629967EB4B1E}" dt="2021-02-24T18:02:27.820" v="2084" actId="478"/>
          <ac:spMkLst>
            <pc:docMk/>
            <pc:sldMk cId="3487777279" sldId="360"/>
            <ac:spMk id="34" creationId="{D5B50951-96EB-4DB9-9BA1-8C272A5485F6}"/>
          </ac:spMkLst>
        </pc:spChg>
        <pc:spChg chg="add del mod">
          <ac:chgData name="Georg Pinne" userId="05574ceb-d5e8-42ed-bfd7-165f914e3d1e" providerId="ADAL" clId="{14DE94AD-E44B-40F8-B136-629967EB4B1E}" dt="2021-02-24T17:39:04.711" v="1912" actId="478"/>
          <ac:spMkLst>
            <pc:docMk/>
            <pc:sldMk cId="3487777279" sldId="360"/>
            <ac:spMk id="35" creationId="{D51F3044-CEEE-454B-BFAA-E3793421D085}"/>
          </ac:spMkLst>
        </pc:spChg>
        <pc:spChg chg="add mod">
          <ac:chgData name="Georg Pinne" userId="05574ceb-d5e8-42ed-bfd7-165f914e3d1e" providerId="ADAL" clId="{14DE94AD-E44B-40F8-B136-629967EB4B1E}" dt="2021-02-25T19:51:39.119" v="7433" actId="1035"/>
          <ac:spMkLst>
            <pc:docMk/>
            <pc:sldMk cId="3487777279" sldId="360"/>
            <ac:spMk id="37" creationId="{A8AE5655-7F48-4276-8446-5749987D77B8}"/>
          </ac:spMkLst>
        </pc:spChg>
        <pc:spChg chg="add mod">
          <ac:chgData name="Georg Pinne" userId="05574ceb-d5e8-42ed-bfd7-165f914e3d1e" providerId="ADAL" clId="{14DE94AD-E44B-40F8-B136-629967EB4B1E}" dt="2021-02-25T19:55:40.533" v="7483" actId="1076"/>
          <ac:spMkLst>
            <pc:docMk/>
            <pc:sldMk cId="3487777279" sldId="360"/>
            <ac:spMk id="39" creationId="{31A890B4-BC19-4F53-B4EC-BA571D8E6C6E}"/>
          </ac:spMkLst>
        </pc:spChg>
        <pc:spChg chg="add del mod ord">
          <ac:chgData name="Georg Pinne" userId="05574ceb-d5e8-42ed-bfd7-165f914e3d1e" providerId="ADAL" clId="{14DE94AD-E44B-40F8-B136-629967EB4B1E}" dt="2021-02-24T18:02:22.845" v="2080"/>
          <ac:spMkLst>
            <pc:docMk/>
            <pc:sldMk cId="3487777279" sldId="360"/>
            <ac:spMk id="40" creationId="{3629EB06-673C-45BE-B63A-F1B9F8059B96}"/>
          </ac:spMkLst>
        </pc:spChg>
        <pc:spChg chg="add del mod ord">
          <ac:chgData name="Georg Pinne" userId="05574ceb-d5e8-42ed-bfd7-165f914e3d1e" providerId="ADAL" clId="{14DE94AD-E44B-40F8-B136-629967EB4B1E}" dt="2021-02-24T18:06:57.791" v="2127" actId="478"/>
          <ac:spMkLst>
            <pc:docMk/>
            <pc:sldMk cId="3487777279" sldId="360"/>
            <ac:spMk id="41" creationId="{98342874-9E53-4AAA-A96B-1EA3287C009F}"/>
          </ac:spMkLst>
        </pc:spChg>
        <pc:spChg chg="add mod ord">
          <ac:chgData name="Georg Pinne" userId="05574ceb-d5e8-42ed-bfd7-165f914e3d1e" providerId="ADAL" clId="{14DE94AD-E44B-40F8-B136-629967EB4B1E}" dt="2021-02-25T19:47:32.805" v="7307" actId="1036"/>
          <ac:spMkLst>
            <pc:docMk/>
            <pc:sldMk cId="3487777279" sldId="360"/>
            <ac:spMk id="42" creationId="{636855C7-C16A-45A0-93A5-923705817DF8}"/>
          </ac:spMkLst>
        </pc:spChg>
        <pc:spChg chg="add mod">
          <ac:chgData name="Georg Pinne" userId="05574ceb-d5e8-42ed-bfd7-165f914e3d1e" providerId="ADAL" clId="{14DE94AD-E44B-40F8-B136-629967EB4B1E}" dt="2021-02-25T19:47:36.412" v="7308" actId="14100"/>
          <ac:spMkLst>
            <pc:docMk/>
            <pc:sldMk cId="3487777279" sldId="360"/>
            <ac:spMk id="44" creationId="{5A1FA028-30EB-4B09-BAF5-5E2A2543DBC2}"/>
          </ac:spMkLst>
        </pc:spChg>
        <pc:graphicFrameChg chg="add del mod modGraphic">
          <ac:chgData name="Georg Pinne" userId="05574ceb-d5e8-42ed-bfd7-165f914e3d1e" providerId="ADAL" clId="{14DE94AD-E44B-40F8-B136-629967EB4B1E}" dt="2021-02-24T16:49:14.171" v="1479" actId="478"/>
          <ac:graphicFrameMkLst>
            <pc:docMk/>
            <pc:sldMk cId="3487777279" sldId="360"/>
            <ac:graphicFrameMk id="3" creationId="{B3A4AA76-BB78-40B0-B1C2-513BDF7D9CC3}"/>
          </ac:graphicFrameMkLst>
        </pc:graphicFrameChg>
        <pc:graphicFrameChg chg="add del mod modGraphic">
          <ac:chgData name="Georg Pinne" userId="05574ceb-d5e8-42ed-bfd7-165f914e3d1e" providerId="ADAL" clId="{14DE94AD-E44B-40F8-B136-629967EB4B1E}" dt="2021-02-24T16:51:13.142" v="1544" actId="478"/>
          <ac:graphicFrameMkLst>
            <pc:docMk/>
            <pc:sldMk cId="3487777279" sldId="360"/>
            <ac:graphicFrameMk id="4" creationId="{5BF0BB3E-CFA6-4641-9A77-433C073F63FA}"/>
          </ac:graphicFrameMkLst>
        </pc:graphicFrameChg>
        <pc:graphicFrameChg chg="add del mod">
          <ac:chgData name="Georg Pinne" userId="05574ceb-d5e8-42ed-bfd7-165f914e3d1e" providerId="ADAL" clId="{14DE94AD-E44B-40F8-B136-629967EB4B1E}" dt="2021-02-24T17:33:36.615" v="1872" actId="478"/>
          <ac:graphicFrameMkLst>
            <pc:docMk/>
            <pc:sldMk cId="3487777279" sldId="360"/>
            <ac:graphicFrameMk id="5" creationId="{66EC061D-7445-4D71-AAE6-254268EBFA38}"/>
          </ac:graphicFrameMkLst>
        </pc:graphicFrameChg>
        <pc:graphicFrameChg chg="add del mod">
          <ac:chgData name="Georg Pinne" userId="05574ceb-d5e8-42ed-bfd7-165f914e3d1e" providerId="ADAL" clId="{14DE94AD-E44B-40F8-B136-629967EB4B1E}" dt="2021-02-24T17:34:45.996" v="1889" actId="478"/>
          <ac:graphicFrameMkLst>
            <pc:docMk/>
            <pc:sldMk cId="3487777279" sldId="360"/>
            <ac:graphicFrameMk id="7" creationId="{562E6908-97A7-4EEA-8A3C-C5D42533A62B}"/>
          </ac:graphicFrameMkLst>
        </pc:graphicFrameChg>
        <pc:graphicFrameChg chg="add del modGraphic">
          <ac:chgData name="Georg Pinne" userId="05574ceb-d5e8-42ed-bfd7-165f914e3d1e" providerId="ADAL" clId="{14DE94AD-E44B-40F8-B136-629967EB4B1E}" dt="2021-02-24T17:35:29.066" v="1894" actId="27309"/>
          <ac:graphicFrameMkLst>
            <pc:docMk/>
            <pc:sldMk cId="3487777279" sldId="360"/>
            <ac:graphicFrameMk id="9" creationId="{D4416DFE-2807-4353-8081-ECE4868B35AB}"/>
          </ac:graphicFrameMkLst>
        </pc:graphicFrameChg>
        <pc:graphicFrameChg chg="add del mod">
          <ac:chgData name="Georg Pinne" userId="05574ceb-d5e8-42ed-bfd7-165f914e3d1e" providerId="ADAL" clId="{14DE94AD-E44B-40F8-B136-629967EB4B1E}" dt="2021-02-24T18:14:28.495" v="2201" actId="478"/>
          <ac:graphicFrameMkLst>
            <pc:docMk/>
            <pc:sldMk cId="3487777279" sldId="360"/>
            <ac:graphicFrameMk id="10" creationId="{FD08A7F7-7EFA-40EE-861B-1CB7FA8485B7}"/>
          </ac:graphicFrameMkLst>
        </pc:graphicFrameChg>
        <pc:graphicFrameChg chg="add del mod">
          <ac:chgData name="Georg Pinne" userId="05574ceb-d5e8-42ed-bfd7-165f914e3d1e" providerId="ADAL" clId="{14DE94AD-E44B-40F8-B136-629967EB4B1E}" dt="2021-02-24T18:15:17.388" v="2203"/>
          <ac:graphicFrameMkLst>
            <pc:docMk/>
            <pc:sldMk cId="3487777279" sldId="360"/>
            <ac:graphicFrameMk id="11" creationId="{7771E415-8B52-4951-9C82-DAB9E42CD6A9}"/>
          </ac:graphicFrameMkLst>
        </pc:graphicFrameChg>
        <pc:graphicFrameChg chg="add del mod">
          <ac:chgData name="Georg Pinne" userId="05574ceb-d5e8-42ed-bfd7-165f914e3d1e" providerId="ADAL" clId="{14DE94AD-E44B-40F8-B136-629967EB4B1E}" dt="2021-02-24T18:15:35.093" v="2208" actId="478"/>
          <ac:graphicFrameMkLst>
            <pc:docMk/>
            <pc:sldMk cId="3487777279" sldId="360"/>
            <ac:graphicFrameMk id="12" creationId="{0B0C4495-1A22-4493-89D8-CFA73F6D64D7}"/>
          </ac:graphicFrameMkLst>
        </pc:graphicFrameChg>
        <pc:graphicFrameChg chg="add del mod">
          <ac:chgData name="Georg Pinne" userId="05574ceb-d5e8-42ed-bfd7-165f914e3d1e" providerId="ADAL" clId="{14DE94AD-E44B-40F8-B136-629967EB4B1E}" dt="2021-02-24T18:15:55.919" v="2210"/>
          <ac:graphicFrameMkLst>
            <pc:docMk/>
            <pc:sldMk cId="3487777279" sldId="360"/>
            <ac:graphicFrameMk id="14" creationId="{B97238FC-7C34-48EF-9E7F-E6B9710AE30B}"/>
          </ac:graphicFrameMkLst>
        </pc:graphicFrameChg>
        <pc:graphicFrameChg chg="add del mod">
          <ac:chgData name="Georg Pinne" userId="05574ceb-d5e8-42ed-bfd7-165f914e3d1e" providerId="ADAL" clId="{14DE94AD-E44B-40F8-B136-629967EB4B1E}" dt="2021-02-24T17:32:49.057" v="1852" actId="478"/>
          <ac:graphicFrameMkLst>
            <pc:docMk/>
            <pc:sldMk cId="3487777279" sldId="360"/>
            <ac:graphicFrameMk id="18" creationId="{AA884180-1468-48DD-AD57-5BB84F7E7BFB}"/>
          </ac:graphicFrameMkLst>
        </pc:graphicFrameChg>
        <pc:graphicFrameChg chg="add del mod">
          <ac:chgData name="Georg Pinne" userId="05574ceb-d5e8-42ed-bfd7-165f914e3d1e" providerId="ADAL" clId="{14DE94AD-E44B-40F8-B136-629967EB4B1E}" dt="2021-02-24T17:34:10.858" v="1885" actId="478"/>
          <ac:graphicFrameMkLst>
            <pc:docMk/>
            <pc:sldMk cId="3487777279" sldId="360"/>
            <ac:graphicFrameMk id="36" creationId="{0E4C5360-5E45-4B22-A4CC-447B25B32B03}"/>
          </ac:graphicFrameMkLst>
        </pc:graphicFrameChg>
        <pc:graphicFrameChg chg="add del mod">
          <ac:chgData name="Georg Pinne" userId="05574ceb-d5e8-42ed-bfd7-165f914e3d1e" providerId="ADAL" clId="{14DE94AD-E44B-40F8-B136-629967EB4B1E}" dt="2021-02-24T18:13:37.204" v="2196" actId="478"/>
          <ac:graphicFrameMkLst>
            <pc:docMk/>
            <pc:sldMk cId="3487777279" sldId="360"/>
            <ac:graphicFrameMk id="38" creationId="{347D7B0B-DA35-44D0-AC04-CBD19C4FE00D}"/>
          </ac:graphicFrameMkLst>
        </pc:graphicFrameChg>
        <pc:graphicFrameChg chg="add mod">
          <ac:chgData name="Georg Pinne" userId="05574ceb-d5e8-42ed-bfd7-165f914e3d1e" providerId="ADAL" clId="{14DE94AD-E44B-40F8-B136-629967EB4B1E}" dt="2021-02-25T19:47:22.744" v="7303" actId="1076"/>
          <ac:graphicFrameMkLst>
            <pc:docMk/>
            <pc:sldMk cId="3487777279" sldId="360"/>
            <ac:graphicFrameMk id="43" creationId="{C781436B-8FDE-48C3-83F9-A13AFBB7A4BC}"/>
          </ac:graphicFrameMkLst>
        </pc:graphicFrameChg>
        <pc:picChg chg="del">
          <ac:chgData name="Georg Pinne" userId="05574ceb-d5e8-42ed-bfd7-165f914e3d1e" providerId="ADAL" clId="{14DE94AD-E44B-40F8-B136-629967EB4B1E}" dt="2021-02-22T16:31:47.440" v="99" actId="478"/>
          <ac:picMkLst>
            <pc:docMk/>
            <pc:sldMk cId="3487777279" sldId="360"/>
            <ac:picMk id="9" creationId="{F29533B5-7D91-464E-B083-FBBA42148162}"/>
          </ac:picMkLst>
        </pc:picChg>
        <pc:picChg chg="add del mod modCrop">
          <ac:chgData name="Georg Pinne" userId="05574ceb-d5e8-42ed-bfd7-165f914e3d1e" providerId="ADAL" clId="{14DE94AD-E44B-40F8-B136-629967EB4B1E}" dt="2021-02-24T16:47:22.335" v="1437" actId="478"/>
          <ac:picMkLst>
            <pc:docMk/>
            <pc:sldMk cId="3487777279" sldId="360"/>
            <ac:picMk id="13" creationId="{1A5E77CF-53AC-4EC6-95F3-36EA59A12700}"/>
          </ac:picMkLst>
        </pc:picChg>
      </pc:sldChg>
      <pc:sldChg chg="modSp add del mod ord">
        <pc:chgData name="Georg Pinne" userId="05574ceb-d5e8-42ed-bfd7-165f914e3d1e" providerId="ADAL" clId="{14DE94AD-E44B-40F8-B136-629967EB4B1E}" dt="2021-02-24T17:53:58.232" v="2009" actId="47"/>
        <pc:sldMkLst>
          <pc:docMk/>
          <pc:sldMk cId="265725489" sldId="361"/>
        </pc:sldMkLst>
        <pc:spChg chg="mod">
          <ac:chgData name="Georg Pinne" userId="05574ceb-d5e8-42ed-bfd7-165f914e3d1e" providerId="ADAL" clId="{14DE94AD-E44B-40F8-B136-629967EB4B1E}" dt="2021-02-24T17:16:47.436" v="1670" actId="20577"/>
          <ac:spMkLst>
            <pc:docMk/>
            <pc:sldMk cId="265725489" sldId="361"/>
            <ac:spMk id="24" creationId="{F8F10775-4498-4369-BCD9-00B8C089A75D}"/>
          </ac:spMkLst>
        </pc:spChg>
        <pc:spChg chg="mod">
          <ac:chgData name="Georg Pinne" userId="05574ceb-d5e8-42ed-bfd7-165f914e3d1e" providerId="ADAL" clId="{14DE94AD-E44B-40F8-B136-629967EB4B1E}" dt="2021-02-22T17:48:14.375" v="1121" actId="1076"/>
          <ac:spMkLst>
            <pc:docMk/>
            <pc:sldMk cId="265725489" sldId="361"/>
            <ac:spMk id="27" creationId="{AF0D47C4-37D5-4857-A096-1A5281273E28}"/>
          </ac:spMkLst>
        </pc:spChg>
      </pc:sldChg>
      <pc:sldChg chg="delSp modSp del mod">
        <pc:chgData name="Georg Pinne" userId="05574ceb-d5e8-42ed-bfd7-165f914e3d1e" providerId="ADAL" clId="{14DE94AD-E44B-40F8-B136-629967EB4B1E}" dt="2021-02-24T16:57:34.523" v="1557" actId="47"/>
        <pc:sldMkLst>
          <pc:docMk/>
          <pc:sldMk cId="604645966" sldId="362"/>
        </pc:sldMkLst>
        <pc:spChg chg="mod">
          <ac:chgData name="Georg Pinne" userId="05574ceb-d5e8-42ed-bfd7-165f914e3d1e" providerId="ADAL" clId="{14DE94AD-E44B-40F8-B136-629967EB4B1E}" dt="2021-02-22T17:45:56.054" v="1105" actId="1076"/>
          <ac:spMkLst>
            <pc:docMk/>
            <pc:sldMk cId="604645966" sldId="362"/>
            <ac:spMk id="25" creationId="{B514FB57-FD97-4124-8583-8C14687C2028}"/>
          </ac:spMkLst>
        </pc:spChg>
        <pc:picChg chg="del">
          <ac:chgData name="Georg Pinne" userId="05574ceb-d5e8-42ed-bfd7-165f914e3d1e" providerId="ADAL" clId="{14DE94AD-E44B-40F8-B136-629967EB4B1E}" dt="2021-02-24T16:57:32.806" v="1556" actId="478"/>
          <ac:picMkLst>
            <pc:docMk/>
            <pc:sldMk cId="604645966" sldId="362"/>
            <ac:picMk id="4" creationId="{4591E4A8-54A2-4DA5-9751-AEAAC7BBA936}"/>
          </ac:picMkLst>
        </pc:picChg>
      </pc:sldChg>
      <pc:sldChg chg="modSp add del mod">
        <pc:chgData name="Georg Pinne" userId="05574ceb-d5e8-42ed-bfd7-165f914e3d1e" providerId="ADAL" clId="{14DE94AD-E44B-40F8-B136-629967EB4B1E}" dt="2021-02-24T18:19:55.209" v="2220" actId="47"/>
        <pc:sldMkLst>
          <pc:docMk/>
          <pc:sldMk cId="2928019070" sldId="363"/>
        </pc:sldMkLst>
        <pc:picChg chg="mod">
          <ac:chgData name="Georg Pinne" userId="05574ceb-d5e8-42ed-bfd7-165f914e3d1e" providerId="ADAL" clId="{14DE94AD-E44B-40F8-B136-629967EB4B1E}" dt="2021-02-22T16:24:21.208" v="85" actId="14100"/>
          <ac:picMkLst>
            <pc:docMk/>
            <pc:sldMk cId="2928019070" sldId="363"/>
            <ac:picMk id="4" creationId="{6544417F-C58B-48F5-B68F-30105BEA3746}"/>
          </ac:picMkLst>
        </pc:picChg>
      </pc:sldChg>
      <pc:sldChg chg="addSp modSp mod">
        <pc:chgData name="Georg Pinne" userId="05574ceb-d5e8-42ed-bfd7-165f914e3d1e" providerId="ADAL" clId="{14DE94AD-E44B-40F8-B136-629967EB4B1E}" dt="2021-02-26T16:19:44.496" v="8443" actId="20577"/>
        <pc:sldMkLst>
          <pc:docMk/>
          <pc:sldMk cId="4063377980" sldId="364"/>
        </pc:sldMkLst>
        <pc:spChg chg="mod">
          <ac:chgData name="Georg Pinne" userId="05574ceb-d5e8-42ed-bfd7-165f914e3d1e" providerId="ADAL" clId="{14DE94AD-E44B-40F8-B136-629967EB4B1E}" dt="2021-02-26T16:18:26.007" v="8429" actId="404"/>
          <ac:spMkLst>
            <pc:docMk/>
            <pc:sldMk cId="4063377980" sldId="364"/>
            <ac:spMk id="18" creationId="{36495FCE-2D09-4C9B-8E23-F70CDAB12BE4}"/>
          </ac:spMkLst>
        </pc:spChg>
        <pc:spChg chg="mod">
          <ac:chgData name="Georg Pinne" userId="05574ceb-d5e8-42ed-bfd7-165f914e3d1e" providerId="ADAL" clId="{14DE94AD-E44B-40F8-B136-629967EB4B1E}" dt="2021-02-26T16:18:31.603" v="8430" actId="404"/>
          <ac:spMkLst>
            <pc:docMk/>
            <pc:sldMk cId="4063377980" sldId="364"/>
            <ac:spMk id="20" creationId="{2198641A-262C-4463-A44C-B413CBAC4266}"/>
          </ac:spMkLst>
        </pc:spChg>
        <pc:spChg chg="mod">
          <ac:chgData name="Georg Pinne" userId="05574ceb-d5e8-42ed-bfd7-165f914e3d1e" providerId="ADAL" clId="{14DE94AD-E44B-40F8-B136-629967EB4B1E}" dt="2021-02-26T16:18:31.603" v="8430" actId="404"/>
          <ac:spMkLst>
            <pc:docMk/>
            <pc:sldMk cId="4063377980" sldId="364"/>
            <ac:spMk id="21" creationId="{E800A6FC-EFFC-431B-BD9F-A03F5949DC5D}"/>
          </ac:spMkLst>
        </pc:spChg>
        <pc:spChg chg="mod">
          <ac:chgData name="Georg Pinne" userId="05574ceb-d5e8-42ed-bfd7-165f914e3d1e" providerId="ADAL" clId="{14DE94AD-E44B-40F8-B136-629967EB4B1E}" dt="2021-02-26T16:18:31.603" v="8430" actId="404"/>
          <ac:spMkLst>
            <pc:docMk/>
            <pc:sldMk cId="4063377980" sldId="364"/>
            <ac:spMk id="22" creationId="{A52513C8-96CA-49CB-92A3-608A5A96C4F0}"/>
          </ac:spMkLst>
        </pc:spChg>
        <pc:spChg chg="mod">
          <ac:chgData name="Georg Pinne" userId="05574ceb-d5e8-42ed-bfd7-165f914e3d1e" providerId="ADAL" clId="{14DE94AD-E44B-40F8-B136-629967EB4B1E}" dt="2021-02-26T16:18:31.603" v="8430" actId="404"/>
          <ac:spMkLst>
            <pc:docMk/>
            <pc:sldMk cId="4063377980" sldId="364"/>
            <ac:spMk id="23" creationId="{D00140AC-4B30-482F-9849-4B070BA8115A}"/>
          </ac:spMkLst>
        </pc:spChg>
        <pc:spChg chg="mod">
          <ac:chgData name="Georg Pinne" userId="05574ceb-d5e8-42ed-bfd7-165f914e3d1e" providerId="ADAL" clId="{14DE94AD-E44B-40F8-B136-629967EB4B1E}" dt="2021-02-26T16:18:31.603" v="8430" actId="404"/>
          <ac:spMkLst>
            <pc:docMk/>
            <pc:sldMk cId="4063377980" sldId="364"/>
            <ac:spMk id="24" creationId="{225905B0-0BAC-4E64-817A-02A960C8EF42}"/>
          </ac:spMkLst>
        </pc:spChg>
        <pc:spChg chg="mod">
          <ac:chgData name="Georg Pinne" userId="05574ceb-d5e8-42ed-bfd7-165f914e3d1e" providerId="ADAL" clId="{14DE94AD-E44B-40F8-B136-629967EB4B1E}" dt="2021-02-26T16:18:31.603" v="8430" actId="404"/>
          <ac:spMkLst>
            <pc:docMk/>
            <pc:sldMk cId="4063377980" sldId="364"/>
            <ac:spMk id="25" creationId="{8ACF7EF3-57A2-4285-B496-2003335FF87A}"/>
          </ac:spMkLst>
        </pc:spChg>
        <pc:spChg chg="add mod">
          <ac:chgData name="Georg Pinne" userId="05574ceb-d5e8-42ed-bfd7-165f914e3d1e" providerId="ADAL" clId="{14DE94AD-E44B-40F8-B136-629967EB4B1E}" dt="2021-02-26T16:19:44.496" v="8443" actId="20577"/>
          <ac:spMkLst>
            <pc:docMk/>
            <pc:sldMk cId="4063377980" sldId="364"/>
            <ac:spMk id="30" creationId="{185B1EFF-04BE-47B4-AD11-2FE641AFA3F7}"/>
          </ac:spMkLst>
        </pc:spChg>
        <pc:spChg chg="mod">
          <ac:chgData name="Georg Pinne" userId="05574ceb-d5e8-42ed-bfd7-165f914e3d1e" providerId="ADAL" clId="{14DE94AD-E44B-40F8-B136-629967EB4B1E}" dt="2021-02-26T16:18:42.454" v="8431" actId="404"/>
          <ac:spMkLst>
            <pc:docMk/>
            <pc:sldMk cId="4063377980" sldId="364"/>
            <ac:spMk id="67" creationId="{E3F280D0-2C26-4003-A6DB-8E25F2AD5A45}"/>
          </ac:spMkLst>
        </pc:spChg>
        <pc:spChg chg="mod">
          <ac:chgData name="Georg Pinne" userId="05574ceb-d5e8-42ed-bfd7-165f914e3d1e" providerId="ADAL" clId="{14DE94AD-E44B-40F8-B136-629967EB4B1E}" dt="2021-02-26T16:18:42.454" v="8431" actId="404"/>
          <ac:spMkLst>
            <pc:docMk/>
            <pc:sldMk cId="4063377980" sldId="364"/>
            <ac:spMk id="70" creationId="{DC12FB88-4C44-4F40-9F4E-515952387BDC}"/>
          </ac:spMkLst>
        </pc:spChg>
        <pc:spChg chg="mod">
          <ac:chgData name="Georg Pinne" userId="05574ceb-d5e8-42ed-bfd7-165f914e3d1e" providerId="ADAL" clId="{14DE94AD-E44B-40F8-B136-629967EB4B1E}" dt="2021-02-26T16:18:42.454" v="8431" actId="404"/>
          <ac:spMkLst>
            <pc:docMk/>
            <pc:sldMk cId="4063377980" sldId="364"/>
            <ac:spMk id="71" creationId="{7DCF0849-2E04-499D-8CE7-4DD6BD1AC256}"/>
          </ac:spMkLst>
        </pc:spChg>
        <pc:spChg chg="mod">
          <ac:chgData name="Georg Pinne" userId="05574ceb-d5e8-42ed-bfd7-165f914e3d1e" providerId="ADAL" clId="{14DE94AD-E44B-40F8-B136-629967EB4B1E}" dt="2021-02-26T16:18:42.454" v="8431" actId="404"/>
          <ac:spMkLst>
            <pc:docMk/>
            <pc:sldMk cId="4063377980" sldId="364"/>
            <ac:spMk id="72" creationId="{8AF37286-1554-4F0C-A977-062A533CA273}"/>
          </ac:spMkLst>
        </pc:spChg>
        <pc:spChg chg="mod">
          <ac:chgData name="Georg Pinne" userId="05574ceb-d5e8-42ed-bfd7-165f914e3d1e" providerId="ADAL" clId="{14DE94AD-E44B-40F8-B136-629967EB4B1E}" dt="2021-02-26T16:18:42.454" v="8431" actId="404"/>
          <ac:spMkLst>
            <pc:docMk/>
            <pc:sldMk cId="4063377980" sldId="364"/>
            <ac:spMk id="73" creationId="{87CFFC20-435F-471C-9285-A509E4AEF9CF}"/>
          </ac:spMkLst>
        </pc:spChg>
        <pc:spChg chg="mod">
          <ac:chgData name="Georg Pinne" userId="05574ceb-d5e8-42ed-bfd7-165f914e3d1e" providerId="ADAL" clId="{14DE94AD-E44B-40F8-B136-629967EB4B1E}" dt="2021-02-26T16:18:42.454" v="8431" actId="404"/>
          <ac:spMkLst>
            <pc:docMk/>
            <pc:sldMk cId="4063377980" sldId="364"/>
            <ac:spMk id="74" creationId="{85D58293-0AED-4A73-A0E3-0202E81D2A81}"/>
          </ac:spMkLst>
        </pc:spChg>
        <pc:spChg chg="mod">
          <ac:chgData name="Georg Pinne" userId="05574ceb-d5e8-42ed-bfd7-165f914e3d1e" providerId="ADAL" clId="{14DE94AD-E44B-40F8-B136-629967EB4B1E}" dt="2021-02-26T16:18:42.454" v="8431" actId="404"/>
          <ac:spMkLst>
            <pc:docMk/>
            <pc:sldMk cId="4063377980" sldId="364"/>
            <ac:spMk id="75" creationId="{EB6BBDD6-31B1-4B07-A99E-921DAF14F32B}"/>
          </ac:spMkLst>
        </pc:spChg>
        <pc:spChg chg="mod">
          <ac:chgData name="Georg Pinne" userId="05574ceb-d5e8-42ed-bfd7-165f914e3d1e" providerId="ADAL" clId="{14DE94AD-E44B-40F8-B136-629967EB4B1E}" dt="2021-02-26T16:19:09.965" v="8437" actId="14100"/>
          <ac:spMkLst>
            <pc:docMk/>
            <pc:sldMk cId="4063377980" sldId="364"/>
            <ac:spMk id="78" creationId="{3436098A-71BF-4F96-AE52-2CA14BC97149}"/>
          </ac:spMkLst>
        </pc:spChg>
      </pc:sldChg>
      <pc:sldChg chg="addSp delSp modSp add del mod">
        <pc:chgData name="Georg Pinne" userId="05574ceb-d5e8-42ed-bfd7-165f914e3d1e" providerId="ADAL" clId="{14DE94AD-E44B-40F8-B136-629967EB4B1E}" dt="2021-02-26T16:37:44.001" v="8583" actId="1038"/>
        <pc:sldMkLst>
          <pc:docMk/>
          <pc:sldMk cId="2398288043" sldId="365"/>
        </pc:sldMkLst>
        <pc:spChg chg="mod">
          <ac:chgData name="Georg Pinne" userId="05574ceb-d5e8-42ed-bfd7-165f914e3d1e" providerId="ADAL" clId="{14DE94AD-E44B-40F8-B136-629967EB4B1E}" dt="2021-02-25T20:00:52.760" v="7547" actId="1035"/>
          <ac:spMkLst>
            <pc:docMk/>
            <pc:sldMk cId="2398288043" sldId="365"/>
            <ac:spMk id="18" creationId="{060FA205-797E-49FB-9EA6-AF13C7856F5A}"/>
          </ac:spMkLst>
        </pc:spChg>
        <pc:spChg chg="mod">
          <ac:chgData name="Georg Pinne" userId="05574ceb-d5e8-42ed-bfd7-165f914e3d1e" providerId="ADAL" clId="{14DE94AD-E44B-40F8-B136-629967EB4B1E}" dt="2021-02-25T20:00:52.760" v="7547" actId="1035"/>
          <ac:spMkLst>
            <pc:docMk/>
            <pc:sldMk cId="2398288043" sldId="365"/>
            <ac:spMk id="19" creationId="{F00CA028-C495-4897-8901-DD4B5ED3E23F}"/>
          </ac:spMkLst>
        </pc:spChg>
        <pc:spChg chg="mod">
          <ac:chgData name="Georg Pinne" userId="05574ceb-d5e8-42ed-bfd7-165f914e3d1e" providerId="ADAL" clId="{14DE94AD-E44B-40F8-B136-629967EB4B1E}" dt="2021-02-25T20:00:52.760" v="7547" actId="1035"/>
          <ac:spMkLst>
            <pc:docMk/>
            <pc:sldMk cId="2398288043" sldId="365"/>
            <ac:spMk id="20" creationId="{AB614656-6AED-417E-A207-442672E74789}"/>
          </ac:spMkLst>
        </pc:spChg>
        <pc:spChg chg="mod">
          <ac:chgData name="Georg Pinne" userId="05574ceb-d5e8-42ed-bfd7-165f914e3d1e" providerId="ADAL" clId="{14DE94AD-E44B-40F8-B136-629967EB4B1E}" dt="2021-02-25T20:00:52.760" v="7547" actId="1035"/>
          <ac:spMkLst>
            <pc:docMk/>
            <pc:sldMk cId="2398288043" sldId="365"/>
            <ac:spMk id="21" creationId="{3D034BE4-7050-4751-923B-55B905EFFF17}"/>
          </ac:spMkLst>
        </pc:spChg>
        <pc:spChg chg="mod">
          <ac:chgData name="Georg Pinne" userId="05574ceb-d5e8-42ed-bfd7-165f914e3d1e" providerId="ADAL" clId="{14DE94AD-E44B-40F8-B136-629967EB4B1E}" dt="2021-02-25T20:00:52.760" v="7547" actId="1035"/>
          <ac:spMkLst>
            <pc:docMk/>
            <pc:sldMk cId="2398288043" sldId="365"/>
            <ac:spMk id="22" creationId="{974541DD-76C1-4DC5-BD46-1853E1EE1440}"/>
          </ac:spMkLst>
        </pc:spChg>
        <pc:spChg chg="mod">
          <ac:chgData name="Georg Pinne" userId="05574ceb-d5e8-42ed-bfd7-165f914e3d1e" providerId="ADAL" clId="{14DE94AD-E44B-40F8-B136-629967EB4B1E}" dt="2021-02-25T20:00:52.760" v="7547" actId="1035"/>
          <ac:spMkLst>
            <pc:docMk/>
            <pc:sldMk cId="2398288043" sldId="365"/>
            <ac:spMk id="23" creationId="{742C0301-D75A-408D-957D-7DAA8807A8F3}"/>
          </ac:spMkLst>
        </pc:spChg>
        <pc:spChg chg="mod">
          <ac:chgData name="Georg Pinne" userId="05574ceb-d5e8-42ed-bfd7-165f914e3d1e" providerId="ADAL" clId="{14DE94AD-E44B-40F8-B136-629967EB4B1E}" dt="2021-02-25T20:00:52.760" v="7547" actId="1035"/>
          <ac:spMkLst>
            <pc:docMk/>
            <pc:sldMk cId="2398288043" sldId="365"/>
            <ac:spMk id="24" creationId="{C23A26D0-F122-4F4C-803C-50988DB9EAAF}"/>
          </ac:spMkLst>
        </pc:spChg>
        <pc:spChg chg="mod">
          <ac:chgData name="Georg Pinne" userId="05574ceb-d5e8-42ed-bfd7-165f914e3d1e" providerId="ADAL" clId="{14DE94AD-E44B-40F8-B136-629967EB4B1E}" dt="2021-02-25T20:00:52.760" v="7547" actId="1035"/>
          <ac:spMkLst>
            <pc:docMk/>
            <pc:sldMk cId="2398288043" sldId="365"/>
            <ac:spMk id="25" creationId="{C12C8126-9AB8-4AF1-A48E-804D00F37902}"/>
          </ac:spMkLst>
        </pc:spChg>
        <pc:spChg chg="mod">
          <ac:chgData name="Georg Pinne" userId="05574ceb-d5e8-42ed-bfd7-165f914e3d1e" providerId="ADAL" clId="{14DE94AD-E44B-40F8-B136-629967EB4B1E}" dt="2021-02-25T20:00:52.760" v="7547" actId="1035"/>
          <ac:spMkLst>
            <pc:docMk/>
            <pc:sldMk cId="2398288043" sldId="365"/>
            <ac:spMk id="26" creationId="{215BDFE6-1456-40FD-8685-949485BB31FA}"/>
          </ac:spMkLst>
        </pc:spChg>
        <pc:spChg chg="add del mod">
          <ac:chgData name="Georg Pinne" userId="05574ceb-d5e8-42ed-bfd7-165f914e3d1e" providerId="ADAL" clId="{14DE94AD-E44B-40F8-B136-629967EB4B1E}" dt="2021-02-22T17:49:43.281" v="1183" actId="1036"/>
          <ac:spMkLst>
            <pc:docMk/>
            <pc:sldMk cId="2398288043" sldId="365"/>
            <ac:spMk id="27" creationId="{B39319CC-D1D3-499D-86A3-17A8549F79DB}"/>
          </ac:spMkLst>
        </pc:spChg>
        <pc:spChg chg="mod">
          <ac:chgData name="Georg Pinne" userId="05574ceb-d5e8-42ed-bfd7-165f914e3d1e" providerId="ADAL" clId="{14DE94AD-E44B-40F8-B136-629967EB4B1E}" dt="2021-02-24T16:42:37.870" v="1435" actId="1037"/>
          <ac:spMkLst>
            <pc:docMk/>
            <pc:sldMk cId="2398288043" sldId="365"/>
            <ac:spMk id="30" creationId="{B0A39C4F-1776-4F07-BE42-0F44A92DAF59}"/>
          </ac:spMkLst>
        </pc:spChg>
        <pc:spChg chg="mod">
          <ac:chgData name="Georg Pinne" userId="05574ceb-d5e8-42ed-bfd7-165f914e3d1e" providerId="ADAL" clId="{14DE94AD-E44B-40F8-B136-629967EB4B1E}" dt="2021-02-25T20:00:52.760" v="7547" actId="1035"/>
          <ac:spMkLst>
            <pc:docMk/>
            <pc:sldMk cId="2398288043" sldId="365"/>
            <ac:spMk id="33" creationId="{A4973976-5439-46F9-98C1-BCB87A9774FB}"/>
          </ac:spMkLst>
        </pc:spChg>
        <pc:spChg chg="mod">
          <ac:chgData name="Georg Pinne" userId="05574ceb-d5e8-42ed-bfd7-165f914e3d1e" providerId="ADAL" clId="{14DE94AD-E44B-40F8-B136-629967EB4B1E}" dt="2021-02-26T16:12:41.650" v="8345" actId="14100"/>
          <ac:spMkLst>
            <pc:docMk/>
            <pc:sldMk cId="2398288043" sldId="365"/>
            <ac:spMk id="55" creationId="{88C4DB5F-DEDC-4D29-8E20-33AA42F13381}"/>
          </ac:spMkLst>
        </pc:spChg>
        <pc:spChg chg="del mod">
          <ac:chgData name="Georg Pinne" userId="05574ceb-d5e8-42ed-bfd7-165f914e3d1e" providerId="ADAL" clId="{14DE94AD-E44B-40F8-B136-629967EB4B1E}" dt="2021-02-25T19:58:29.562" v="7511" actId="478"/>
          <ac:spMkLst>
            <pc:docMk/>
            <pc:sldMk cId="2398288043" sldId="365"/>
            <ac:spMk id="56" creationId="{94AB4B5A-AA91-4E5F-B33F-F6AAD875B49C}"/>
          </ac:spMkLst>
        </pc:spChg>
        <pc:spChg chg="mod">
          <ac:chgData name="Georg Pinne" userId="05574ceb-d5e8-42ed-bfd7-165f914e3d1e" providerId="ADAL" clId="{14DE94AD-E44B-40F8-B136-629967EB4B1E}" dt="2021-02-26T16:16:04.398" v="8381" actId="14100"/>
          <ac:spMkLst>
            <pc:docMk/>
            <pc:sldMk cId="2398288043" sldId="365"/>
            <ac:spMk id="57" creationId="{3787D1BF-E5B9-4345-B11C-EA23E9E3058F}"/>
          </ac:spMkLst>
        </pc:spChg>
        <pc:spChg chg="mod">
          <ac:chgData name="Georg Pinne" userId="05574ceb-d5e8-42ed-bfd7-165f914e3d1e" providerId="ADAL" clId="{14DE94AD-E44B-40F8-B136-629967EB4B1E}" dt="2021-02-24T16:42:37.870" v="1435" actId="1037"/>
          <ac:spMkLst>
            <pc:docMk/>
            <pc:sldMk cId="2398288043" sldId="365"/>
            <ac:spMk id="58" creationId="{8BBD5B0A-6D57-47B0-81D0-08BC7EB77756}"/>
          </ac:spMkLst>
        </pc:spChg>
        <pc:spChg chg="mod">
          <ac:chgData name="Georg Pinne" userId="05574ceb-d5e8-42ed-bfd7-165f914e3d1e" providerId="ADAL" clId="{14DE94AD-E44B-40F8-B136-629967EB4B1E}" dt="2021-02-26T16:17:36.959" v="8416" actId="1076"/>
          <ac:spMkLst>
            <pc:docMk/>
            <pc:sldMk cId="2398288043" sldId="365"/>
            <ac:spMk id="59" creationId="{33E514D2-61AA-4D7F-B6D9-C89E4FABC9CA}"/>
          </ac:spMkLst>
        </pc:spChg>
        <pc:spChg chg="add mod">
          <ac:chgData name="Georg Pinne" userId="05574ceb-d5e8-42ed-bfd7-165f914e3d1e" providerId="ADAL" clId="{14DE94AD-E44B-40F8-B136-629967EB4B1E}" dt="2021-02-25T19:58:59.192" v="7525" actId="1076"/>
          <ac:spMkLst>
            <pc:docMk/>
            <pc:sldMk cId="2398288043" sldId="365"/>
            <ac:spMk id="60" creationId="{A96B3BE2-0930-4734-AE74-6E1E4CA65168}"/>
          </ac:spMkLst>
        </pc:spChg>
        <pc:spChg chg="add mod">
          <ac:chgData name="Georg Pinne" userId="05574ceb-d5e8-42ed-bfd7-165f914e3d1e" providerId="ADAL" clId="{14DE94AD-E44B-40F8-B136-629967EB4B1E}" dt="2021-02-25T19:59:10.275" v="7526" actId="14100"/>
          <ac:spMkLst>
            <pc:docMk/>
            <pc:sldMk cId="2398288043" sldId="365"/>
            <ac:spMk id="61" creationId="{D66CABA9-2F64-42AA-9341-8F04327AD13F}"/>
          </ac:spMkLst>
        </pc:spChg>
        <pc:spChg chg="mod">
          <ac:chgData name="Georg Pinne" userId="05574ceb-d5e8-42ed-bfd7-165f914e3d1e" providerId="ADAL" clId="{14DE94AD-E44B-40F8-B136-629967EB4B1E}" dt="2021-02-25T20:00:52.760" v="7547" actId="1035"/>
          <ac:spMkLst>
            <pc:docMk/>
            <pc:sldMk cId="2398288043" sldId="365"/>
            <ac:spMk id="62" creationId="{2534DD25-4EAF-4975-92B3-A19D65ADAE48}"/>
          </ac:spMkLst>
        </pc:spChg>
        <pc:spChg chg="mod">
          <ac:chgData name="Georg Pinne" userId="05574ceb-d5e8-42ed-bfd7-165f914e3d1e" providerId="ADAL" clId="{14DE94AD-E44B-40F8-B136-629967EB4B1E}" dt="2021-02-25T20:00:52.760" v="7547" actId="1035"/>
          <ac:spMkLst>
            <pc:docMk/>
            <pc:sldMk cId="2398288043" sldId="365"/>
            <ac:spMk id="63" creationId="{FE32B5F8-CFA4-4AFD-B8FF-55D7EF65CB92}"/>
          </ac:spMkLst>
        </pc:spChg>
        <pc:spChg chg="mod">
          <ac:chgData name="Georg Pinne" userId="05574ceb-d5e8-42ed-bfd7-165f914e3d1e" providerId="ADAL" clId="{14DE94AD-E44B-40F8-B136-629967EB4B1E}" dt="2021-02-25T20:00:52.760" v="7547" actId="1035"/>
          <ac:spMkLst>
            <pc:docMk/>
            <pc:sldMk cId="2398288043" sldId="365"/>
            <ac:spMk id="64" creationId="{A4F264BC-8598-4DB6-9CF8-1840D3ECDAA0}"/>
          </ac:spMkLst>
        </pc:spChg>
        <pc:spChg chg="mod">
          <ac:chgData name="Georg Pinne" userId="05574ceb-d5e8-42ed-bfd7-165f914e3d1e" providerId="ADAL" clId="{14DE94AD-E44B-40F8-B136-629967EB4B1E}" dt="2021-02-25T20:00:52.760" v="7547" actId="1035"/>
          <ac:spMkLst>
            <pc:docMk/>
            <pc:sldMk cId="2398288043" sldId="365"/>
            <ac:spMk id="65" creationId="{2786B2E5-B7EF-427C-87B2-9F41EFCB6BAC}"/>
          </ac:spMkLst>
        </pc:spChg>
        <pc:spChg chg="mod">
          <ac:chgData name="Georg Pinne" userId="05574ceb-d5e8-42ed-bfd7-165f914e3d1e" providerId="ADAL" clId="{14DE94AD-E44B-40F8-B136-629967EB4B1E}" dt="2021-02-25T20:00:52.760" v="7547" actId="1035"/>
          <ac:spMkLst>
            <pc:docMk/>
            <pc:sldMk cId="2398288043" sldId="365"/>
            <ac:spMk id="66" creationId="{7710EBAF-58C1-48D3-9FDF-6B3FAF144291}"/>
          </ac:spMkLst>
        </pc:spChg>
        <pc:spChg chg="mod">
          <ac:chgData name="Georg Pinne" userId="05574ceb-d5e8-42ed-bfd7-165f914e3d1e" providerId="ADAL" clId="{14DE94AD-E44B-40F8-B136-629967EB4B1E}" dt="2021-02-25T20:00:52.760" v="7547" actId="1035"/>
          <ac:spMkLst>
            <pc:docMk/>
            <pc:sldMk cId="2398288043" sldId="365"/>
            <ac:spMk id="67" creationId="{6CE25DC8-3BDE-4BCA-8656-0644EE5B8320}"/>
          </ac:spMkLst>
        </pc:spChg>
        <pc:spChg chg="mod">
          <ac:chgData name="Georg Pinne" userId="05574ceb-d5e8-42ed-bfd7-165f914e3d1e" providerId="ADAL" clId="{14DE94AD-E44B-40F8-B136-629967EB4B1E}" dt="2021-02-25T20:00:52.760" v="7547" actId="1035"/>
          <ac:spMkLst>
            <pc:docMk/>
            <pc:sldMk cId="2398288043" sldId="365"/>
            <ac:spMk id="68" creationId="{AC6405B4-FB25-4BE4-AC58-7B88A554B372}"/>
          </ac:spMkLst>
        </pc:spChg>
        <pc:spChg chg="mod">
          <ac:chgData name="Georg Pinne" userId="05574ceb-d5e8-42ed-bfd7-165f914e3d1e" providerId="ADAL" clId="{14DE94AD-E44B-40F8-B136-629967EB4B1E}" dt="2021-02-25T20:00:52.760" v="7547" actId="1035"/>
          <ac:spMkLst>
            <pc:docMk/>
            <pc:sldMk cId="2398288043" sldId="365"/>
            <ac:spMk id="69" creationId="{4319B990-F025-4A9F-ACB4-EEF68968995F}"/>
          </ac:spMkLst>
        </pc:spChg>
        <pc:spChg chg="mod">
          <ac:chgData name="Georg Pinne" userId="05574ceb-d5e8-42ed-bfd7-165f914e3d1e" providerId="ADAL" clId="{14DE94AD-E44B-40F8-B136-629967EB4B1E}" dt="2021-02-25T20:00:52.760" v="7547" actId="1035"/>
          <ac:spMkLst>
            <pc:docMk/>
            <pc:sldMk cId="2398288043" sldId="365"/>
            <ac:spMk id="70" creationId="{CA7F30E2-42F7-4488-8155-52429F660B54}"/>
          </ac:spMkLst>
        </pc:spChg>
        <pc:spChg chg="add del mod">
          <ac:chgData name="Georg Pinne" userId="05574ceb-d5e8-42ed-bfd7-165f914e3d1e" providerId="ADAL" clId="{14DE94AD-E44B-40F8-B136-629967EB4B1E}" dt="2021-02-25T19:59:23.078" v="7528"/>
          <ac:spMkLst>
            <pc:docMk/>
            <pc:sldMk cId="2398288043" sldId="365"/>
            <ac:spMk id="71" creationId="{ADD20E47-7A68-4E3E-8FF4-C60C102FAD9F}"/>
          </ac:spMkLst>
        </pc:spChg>
        <pc:spChg chg="mod">
          <ac:chgData name="Georg Pinne" userId="05574ceb-d5e8-42ed-bfd7-165f914e3d1e" providerId="ADAL" clId="{14DE94AD-E44B-40F8-B136-629967EB4B1E}" dt="2021-02-25T20:00:52.760" v="7547" actId="1035"/>
          <ac:spMkLst>
            <pc:docMk/>
            <pc:sldMk cId="2398288043" sldId="365"/>
            <ac:spMk id="72" creationId="{CB3274A9-EE3F-4D6E-A654-891F0E1FF737}"/>
          </ac:spMkLst>
        </pc:spChg>
        <pc:spChg chg="add del mod">
          <ac:chgData name="Georg Pinne" userId="05574ceb-d5e8-42ed-bfd7-165f914e3d1e" providerId="ADAL" clId="{14DE94AD-E44B-40F8-B136-629967EB4B1E}" dt="2021-02-25T19:59:38.934" v="7531" actId="478"/>
          <ac:spMkLst>
            <pc:docMk/>
            <pc:sldMk cId="2398288043" sldId="365"/>
            <ac:spMk id="73" creationId="{89BF9BCA-CF18-47BD-82A9-E62ED681DB58}"/>
          </ac:spMkLst>
        </pc:spChg>
        <pc:spChg chg="mod">
          <ac:chgData name="Georg Pinne" userId="05574ceb-d5e8-42ed-bfd7-165f914e3d1e" providerId="ADAL" clId="{14DE94AD-E44B-40F8-B136-629967EB4B1E}" dt="2021-02-25T20:00:52.760" v="7547" actId="1035"/>
          <ac:spMkLst>
            <pc:docMk/>
            <pc:sldMk cId="2398288043" sldId="365"/>
            <ac:spMk id="75" creationId="{02EB6C3F-2971-4869-A0DF-DE5298B6184E}"/>
          </ac:spMkLst>
        </pc:spChg>
        <pc:spChg chg="mod">
          <ac:chgData name="Georg Pinne" userId="05574ceb-d5e8-42ed-bfd7-165f914e3d1e" providerId="ADAL" clId="{14DE94AD-E44B-40F8-B136-629967EB4B1E}" dt="2021-02-25T20:00:52.760" v="7547" actId="1035"/>
          <ac:spMkLst>
            <pc:docMk/>
            <pc:sldMk cId="2398288043" sldId="365"/>
            <ac:spMk id="77" creationId="{0BFE9421-57A7-428A-9798-19567D2352D4}"/>
          </ac:spMkLst>
        </pc:spChg>
        <pc:spChg chg="mod">
          <ac:chgData name="Georg Pinne" userId="05574ceb-d5e8-42ed-bfd7-165f914e3d1e" providerId="ADAL" clId="{14DE94AD-E44B-40F8-B136-629967EB4B1E}" dt="2021-02-25T20:00:52.760" v="7547" actId="1035"/>
          <ac:spMkLst>
            <pc:docMk/>
            <pc:sldMk cId="2398288043" sldId="365"/>
            <ac:spMk id="78" creationId="{F56D9CFF-C1E3-46F0-AFC3-5454A93A24EA}"/>
          </ac:spMkLst>
        </pc:spChg>
        <pc:spChg chg="mod">
          <ac:chgData name="Georg Pinne" userId="05574ceb-d5e8-42ed-bfd7-165f914e3d1e" providerId="ADAL" clId="{14DE94AD-E44B-40F8-B136-629967EB4B1E}" dt="2021-02-25T20:00:52.760" v="7547" actId="1035"/>
          <ac:spMkLst>
            <pc:docMk/>
            <pc:sldMk cId="2398288043" sldId="365"/>
            <ac:spMk id="79" creationId="{11CFE5A0-4A8C-446E-A33B-EF682D75E621}"/>
          </ac:spMkLst>
        </pc:spChg>
        <pc:spChg chg="mod">
          <ac:chgData name="Georg Pinne" userId="05574ceb-d5e8-42ed-bfd7-165f914e3d1e" providerId="ADAL" clId="{14DE94AD-E44B-40F8-B136-629967EB4B1E}" dt="2021-02-25T20:00:52.760" v="7547" actId="1035"/>
          <ac:spMkLst>
            <pc:docMk/>
            <pc:sldMk cId="2398288043" sldId="365"/>
            <ac:spMk id="80" creationId="{63DBD23F-D91F-494A-B58D-3E275C21543A}"/>
          </ac:spMkLst>
        </pc:spChg>
        <pc:spChg chg="mod">
          <ac:chgData name="Georg Pinne" userId="05574ceb-d5e8-42ed-bfd7-165f914e3d1e" providerId="ADAL" clId="{14DE94AD-E44B-40F8-B136-629967EB4B1E}" dt="2021-02-26T16:37:01.747" v="8564" actId="1076"/>
          <ac:spMkLst>
            <pc:docMk/>
            <pc:sldMk cId="2398288043" sldId="365"/>
            <ac:spMk id="82" creationId="{00BB49C2-8C21-4039-89B6-4D857BBF22B2}"/>
          </ac:spMkLst>
        </pc:spChg>
        <pc:spChg chg="mod">
          <ac:chgData name="Georg Pinne" userId="05574ceb-d5e8-42ed-bfd7-165f914e3d1e" providerId="ADAL" clId="{14DE94AD-E44B-40F8-B136-629967EB4B1E}" dt="2021-02-26T16:37:44.001" v="8583" actId="1038"/>
          <ac:spMkLst>
            <pc:docMk/>
            <pc:sldMk cId="2398288043" sldId="365"/>
            <ac:spMk id="87" creationId="{CA2F4253-C436-40BF-8B8F-A7996FC6AC2A}"/>
          </ac:spMkLst>
        </pc:spChg>
        <pc:spChg chg="mod">
          <ac:chgData name="Georg Pinne" userId="05574ceb-d5e8-42ed-bfd7-165f914e3d1e" providerId="ADAL" clId="{14DE94AD-E44B-40F8-B136-629967EB4B1E}" dt="2021-02-26T16:37:44.001" v="8583" actId="1038"/>
          <ac:spMkLst>
            <pc:docMk/>
            <pc:sldMk cId="2398288043" sldId="365"/>
            <ac:spMk id="88" creationId="{A15C70F3-91D3-4373-9B30-5819780D1BED}"/>
          </ac:spMkLst>
        </pc:spChg>
        <pc:spChg chg="mod">
          <ac:chgData name="Georg Pinne" userId="05574ceb-d5e8-42ed-bfd7-165f914e3d1e" providerId="ADAL" clId="{14DE94AD-E44B-40F8-B136-629967EB4B1E}" dt="2021-02-26T16:37:44.001" v="8583" actId="1038"/>
          <ac:spMkLst>
            <pc:docMk/>
            <pc:sldMk cId="2398288043" sldId="365"/>
            <ac:spMk id="89" creationId="{EAE11343-2376-4E36-A828-A76FCD8D7C1F}"/>
          </ac:spMkLst>
        </pc:spChg>
        <pc:spChg chg="mod">
          <ac:chgData name="Georg Pinne" userId="05574ceb-d5e8-42ed-bfd7-165f914e3d1e" providerId="ADAL" clId="{14DE94AD-E44B-40F8-B136-629967EB4B1E}" dt="2021-02-26T16:37:44.001" v="8583" actId="1038"/>
          <ac:spMkLst>
            <pc:docMk/>
            <pc:sldMk cId="2398288043" sldId="365"/>
            <ac:spMk id="90" creationId="{116DAF39-2A1A-4FF9-B4B8-4A15BB8F42B3}"/>
          </ac:spMkLst>
        </pc:spChg>
        <pc:spChg chg="mod">
          <ac:chgData name="Georg Pinne" userId="05574ceb-d5e8-42ed-bfd7-165f914e3d1e" providerId="ADAL" clId="{14DE94AD-E44B-40F8-B136-629967EB4B1E}" dt="2021-02-26T16:13:29.936" v="8352" actId="14100"/>
          <ac:spMkLst>
            <pc:docMk/>
            <pc:sldMk cId="2398288043" sldId="365"/>
            <ac:spMk id="93" creationId="{1208C8EB-AE21-42CC-9CCA-8146F58E3038}"/>
          </ac:spMkLst>
        </pc:spChg>
        <pc:spChg chg="mod">
          <ac:chgData name="Georg Pinne" userId="05574ceb-d5e8-42ed-bfd7-165f914e3d1e" providerId="ADAL" clId="{14DE94AD-E44B-40F8-B136-629967EB4B1E}" dt="2021-02-26T16:14:00.721" v="8362" actId="1038"/>
          <ac:spMkLst>
            <pc:docMk/>
            <pc:sldMk cId="2398288043" sldId="365"/>
            <ac:spMk id="94" creationId="{527BA8B0-EE97-48DE-801B-244F630EF6CA}"/>
          </ac:spMkLst>
        </pc:spChg>
        <pc:spChg chg="mod">
          <ac:chgData name="Georg Pinne" userId="05574ceb-d5e8-42ed-bfd7-165f914e3d1e" providerId="ADAL" clId="{14DE94AD-E44B-40F8-B136-629967EB4B1E}" dt="2021-02-26T16:13:52.924" v="8359" actId="403"/>
          <ac:spMkLst>
            <pc:docMk/>
            <pc:sldMk cId="2398288043" sldId="365"/>
            <ac:spMk id="96" creationId="{9042836F-14C8-4343-8B24-F358278677AB}"/>
          </ac:spMkLst>
        </pc:spChg>
        <pc:spChg chg="mod">
          <ac:chgData name="Georg Pinne" userId="05574ceb-d5e8-42ed-bfd7-165f914e3d1e" providerId="ADAL" clId="{14DE94AD-E44B-40F8-B136-629967EB4B1E}" dt="2021-02-25T20:00:52.760" v="7547" actId="1035"/>
          <ac:spMkLst>
            <pc:docMk/>
            <pc:sldMk cId="2398288043" sldId="365"/>
            <ac:spMk id="97" creationId="{CF3737CA-E279-450A-9CC2-FCA155AEACEF}"/>
          </ac:spMkLst>
        </pc:spChg>
        <pc:spChg chg="mod">
          <ac:chgData name="Georg Pinne" userId="05574ceb-d5e8-42ed-bfd7-165f914e3d1e" providerId="ADAL" clId="{14DE94AD-E44B-40F8-B136-629967EB4B1E}" dt="2021-02-26T16:16:11.162" v="8382" actId="403"/>
          <ac:spMkLst>
            <pc:docMk/>
            <pc:sldMk cId="2398288043" sldId="365"/>
            <ac:spMk id="100" creationId="{B8B548F2-83E2-4971-80EC-C72839CCA906}"/>
          </ac:spMkLst>
        </pc:spChg>
        <pc:spChg chg="mod">
          <ac:chgData name="Georg Pinne" userId="05574ceb-d5e8-42ed-bfd7-165f914e3d1e" providerId="ADAL" clId="{14DE94AD-E44B-40F8-B136-629967EB4B1E}" dt="2021-02-26T16:16:25.403" v="8387" actId="1035"/>
          <ac:spMkLst>
            <pc:docMk/>
            <pc:sldMk cId="2398288043" sldId="365"/>
            <ac:spMk id="102" creationId="{0783E436-368B-4A3A-B3AB-1B98E64B08B1}"/>
          </ac:spMkLst>
        </pc:spChg>
        <pc:spChg chg="mod">
          <ac:chgData name="Georg Pinne" userId="05574ceb-d5e8-42ed-bfd7-165f914e3d1e" providerId="ADAL" clId="{14DE94AD-E44B-40F8-B136-629967EB4B1E}" dt="2021-02-26T16:16:33.082" v="8390" actId="1035"/>
          <ac:spMkLst>
            <pc:docMk/>
            <pc:sldMk cId="2398288043" sldId="365"/>
            <ac:spMk id="103" creationId="{78C7C554-F084-4317-8BD4-B5D170FC2CBB}"/>
          </ac:spMkLst>
        </pc:spChg>
        <pc:spChg chg="mod">
          <ac:chgData name="Georg Pinne" userId="05574ceb-d5e8-42ed-bfd7-165f914e3d1e" providerId="ADAL" clId="{14DE94AD-E44B-40F8-B136-629967EB4B1E}" dt="2021-02-26T16:16:41.376" v="8392" actId="1035"/>
          <ac:spMkLst>
            <pc:docMk/>
            <pc:sldMk cId="2398288043" sldId="365"/>
            <ac:spMk id="104" creationId="{AC7B68E7-8130-4094-9939-9874B2470C80}"/>
          </ac:spMkLst>
        </pc:spChg>
        <pc:spChg chg="mod">
          <ac:chgData name="Georg Pinne" userId="05574ceb-d5e8-42ed-bfd7-165f914e3d1e" providerId="ADAL" clId="{14DE94AD-E44B-40F8-B136-629967EB4B1E}" dt="2021-02-26T16:16:57.007" v="8406" actId="1035"/>
          <ac:spMkLst>
            <pc:docMk/>
            <pc:sldMk cId="2398288043" sldId="365"/>
            <ac:spMk id="105" creationId="{BB71358E-5097-476C-B801-8F183BC849F2}"/>
          </ac:spMkLst>
        </pc:spChg>
        <pc:spChg chg="mod">
          <ac:chgData name="Georg Pinne" userId="05574ceb-d5e8-42ed-bfd7-165f914e3d1e" providerId="ADAL" clId="{14DE94AD-E44B-40F8-B136-629967EB4B1E}" dt="2021-02-26T16:17:16.190" v="8409" actId="1076"/>
          <ac:spMkLst>
            <pc:docMk/>
            <pc:sldMk cId="2398288043" sldId="365"/>
            <ac:spMk id="106" creationId="{C95F9EDC-8245-4440-9E4B-70B2C8388F44}"/>
          </ac:spMkLst>
        </pc:spChg>
        <pc:spChg chg="mod">
          <ac:chgData name="Georg Pinne" userId="05574ceb-d5e8-42ed-bfd7-165f914e3d1e" providerId="ADAL" clId="{14DE94AD-E44B-40F8-B136-629967EB4B1E}" dt="2021-02-26T16:17:30.476" v="8413" actId="1076"/>
          <ac:spMkLst>
            <pc:docMk/>
            <pc:sldMk cId="2398288043" sldId="365"/>
            <ac:spMk id="108" creationId="{BCABAA96-C824-415E-8881-D0E781D7FAD8}"/>
          </ac:spMkLst>
        </pc:spChg>
        <pc:spChg chg="mod">
          <ac:chgData name="Georg Pinne" userId="05574ceb-d5e8-42ed-bfd7-165f914e3d1e" providerId="ADAL" clId="{14DE94AD-E44B-40F8-B136-629967EB4B1E}" dt="2021-02-26T16:17:42.566" v="8417" actId="1076"/>
          <ac:spMkLst>
            <pc:docMk/>
            <pc:sldMk cId="2398288043" sldId="365"/>
            <ac:spMk id="109" creationId="{99FAAF59-6BC8-482C-9EE5-5A4B5D1E6C35}"/>
          </ac:spMkLst>
        </pc:spChg>
        <pc:spChg chg="mod">
          <ac:chgData name="Georg Pinne" userId="05574ceb-d5e8-42ed-bfd7-165f914e3d1e" providerId="ADAL" clId="{14DE94AD-E44B-40F8-B136-629967EB4B1E}" dt="2021-02-26T16:18:04.628" v="8428" actId="1036"/>
          <ac:spMkLst>
            <pc:docMk/>
            <pc:sldMk cId="2398288043" sldId="365"/>
            <ac:spMk id="110" creationId="{4D2CC70A-7653-43DC-84DD-5C025D20878B}"/>
          </ac:spMkLst>
        </pc:spChg>
        <pc:spChg chg="mod">
          <ac:chgData name="Georg Pinne" userId="05574ceb-d5e8-42ed-bfd7-165f914e3d1e" providerId="ADAL" clId="{14DE94AD-E44B-40F8-B136-629967EB4B1E}" dt="2021-02-26T16:17:55.541" v="8420" actId="403"/>
          <ac:spMkLst>
            <pc:docMk/>
            <pc:sldMk cId="2398288043" sldId="365"/>
            <ac:spMk id="112" creationId="{3DABBC9D-5787-4FD6-AF9F-9C47FDD64869}"/>
          </ac:spMkLst>
        </pc:spChg>
      </pc:sldChg>
      <pc:sldChg chg="addSp delSp modSp mod">
        <pc:chgData name="Georg Pinne" userId="05574ceb-d5e8-42ed-bfd7-165f914e3d1e" providerId="ADAL" clId="{14DE94AD-E44B-40F8-B136-629967EB4B1E}" dt="2021-02-26T16:03:27.343" v="8269" actId="1076"/>
        <pc:sldMkLst>
          <pc:docMk/>
          <pc:sldMk cId="1719394569" sldId="366"/>
        </pc:sldMkLst>
        <pc:spChg chg="del">
          <ac:chgData name="Georg Pinne" userId="05574ceb-d5e8-42ed-bfd7-165f914e3d1e" providerId="ADAL" clId="{14DE94AD-E44B-40F8-B136-629967EB4B1E}" dt="2021-02-25T17:42:25.075" v="6447" actId="478"/>
          <ac:spMkLst>
            <pc:docMk/>
            <pc:sldMk cId="1719394569" sldId="366"/>
            <ac:spMk id="3" creationId="{8D9789FF-64F0-4E74-8240-90BA7552928E}"/>
          </ac:spMkLst>
        </pc:spChg>
        <pc:spChg chg="del">
          <ac:chgData name="Georg Pinne" userId="05574ceb-d5e8-42ed-bfd7-165f914e3d1e" providerId="ADAL" clId="{14DE94AD-E44B-40F8-B136-629967EB4B1E}" dt="2021-02-25T17:42:25.075" v="6447" actId="478"/>
          <ac:spMkLst>
            <pc:docMk/>
            <pc:sldMk cId="1719394569" sldId="366"/>
            <ac:spMk id="4" creationId="{729481F2-6864-4627-B1CA-7663EFBA050B}"/>
          </ac:spMkLst>
        </pc:spChg>
        <pc:spChg chg="del mod">
          <ac:chgData name="Georg Pinne" userId="05574ceb-d5e8-42ed-bfd7-165f914e3d1e" providerId="ADAL" clId="{14DE94AD-E44B-40F8-B136-629967EB4B1E}" dt="2021-02-25T17:42:25.075" v="6447" actId="478"/>
          <ac:spMkLst>
            <pc:docMk/>
            <pc:sldMk cId="1719394569" sldId="366"/>
            <ac:spMk id="5" creationId="{FAF63DFA-F348-47C1-AFCC-3D90FAC214A6}"/>
          </ac:spMkLst>
        </pc:spChg>
        <pc:spChg chg="del">
          <ac:chgData name="Georg Pinne" userId="05574ceb-d5e8-42ed-bfd7-165f914e3d1e" providerId="ADAL" clId="{14DE94AD-E44B-40F8-B136-629967EB4B1E}" dt="2021-02-25T17:42:25.075" v="6447" actId="478"/>
          <ac:spMkLst>
            <pc:docMk/>
            <pc:sldMk cId="1719394569" sldId="366"/>
            <ac:spMk id="6" creationId="{B66F4B24-2EED-475B-9519-C2C5C9837F24}"/>
          </ac:spMkLst>
        </pc:spChg>
        <pc:spChg chg="del">
          <ac:chgData name="Georg Pinne" userId="05574ceb-d5e8-42ed-bfd7-165f914e3d1e" providerId="ADAL" clId="{14DE94AD-E44B-40F8-B136-629967EB4B1E}" dt="2021-02-25T17:42:25.075" v="6447" actId="478"/>
          <ac:spMkLst>
            <pc:docMk/>
            <pc:sldMk cId="1719394569" sldId="366"/>
            <ac:spMk id="8" creationId="{8935360C-74B5-4AA4-9C03-ADCF982D668E}"/>
          </ac:spMkLst>
        </pc:spChg>
        <pc:spChg chg="del">
          <ac:chgData name="Georg Pinne" userId="05574ceb-d5e8-42ed-bfd7-165f914e3d1e" providerId="ADAL" clId="{14DE94AD-E44B-40F8-B136-629967EB4B1E}" dt="2021-02-25T17:42:25.075" v="6447" actId="478"/>
          <ac:spMkLst>
            <pc:docMk/>
            <pc:sldMk cId="1719394569" sldId="366"/>
            <ac:spMk id="10" creationId="{F329F055-97EC-472D-85D3-38649926F1E4}"/>
          </ac:spMkLst>
        </pc:spChg>
        <pc:spChg chg="del mod">
          <ac:chgData name="Georg Pinne" userId="05574ceb-d5e8-42ed-bfd7-165f914e3d1e" providerId="ADAL" clId="{14DE94AD-E44B-40F8-B136-629967EB4B1E}" dt="2021-02-25T17:42:25.075" v="6447" actId="478"/>
          <ac:spMkLst>
            <pc:docMk/>
            <pc:sldMk cId="1719394569" sldId="366"/>
            <ac:spMk id="12" creationId="{1701A476-DE6F-44A6-9000-ED2FA76B35A4}"/>
          </ac:spMkLst>
        </pc:spChg>
        <pc:spChg chg="del mod">
          <ac:chgData name="Georg Pinne" userId="05574ceb-d5e8-42ed-bfd7-165f914e3d1e" providerId="ADAL" clId="{14DE94AD-E44B-40F8-B136-629967EB4B1E}" dt="2021-02-25T17:42:25.075" v="6447" actId="478"/>
          <ac:spMkLst>
            <pc:docMk/>
            <pc:sldMk cId="1719394569" sldId="366"/>
            <ac:spMk id="16" creationId="{A4E3864B-D6FB-4AB6-8B56-8D4E2C0D8605}"/>
          </ac:spMkLst>
        </pc:spChg>
        <pc:spChg chg="del mod">
          <ac:chgData name="Georg Pinne" userId="05574ceb-d5e8-42ed-bfd7-165f914e3d1e" providerId="ADAL" clId="{14DE94AD-E44B-40F8-B136-629967EB4B1E}" dt="2021-02-25T17:42:25.075" v="6447" actId="478"/>
          <ac:spMkLst>
            <pc:docMk/>
            <pc:sldMk cId="1719394569" sldId="366"/>
            <ac:spMk id="35" creationId="{4E569F16-B784-4D79-98A4-DA8C422BF271}"/>
          </ac:spMkLst>
        </pc:spChg>
        <pc:spChg chg="del">
          <ac:chgData name="Georg Pinne" userId="05574ceb-d5e8-42ed-bfd7-165f914e3d1e" providerId="ADAL" clId="{14DE94AD-E44B-40F8-B136-629967EB4B1E}" dt="2021-02-25T17:42:25.075" v="6447" actId="478"/>
          <ac:spMkLst>
            <pc:docMk/>
            <pc:sldMk cId="1719394569" sldId="366"/>
            <ac:spMk id="39" creationId="{A721CB0F-9158-4356-91D3-0D34BFC5774F}"/>
          </ac:spMkLst>
        </pc:spChg>
        <pc:spChg chg="del">
          <ac:chgData name="Georg Pinne" userId="05574ceb-d5e8-42ed-bfd7-165f914e3d1e" providerId="ADAL" clId="{14DE94AD-E44B-40F8-B136-629967EB4B1E}" dt="2021-02-25T17:42:25.075" v="6447" actId="478"/>
          <ac:spMkLst>
            <pc:docMk/>
            <pc:sldMk cId="1719394569" sldId="366"/>
            <ac:spMk id="41" creationId="{B09A1FAF-4FF0-48BC-A4A8-DB2723C02D12}"/>
          </ac:spMkLst>
        </pc:spChg>
        <pc:spChg chg="mod">
          <ac:chgData name="Georg Pinne" userId="05574ceb-d5e8-42ed-bfd7-165f914e3d1e" providerId="ADAL" clId="{14DE94AD-E44B-40F8-B136-629967EB4B1E}" dt="2021-02-22T17:37:38.156" v="969" actId="164"/>
          <ac:spMkLst>
            <pc:docMk/>
            <pc:sldMk cId="1719394569" sldId="366"/>
            <ac:spMk id="43" creationId="{731CAD2A-5A64-430A-B371-9A2EF31FBAC6}"/>
          </ac:spMkLst>
        </pc:spChg>
        <pc:spChg chg="del">
          <ac:chgData name="Georg Pinne" userId="05574ceb-d5e8-42ed-bfd7-165f914e3d1e" providerId="ADAL" clId="{14DE94AD-E44B-40F8-B136-629967EB4B1E}" dt="2021-02-25T17:42:25.075" v="6447" actId="478"/>
          <ac:spMkLst>
            <pc:docMk/>
            <pc:sldMk cId="1719394569" sldId="366"/>
            <ac:spMk id="45" creationId="{DF2F4452-CD50-4F73-90A2-0C843270C3B0}"/>
          </ac:spMkLst>
        </pc:spChg>
        <pc:spChg chg="del">
          <ac:chgData name="Georg Pinne" userId="05574ceb-d5e8-42ed-bfd7-165f914e3d1e" providerId="ADAL" clId="{14DE94AD-E44B-40F8-B136-629967EB4B1E}" dt="2021-02-25T17:42:25.075" v="6447" actId="478"/>
          <ac:spMkLst>
            <pc:docMk/>
            <pc:sldMk cId="1719394569" sldId="366"/>
            <ac:spMk id="46" creationId="{6B7A164E-47BC-45D4-A228-7FA2FFBA2BAC}"/>
          </ac:spMkLst>
        </pc:spChg>
        <pc:spChg chg="del mod">
          <ac:chgData name="Georg Pinne" userId="05574ceb-d5e8-42ed-bfd7-165f914e3d1e" providerId="ADAL" clId="{14DE94AD-E44B-40F8-B136-629967EB4B1E}" dt="2021-02-25T17:42:25.075" v="6447" actId="478"/>
          <ac:spMkLst>
            <pc:docMk/>
            <pc:sldMk cId="1719394569" sldId="366"/>
            <ac:spMk id="48" creationId="{D1812EA0-3905-48B8-9D52-1B435A12B288}"/>
          </ac:spMkLst>
        </pc:spChg>
        <pc:spChg chg="del">
          <ac:chgData name="Georg Pinne" userId="05574ceb-d5e8-42ed-bfd7-165f914e3d1e" providerId="ADAL" clId="{14DE94AD-E44B-40F8-B136-629967EB4B1E}" dt="2021-02-25T17:42:25.075" v="6447" actId="478"/>
          <ac:spMkLst>
            <pc:docMk/>
            <pc:sldMk cId="1719394569" sldId="366"/>
            <ac:spMk id="49" creationId="{08074E95-518D-4BA2-BA1E-6B9074EDBC26}"/>
          </ac:spMkLst>
        </pc:spChg>
        <pc:spChg chg="del">
          <ac:chgData name="Georg Pinne" userId="05574ceb-d5e8-42ed-bfd7-165f914e3d1e" providerId="ADAL" clId="{14DE94AD-E44B-40F8-B136-629967EB4B1E}" dt="2021-02-25T17:42:25.075" v="6447" actId="478"/>
          <ac:spMkLst>
            <pc:docMk/>
            <pc:sldMk cId="1719394569" sldId="366"/>
            <ac:spMk id="50" creationId="{B12BE484-73B6-4BBC-8238-F18CE7E692BB}"/>
          </ac:spMkLst>
        </pc:spChg>
        <pc:spChg chg="del">
          <ac:chgData name="Georg Pinne" userId="05574ceb-d5e8-42ed-bfd7-165f914e3d1e" providerId="ADAL" clId="{14DE94AD-E44B-40F8-B136-629967EB4B1E}" dt="2021-02-25T17:42:25.075" v="6447" actId="478"/>
          <ac:spMkLst>
            <pc:docMk/>
            <pc:sldMk cId="1719394569" sldId="366"/>
            <ac:spMk id="51" creationId="{BA408729-DFE2-4B73-8079-255ABC8EE996}"/>
          </ac:spMkLst>
        </pc:spChg>
        <pc:spChg chg="del">
          <ac:chgData name="Georg Pinne" userId="05574ceb-d5e8-42ed-bfd7-165f914e3d1e" providerId="ADAL" clId="{14DE94AD-E44B-40F8-B136-629967EB4B1E}" dt="2021-02-25T17:42:25.075" v="6447" actId="478"/>
          <ac:spMkLst>
            <pc:docMk/>
            <pc:sldMk cId="1719394569" sldId="366"/>
            <ac:spMk id="52" creationId="{9F1CE815-C383-49CA-9309-34C69C7EFED3}"/>
          </ac:spMkLst>
        </pc:spChg>
        <pc:spChg chg="add mod">
          <ac:chgData name="Georg Pinne" userId="05574ceb-d5e8-42ed-bfd7-165f914e3d1e" providerId="ADAL" clId="{14DE94AD-E44B-40F8-B136-629967EB4B1E}" dt="2021-02-22T17:37:38.156" v="969" actId="164"/>
          <ac:spMkLst>
            <pc:docMk/>
            <pc:sldMk cId="1719394569" sldId="366"/>
            <ac:spMk id="53" creationId="{E5CF262A-03F1-4CBA-B9CC-9CC92A211AA5}"/>
          </ac:spMkLst>
        </pc:spChg>
        <pc:spChg chg="del">
          <ac:chgData name="Georg Pinne" userId="05574ceb-d5e8-42ed-bfd7-165f914e3d1e" providerId="ADAL" clId="{14DE94AD-E44B-40F8-B136-629967EB4B1E}" dt="2021-02-25T17:42:25.075" v="6447" actId="478"/>
          <ac:spMkLst>
            <pc:docMk/>
            <pc:sldMk cId="1719394569" sldId="366"/>
            <ac:spMk id="54" creationId="{A71F5ECD-F2E0-4E51-B3F2-154B42D7C7C9}"/>
          </ac:spMkLst>
        </pc:spChg>
        <pc:spChg chg="add del mod">
          <ac:chgData name="Georg Pinne" userId="05574ceb-d5e8-42ed-bfd7-165f914e3d1e" providerId="ADAL" clId="{14DE94AD-E44B-40F8-B136-629967EB4B1E}" dt="2021-02-25T17:42:25.075" v="6447" actId="478"/>
          <ac:spMkLst>
            <pc:docMk/>
            <pc:sldMk cId="1719394569" sldId="366"/>
            <ac:spMk id="55" creationId="{4980BADD-2AF9-4B3D-ADF0-3B044D5B4760}"/>
          </ac:spMkLst>
        </pc:spChg>
        <pc:spChg chg="del">
          <ac:chgData name="Georg Pinne" userId="05574ceb-d5e8-42ed-bfd7-165f914e3d1e" providerId="ADAL" clId="{14DE94AD-E44B-40F8-B136-629967EB4B1E}" dt="2021-02-25T17:42:25.075" v="6447" actId="478"/>
          <ac:spMkLst>
            <pc:docMk/>
            <pc:sldMk cId="1719394569" sldId="366"/>
            <ac:spMk id="56" creationId="{96775F65-8962-41DA-858D-808D2D95A145}"/>
          </ac:spMkLst>
        </pc:spChg>
        <pc:spChg chg="add mod">
          <ac:chgData name="Georg Pinne" userId="05574ceb-d5e8-42ed-bfd7-165f914e3d1e" providerId="ADAL" clId="{14DE94AD-E44B-40F8-B136-629967EB4B1E}" dt="2021-02-25T17:02:20.204" v="5820" actId="571"/>
          <ac:spMkLst>
            <pc:docMk/>
            <pc:sldMk cId="1719394569" sldId="366"/>
            <ac:spMk id="57" creationId="{8C36EDB5-F04A-47FD-9591-DB341DC34731}"/>
          </ac:spMkLst>
        </pc:spChg>
        <pc:spChg chg="del">
          <ac:chgData name="Georg Pinne" userId="05574ceb-d5e8-42ed-bfd7-165f914e3d1e" providerId="ADAL" clId="{14DE94AD-E44B-40F8-B136-629967EB4B1E}" dt="2021-02-25T17:42:25.075" v="6447" actId="478"/>
          <ac:spMkLst>
            <pc:docMk/>
            <pc:sldMk cId="1719394569" sldId="366"/>
            <ac:spMk id="58" creationId="{9372D3B0-B44E-443D-A6F4-52F4709B8736}"/>
          </ac:spMkLst>
        </pc:spChg>
        <pc:spChg chg="add mod">
          <ac:chgData name="Georg Pinne" userId="05574ceb-d5e8-42ed-bfd7-165f914e3d1e" providerId="ADAL" clId="{14DE94AD-E44B-40F8-B136-629967EB4B1E}" dt="2021-02-25T17:02:20.204" v="5820" actId="571"/>
          <ac:spMkLst>
            <pc:docMk/>
            <pc:sldMk cId="1719394569" sldId="366"/>
            <ac:spMk id="59" creationId="{AAB05107-6712-489D-BFE1-95CD4F93565E}"/>
          </ac:spMkLst>
        </pc:spChg>
        <pc:spChg chg="del">
          <ac:chgData name="Georg Pinne" userId="05574ceb-d5e8-42ed-bfd7-165f914e3d1e" providerId="ADAL" clId="{14DE94AD-E44B-40F8-B136-629967EB4B1E}" dt="2021-02-25T17:42:25.075" v="6447" actId="478"/>
          <ac:spMkLst>
            <pc:docMk/>
            <pc:sldMk cId="1719394569" sldId="366"/>
            <ac:spMk id="60" creationId="{5697E7F3-54D8-4E78-86D7-89EF64DA327A}"/>
          </ac:spMkLst>
        </pc:spChg>
        <pc:spChg chg="add mod">
          <ac:chgData name="Georg Pinne" userId="05574ceb-d5e8-42ed-bfd7-165f914e3d1e" providerId="ADAL" clId="{14DE94AD-E44B-40F8-B136-629967EB4B1E}" dt="2021-02-25T17:44:46.250" v="6486" actId="20577"/>
          <ac:spMkLst>
            <pc:docMk/>
            <pc:sldMk cId="1719394569" sldId="366"/>
            <ac:spMk id="61" creationId="{1B449A55-0FA3-4BF1-8888-CBD9228F38E0}"/>
          </ac:spMkLst>
        </pc:spChg>
        <pc:spChg chg="del">
          <ac:chgData name="Georg Pinne" userId="05574ceb-d5e8-42ed-bfd7-165f914e3d1e" providerId="ADAL" clId="{14DE94AD-E44B-40F8-B136-629967EB4B1E}" dt="2021-02-25T17:42:25.075" v="6447" actId="478"/>
          <ac:spMkLst>
            <pc:docMk/>
            <pc:sldMk cId="1719394569" sldId="366"/>
            <ac:spMk id="62" creationId="{CF5DD90A-1E52-4FF3-A1E0-B83FD9E3AFA3}"/>
          </ac:spMkLst>
        </pc:spChg>
        <pc:spChg chg="add mod">
          <ac:chgData name="Georg Pinne" userId="05574ceb-d5e8-42ed-bfd7-165f914e3d1e" providerId="ADAL" clId="{14DE94AD-E44B-40F8-B136-629967EB4B1E}" dt="2021-02-25T17:43:12.420" v="6453" actId="571"/>
          <ac:spMkLst>
            <pc:docMk/>
            <pc:sldMk cId="1719394569" sldId="366"/>
            <ac:spMk id="63" creationId="{38AD0F46-4255-4B7F-B191-50CE32577512}"/>
          </ac:spMkLst>
        </pc:spChg>
        <pc:spChg chg="del">
          <ac:chgData name="Georg Pinne" userId="05574ceb-d5e8-42ed-bfd7-165f914e3d1e" providerId="ADAL" clId="{14DE94AD-E44B-40F8-B136-629967EB4B1E}" dt="2021-02-25T17:42:25.075" v="6447" actId="478"/>
          <ac:spMkLst>
            <pc:docMk/>
            <pc:sldMk cId="1719394569" sldId="366"/>
            <ac:spMk id="64" creationId="{F5F3E1A6-9084-47FC-A634-372C2423208D}"/>
          </ac:spMkLst>
        </pc:spChg>
        <pc:spChg chg="add mod">
          <ac:chgData name="Georg Pinne" userId="05574ceb-d5e8-42ed-bfd7-165f914e3d1e" providerId="ADAL" clId="{14DE94AD-E44B-40F8-B136-629967EB4B1E}" dt="2021-02-25T17:51:10.562" v="6584" actId="14100"/>
          <ac:spMkLst>
            <pc:docMk/>
            <pc:sldMk cId="1719394569" sldId="366"/>
            <ac:spMk id="65" creationId="{9B6990D0-4653-4BC7-8739-842A5B7D2169}"/>
          </ac:spMkLst>
        </pc:spChg>
        <pc:spChg chg="add del mod">
          <ac:chgData name="Georg Pinne" userId="05574ceb-d5e8-42ed-bfd7-165f914e3d1e" providerId="ADAL" clId="{14DE94AD-E44B-40F8-B136-629967EB4B1E}" dt="2021-02-25T17:46:12.676" v="6508" actId="478"/>
          <ac:spMkLst>
            <pc:docMk/>
            <pc:sldMk cId="1719394569" sldId="366"/>
            <ac:spMk id="66" creationId="{5853F866-555F-4CCD-9C10-9F79542EBDC0}"/>
          </ac:spMkLst>
        </pc:spChg>
        <pc:spChg chg="add del mod">
          <ac:chgData name="Georg Pinne" userId="05574ceb-d5e8-42ed-bfd7-165f914e3d1e" providerId="ADAL" clId="{14DE94AD-E44B-40F8-B136-629967EB4B1E}" dt="2021-02-25T17:46:12.676" v="6508" actId="478"/>
          <ac:spMkLst>
            <pc:docMk/>
            <pc:sldMk cId="1719394569" sldId="366"/>
            <ac:spMk id="67" creationId="{D892898D-A569-4F6F-A9D1-73E84B9C863E}"/>
          </ac:spMkLst>
        </pc:spChg>
        <pc:spChg chg="add del mod">
          <ac:chgData name="Georg Pinne" userId="05574ceb-d5e8-42ed-bfd7-165f914e3d1e" providerId="ADAL" clId="{14DE94AD-E44B-40F8-B136-629967EB4B1E}" dt="2021-02-25T17:46:12.676" v="6508" actId="478"/>
          <ac:spMkLst>
            <pc:docMk/>
            <pc:sldMk cId="1719394569" sldId="366"/>
            <ac:spMk id="68" creationId="{F4C399F7-28A1-47AB-A786-E6DBE46317C3}"/>
          </ac:spMkLst>
        </pc:spChg>
        <pc:spChg chg="add del mod">
          <ac:chgData name="Georg Pinne" userId="05574ceb-d5e8-42ed-bfd7-165f914e3d1e" providerId="ADAL" clId="{14DE94AD-E44B-40F8-B136-629967EB4B1E}" dt="2021-02-25T17:46:12.676" v="6508" actId="478"/>
          <ac:spMkLst>
            <pc:docMk/>
            <pc:sldMk cId="1719394569" sldId="366"/>
            <ac:spMk id="69" creationId="{9814A9D3-8132-4477-9451-215CB01908B1}"/>
          </ac:spMkLst>
        </pc:spChg>
        <pc:spChg chg="del mod">
          <ac:chgData name="Georg Pinne" userId="05574ceb-d5e8-42ed-bfd7-165f914e3d1e" providerId="ADAL" clId="{14DE94AD-E44B-40F8-B136-629967EB4B1E}" dt="2021-02-25T17:42:25.075" v="6447" actId="478"/>
          <ac:spMkLst>
            <pc:docMk/>
            <pc:sldMk cId="1719394569" sldId="366"/>
            <ac:spMk id="70" creationId="{F0418DAA-80D1-41E7-AB72-2CB84EE32F35}"/>
          </ac:spMkLst>
        </pc:spChg>
        <pc:spChg chg="del mod">
          <ac:chgData name="Georg Pinne" userId="05574ceb-d5e8-42ed-bfd7-165f914e3d1e" providerId="ADAL" clId="{14DE94AD-E44B-40F8-B136-629967EB4B1E}" dt="2021-02-25T17:42:25.075" v="6447" actId="478"/>
          <ac:spMkLst>
            <pc:docMk/>
            <pc:sldMk cId="1719394569" sldId="366"/>
            <ac:spMk id="71" creationId="{413BAF9B-4869-4203-85D6-8797096D6FE7}"/>
          </ac:spMkLst>
        </pc:spChg>
        <pc:spChg chg="del mod">
          <ac:chgData name="Georg Pinne" userId="05574ceb-d5e8-42ed-bfd7-165f914e3d1e" providerId="ADAL" clId="{14DE94AD-E44B-40F8-B136-629967EB4B1E}" dt="2021-02-25T17:42:25.075" v="6447" actId="478"/>
          <ac:spMkLst>
            <pc:docMk/>
            <pc:sldMk cId="1719394569" sldId="366"/>
            <ac:spMk id="72" creationId="{C4900AE7-1D53-4069-BCB2-04C7C49A9626}"/>
          </ac:spMkLst>
        </pc:spChg>
        <pc:spChg chg="del mod">
          <ac:chgData name="Georg Pinne" userId="05574ceb-d5e8-42ed-bfd7-165f914e3d1e" providerId="ADAL" clId="{14DE94AD-E44B-40F8-B136-629967EB4B1E}" dt="2021-02-25T17:42:25.075" v="6447" actId="478"/>
          <ac:spMkLst>
            <pc:docMk/>
            <pc:sldMk cId="1719394569" sldId="366"/>
            <ac:spMk id="73" creationId="{05F22786-EF3E-4E81-81ED-8AAF395241F8}"/>
          </ac:spMkLst>
        </pc:spChg>
        <pc:spChg chg="del mod">
          <ac:chgData name="Georg Pinne" userId="05574ceb-d5e8-42ed-bfd7-165f914e3d1e" providerId="ADAL" clId="{14DE94AD-E44B-40F8-B136-629967EB4B1E}" dt="2021-02-25T17:42:25.075" v="6447" actId="478"/>
          <ac:spMkLst>
            <pc:docMk/>
            <pc:sldMk cId="1719394569" sldId="366"/>
            <ac:spMk id="74" creationId="{DB24A6C1-49ED-4477-8878-489C61E2CDD8}"/>
          </ac:spMkLst>
        </pc:spChg>
        <pc:spChg chg="del mod">
          <ac:chgData name="Georg Pinne" userId="05574ceb-d5e8-42ed-bfd7-165f914e3d1e" providerId="ADAL" clId="{14DE94AD-E44B-40F8-B136-629967EB4B1E}" dt="2021-02-25T17:42:25.075" v="6447" actId="478"/>
          <ac:spMkLst>
            <pc:docMk/>
            <pc:sldMk cId="1719394569" sldId="366"/>
            <ac:spMk id="75" creationId="{0AC05239-FDC9-4C28-9D7A-3F02484905EB}"/>
          </ac:spMkLst>
        </pc:spChg>
        <pc:spChg chg="del mod">
          <ac:chgData name="Georg Pinne" userId="05574ceb-d5e8-42ed-bfd7-165f914e3d1e" providerId="ADAL" clId="{14DE94AD-E44B-40F8-B136-629967EB4B1E}" dt="2021-02-25T17:42:25.075" v="6447" actId="478"/>
          <ac:spMkLst>
            <pc:docMk/>
            <pc:sldMk cId="1719394569" sldId="366"/>
            <ac:spMk id="77" creationId="{5CCCD021-0B3A-4761-9014-9F6D2981B016}"/>
          </ac:spMkLst>
        </pc:spChg>
        <pc:spChg chg="del">
          <ac:chgData name="Georg Pinne" userId="05574ceb-d5e8-42ed-bfd7-165f914e3d1e" providerId="ADAL" clId="{14DE94AD-E44B-40F8-B136-629967EB4B1E}" dt="2021-02-25T17:42:25.075" v="6447" actId="478"/>
          <ac:spMkLst>
            <pc:docMk/>
            <pc:sldMk cId="1719394569" sldId="366"/>
            <ac:spMk id="78" creationId="{BB19B2C5-7A87-4A11-8895-3F7E3D3FA52D}"/>
          </ac:spMkLst>
        </pc:spChg>
        <pc:spChg chg="del">
          <ac:chgData name="Georg Pinne" userId="05574ceb-d5e8-42ed-bfd7-165f914e3d1e" providerId="ADAL" clId="{14DE94AD-E44B-40F8-B136-629967EB4B1E}" dt="2021-02-25T17:42:25.075" v="6447" actId="478"/>
          <ac:spMkLst>
            <pc:docMk/>
            <pc:sldMk cId="1719394569" sldId="366"/>
            <ac:spMk id="79" creationId="{04400493-071B-4370-BFC8-DE47F6E4B451}"/>
          </ac:spMkLst>
        </pc:spChg>
        <pc:spChg chg="add del mod">
          <ac:chgData name="Georg Pinne" userId="05574ceb-d5e8-42ed-bfd7-165f914e3d1e" providerId="ADAL" clId="{14DE94AD-E44B-40F8-B136-629967EB4B1E}" dt="2021-02-25T17:46:12.676" v="6508" actId="478"/>
          <ac:spMkLst>
            <pc:docMk/>
            <pc:sldMk cId="1719394569" sldId="366"/>
            <ac:spMk id="80" creationId="{3C166ACF-6C42-4999-A88B-D04D52027324}"/>
          </ac:spMkLst>
        </pc:spChg>
        <pc:spChg chg="del mod">
          <ac:chgData name="Georg Pinne" userId="05574ceb-d5e8-42ed-bfd7-165f914e3d1e" providerId="ADAL" clId="{14DE94AD-E44B-40F8-B136-629967EB4B1E}" dt="2021-02-25T17:42:25.075" v="6447" actId="478"/>
          <ac:spMkLst>
            <pc:docMk/>
            <pc:sldMk cId="1719394569" sldId="366"/>
            <ac:spMk id="81" creationId="{E6EA73A6-32D4-48B0-9488-627B28DDB6D5}"/>
          </ac:spMkLst>
        </pc:spChg>
        <pc:spChg chg="mod ord">
          <ac:chgData name="Georg Pinne" userId="05574ceb-d5e8-42ed-bfd7-165f914e3d1e" providerId="ADAL" clId="{14DE94AD-E44B-40F8-B136-629967EB4B1E}" dt="2021-02-26T16:02:41.495" v="8255" actId="14100"/>
          <ac:spMkLst>
            <pc:docMk/>
            <pc:sldMk cId="1719394569" sldId="366"/>
            <ac:spMk id="82" creationId="{241773CD-10E7-4905-B123-431CB68C2374}"/>
          </ac:spMkLst>
        </pc:spChg>
        <pc:spChg chg="add mod">
          <ac:chgData name="Georg Pinne" userId="05574ceb-d5e8-42ed-bfd7-165f914e3d1e" providerId="ADAL" clId="{14DE94AD-E44B-40F8-B136-629967EB4B1E}" dt="2021-02-25T17:51:08.018" v="6583" actId="14100"/>
          <ac:spMkLst>
            <pc:docMk/>
            <pc:sldMk cId="1719394569" sldId="366"/>
            <ac:spMk id="83" creationId="{C512DEA6-5F12-4BC4-97BC-3BFF073422B2}"/>
          </ac:spMkLst>
        </pc:spChg>
        <pc:spChg chg="del">
          <ac:chgData name="Georg Pinne" userId="05574ceb-d5e8-42ed-bfd7-165f914e3d1e" providerId="ADAL" clId="{14DE94AD-E44B-40F8-B136-629967EB4B1E}" dt="2021-02-25T17:42:25.075" v="6447" actId="478"/>
          <ac:spMkLst>
            <pc:docMk/>
            <pc:sldMk cId="1719394569" sldId="366"/>
            <ac:spMk id="84" creationId="{59CF519C-B78C-421E-87E6-45ECB2680BB4}"/>
          </ac:spMkLst>
        </pc:spChg>
        <pc:spChg chg="mod">
          <ac:chgData name="Georg Pinne" userId="05574ceb-d5e8-42ed-bfd7-165f914e3d1e" providerId="ADAL" clId="{14DE94AD-E44B-40F8-B136-629967EB4B1E}" dt="2021-02-25T17:51:52.440" v="6592" actId="1076"/>
          <ac:spMkLst>
            <pc:docMk/>
            <pc:sldMk cId="1719394569" sldId="366"/>
            <ac:spMk id="85" creationId="{730B51CF-8528-4461-9B46-5543C3178EB5}"/>
          </ac:spMkLst>
        </pc:spChg>
        <pc:spChg chg="add del mod">
          <ac:chgData name="Georg Pinne" userId="05574ceb-d5e8-42ed-bfd7-165f914e3d1e" providerId="ADAL" clId="{14DE94AD-E44B-40F8-B136-629967EB4B1E}" dt="2021-02-25T17:46:12.676" v="6508" actId="478"/>
          <ac:spMkLst>
            <pc:docMk/>
            <pc:sldMk cId="1719394569" sldId="366"/>
            <ac:spMk id="86" creationId="{9CD1AB4C-1E71-4B1E-B4C9-C749D3B23990}"/>
          </ac:spMkLst>
        </pc:spChg>
        <pc:spChg chg="add del mod">
          <ac:chgData name="Georg Pinne" userId="05574ceb-d5e8-42ed-bfd7-165f914e3d1e" providerId="ADAL" clId="{14DE94AD-E44B-40F8-B136-629967EB4B1E}" dt="2021-02-25T17:46:12.676" v="6508" actId="478"/>
          <ac:spMkLst>
            <pc:docMk/>
            <pc:sldMk cId="1719394569" sldId="366"/>
            <ac:spMk id="88" creationId="{BB304F1B-8978-4780-91FE-4820A3EBDAE8}"/>
          </ac:spMkLst>
        </pc:spChg>
        <pc:spChg chg="add del mod">
          <ac:chgData name="Georg Pinne" userId="05574ceb-d5e8-42ed-bfd7-165f914e3d1e" providerId="ADAL" clId="{14DE94AD-E44B-40F8-B136-629967EB4B1E}" dt="2021-02-25T17:46:12.676" v="6508" actId="478"/>
          <ac:spMkLst>
            <pc:docMk/>
            <pc:sldMk cId="1719394569" sldId="366"/>
            <ac:spMk id="89" creationId="{4CCDED16-DFB5-4C88-B974-1CD7FA196600}"/>
          </ac:spMkLst>
        </pc:spChg>
        <pc:spChg chg="add del mod">
          <ac:chgData name="Georg Pinne" userId="05574ceb-d5e8-42ed-bfd7-165f914e3d1e" providerId="ADAL" clId="{14DE94AD-E44B-40F8-B136-629967EB4B1E}" dt="2021-02-25T17:46:12.676" v="6508" actId="478"/>
          <ac:spMkLst>
            <pc:docMk/>
            <pc:sldMk cId="1719394569" sldId="366"/>
            <ac:spMk id="90" creationId="{57F704DD-CF3B-4349-BF55-8CB2F9ACB626}"/>
          </ac:spMkLst>
        </pc:spChg>
        <pc:spChg chg="add del mod">
          <ac:chgData name="Georg Pinne" userId="05574ceb-d5e8-42ed-bfd7-165f914e3d1e" providerId="ADAL" clId="{14DE94AD-E44B-40F8-B136-629967EB4B1E}" dt="2021-02-25T17:46:12.676" v="6508" actId="478"/>
          <ac:spMkLst>
            <pc:docMk/>
            <pc:sldMk cId="1719394569" sldId="366"/>
            <ac:spMk id="91" creationId="{02A4FF47-04B3-40A7-9EB8-173452A8D195}"/>
          </ac:spMkLst>
        </pc:spChg>
        <pc:spChg chg="add del mod">
          <ac:chgData name="Georg Pinne" userId="05574ceb-d5e8-42ed-bfd7-165f914e3d1e" providerId="ADAL" clId="{14DE94AD-E44B-40F8-B136-629967EB4B1E}" dt="2021-02-25T17:46:12.676" v="6508" actId="478"/>
          <ac:spMkLst>
            <pc:docMk/>
            <pc:sldMk cId="1719394569" sldId="366"/>
            <ac:spMk id="92" creationId="{39E6F79C-7516-4223-B079-A4555C37674A}"/>
          </ac:spMkLst>
        </pc:spChg>
        <pc:spChg chg="add del mod">
          <ac:chgData name="Georg Pinne" userId="05574ceb-d5e8-42ed-bfd7-165f914e3d1e" providerId="ADAL" clId="{14DE94AD-E44B-40F8-B136-629967EB4B1E}" dt="2021-02-25T17:46:12.676" v="6508" actId="478"/>
          <ac:spMkLst>
            <pc:docMk/>
            <pc:sldMk cId="1719394569" sldId="366"/>
            <ac:spMk id="93" creationId="{143D39AA-2090-4488-B47B-DF0710BCF90B}"/>
          </ac:spMkLst>
        </pc:spChg>
        <pc:spChg chg="add del mod">
          <ac:chgData name="Georg Pinne" userId="05574ceb-d5e8-42ed-bfd7-165f914e3d1e" providerId="ADAL" clId="{14DE94AD-E44B-40F8-B136-629967EB4B1E}" dt="2021-02-25T17:46:12.676" v="6508" actId="478"/>
          <ac:spMkLst>
            <pc:docMk/>
            <pc:sldMk cId="1719394569" sldId="366"/>
            <ac:spMk id="94" creationId="{0196B8FA-20CE-478E-BC0C-A0B70F2ABDB4}"/>
          </ac:spMkLst>
        </pc:spChg>
        <pc:spChg chg="add del mod">
          <ac:chgData name="Georg Pinne" userId="05574ceb-d5e8-42ed-bfd7-165f914e3d1e" providerId="ADAL" clId="{14DE94AD-E44B-40F8-B136-629967EB4B1E}" dt="2021-02-25T17:46:12.676" v="6508" actId="478"/>
          <ac:spMkLst>
            <pc:docMk/>
            <pc:sldMk cId="1719394569" sldId="366"/>
            <ac:spMk id="95" creationId="{6D3303FF-FA52-409E-8947-A7B5E507950C}"/>
          </ac:spMkLst>
        </pc:spChg>
        <pc:spChg chg="add del mod">
          <ac:chgData name="Georg Pinne" userId="05574ceb-d5e8-42ed-bfd7-165f914e3d1e" providerId="ADAL" clId="{14DE94AD-E44B-40F8-B136-629967EB4B1E}" dt="2021-02-25T17:46:12.676" v="6508" actId="478"/>
          <ac:spMkLst>
            <pc:docMk/>
            <pc:sldMk cId="1719394569" sldId="366"/>
            <ac:spMk id="96" creationId="{D22D3B8B-1C72-4A83-8446-1B4D7A38FC7E}"/>
          </ac:spMkLst>
        </pc:spChg>
        <pc:spChg chg="add del mod">
          <ac:chgData name="Georg Pinne" userId="05574ceb-d5e8-42ed-bfd7-165f914e3d1e" providerId="ADAL" clId="{14DE94AD-E44B-40F8-B136-629967EB4B1E}" dt="2021-02-25T17:46:12.676" v="6508" actId="478"/>
          <ac:spMkLst>
            <pc:docMk/>
            <pc:sldMk cId="1719394569" sldId="366"/>
            <ac:spMk id="97" creationId="{75D663BF-73FD-47DF-A4F6-3EB6C7ADACCC}"/>
          </ac:spMkLst>
        </pc:spChg>
        <pc:spChg chg="add mod">
          <ac:chgData name="Georg Pinne" userId="05574ceb-d5e8-42ed-bfd7-165f914e3d1e" providerId="ADAL" clId="{14DE94AD-E44B-40F8-B136-629967EB4B1E}" dt="2021-02-25T17:51:43.965" v="6588" actId="14100"/>
          <ac:spMkLst>
            <pc:docMk/>
            <pc:sldMk cId="1719394569" sldId="366"/>
            <ac:spMk id="100" creationId="{ACBB60F7-0A80-45A4-A365-5E4E39929B21}"/>
          </ac:spMkLst>
        </pc:spChg>
        <pc:spChg chg="add mod">
          <ac:chgData name="Georg Pinne" userId="05574ceb-d5e8-42ed-bfd7-165f914e3d1e" providerId="ADAL" clId="{14DE94AD-E44B-40F8-B136-629967EB4B1E}" dt="2021-02-25T17:51:18.548" v="6586" actId="14100"/>
          <ac:spMkLst>
            <pc:docMk/>
            <pc:sldMk cId="1719394569" sldId="366"/>
            <ac:spMk id="101" creationId="{58AC4A36-F71C-4097-933B-0D4B2E40D6EC}"/>
          </ac:spMkLst>
        </pc:spChg>
        <pc:spChg chg="add mod">
          <ac:chgData name="Georg Pinne" userId="05574ceb-d5e8-42ed-bfd7-165f914e3d1e" providerId="ADAL" clId="{14DE94AD-E44B-40F8-B136-629967EB4B1E}" dt="2021-02-25T17:51:14.931" v="6585" actId="1076"/>
          <ac:spMkLst>
            <pc:docMk/>
            <pc:sldMk cId="1719394569" sldId="366"/>
            <ac:spMk id="102" creationId="{A23FD5C7-247E-459A-BE5F-DE29A4C64485}"/>
          </ac:spMkLst>
        </pc:spChg>
        <pc:spChg chg="add mod">
          <ac:chgData name="Georg Pinne" userId="05574ceb-d5e8-42ed-bfd7-165f914e3d1e" providerId="ADAL" clId="{14DE94AD-E44B-40F8-B136-629967EB4B1E}" dt="2021-02-25T17:51:47.044" v="6590" actId="1036"/>
          <ac:spMkLst>
            <pc:docMk/>
            <pc:sldMk cId="1719394569" sldId="366"/>
            <ac:spMk id="103" creationId="{CF1F547E-C236-436B-B96A-ACDE80AB0B35}"/>
          </ac:spMkLst>
        </pc:spChg>
        <pc:spChg chg="add mod">
          <ac:chgData name="Georg Pinne" userId="05574ceb-d5e8-42ed-bfd7-165f914e3d1e" providerId="ADAL" clId="{14DE94AD-E44B-40F8-B136-629967EB4B1E}" dt="2021-02-25T17:51:47.044" v="6590" actId="1036"/>
          <ac:spMkLst>
            <pc:docMk/>
            <pc:sldMk cId="1719394569" sldId="366"/>
            <ac:spMk id="104" creationId="{E7C016EC-2949-48DA-8EDC-72C92A00612D}"/>
          </ac:spMkLst>
        </pc:spChg>
        <pc:spChg chg="add del mod">
          <ac:chgData name="Georg Pinne" userId="05574ceb-d5e8-42ed-bfd7-165f914e3d1e" providerId="ADAL" clId="{14DE94AD-E44B-40F8-B136-629967EB4B1E}" dt="2021-02-25T17:46:12.676" v="6508" actId="478"/>
          <ac:spMkLst>
            <pc:docMk/>
            <pc:sldMk cId="1719394569" sldId="366"/>
            <ac:spMk id="106" creationId="{F2BCEDA2-5F01-4143-91F5-54E6ACB34FE9}"/>
          </ac:spMkLst>
        </pc:spChg>
        <pc:spChg chg="add del mod">
          <ac:chgData name="Georg Pinne" userId="05574ceb-d5e8-42ed-bfd7-165f914e3d1e" providerId="ADAL" clId="{14DE94AD-E44B-40F8-B136-629967EB4B1E}" dt="2021-02-25T17:46:12.676" v="6508" actId="478"/>
          <ac:spMkLst>
            <pc:docMk/>
            <pc:sldMk cId="1719394569" sldId="366"/>
            <ac:spMk id="107" creationId="{2DF395CC-692F-4BFA-BC88-310BE2DF51D6}"/>
          </ac:spMkLst>
        </pc:spChg>
        <pc:spChg chg="add del mod">
          <ac:chgData name="Georg Pinne" userId="05574ceb-d5e8-42ed-bfd7-165f914e3d1e" providerId="ADAL" clId="{14DE94AD-E44B-40F8-B136-629967EB4B1E}" dt="2021-02-25T17:46:12.676" v="6508" actId="478"/>
          <ac:spMkLst>
            <pc:docMk/>
            <pc:sldMk cId="1719394569" sldId="366"/>
            <ac:spMk id="108" creationId="{5F226B51-6071-4428-9DFC-BD7EA40BDB07}"/>
          </ac:spMkLst>
        </pc:spChg>
        <pc:spChg chg="add del mod">
          <ac:chgData name="Georg Pinne" userId="05574ceb-d5e8-42ed-bfd7-165f914e3d1e" providerId="ADAL" clId="{14DE94AD-E44B-40F8-B136-629967EB4B1E}" dt="2021-02-25T17:46:12.676" v="6508" actId="478"/>
          <ac:spMkLst>
            <pc:docMk/>
            <pc:sldMk cId="1719394569" sldId="366"/>
            <ac:spMk id="109" creationId="{50DD0B55-0F36-4327-A538-BBBFC06ABC92}"/>
          </ac:spMkLst>
        </pc:spChg>
        <pc:spChg chg="add del mod">
          <ac:chgData name="Georg Pinne" userId="05574ceb-d5e8-42ed-bfd7-165f914e3d1e" providerId="ADAL" clId="{14DE94AD-E44B-40F8-B136-629967EB4B1E}" dt="2021-02-25T17:46:12.676" v="6508" actId="478"/>
          <ac:spMkLst>
            <pc:docMk/>
            <pc:sldMk cId="1719394569" sldId="366"/>
            <ac:spMk id="110" creationId="{C4287CFB-1C17-48D6-A832-49C4C375F5A8}"/>
          </ac:spMkLst>
        </pc:spChg>
        <pc:spChg chg="add del mod">
          <ac:chgData name="Georg Pinne" userId="05574ceb-d5e8-42ed-bfd7-165f914e3d1e" providerId="ADAL" clId="{14DE94AD-E44B-40F8-B136-629967EB4B1E}" dt="2021-02-25T17:46:12.676" v="6508" actId="478"/>
          <ac:spMkLst>
            <pc:docMk/>
            <pc:sldMk cId="1719394569" sldId="366"/>
            <ac:spMk id="111" creationId="{3952A60D-E4C6-46FB-93C8-E3703C084A22}"/>
          </ac:spMkLst>
        </pc:spChg>
        <pc:spChg chg="add del mod">
          <ac:chgData name="Georg Pinne" userId="05574ceb-d5e8-42ed-bfd7-165f914e3d1e" providerId="ADAL" clId="{14DE94AD-E44B-40F8-B136-629967EB4B1E}" dt="2021-02-25T17:46:12.676" v="6508" actId="478"/>
          <ac:spMkLst>
            <pc:docMk/>
            <pc:sldMk cId="1719394569" sldId="366"/>
            <ac:spMk id="113" creationId="{98C20AF9-10D4-4820-A008-2E556405B4E8}"/>
          </ac:spMkLst>
        </pc:spChg>
        <pc:spChg chg="add del mod">
          <ac:chgData name="Georg Pinne" userId="05574ceb-d5e8-42ed-bfd7-165f914e3d1e" providerId="ADAL" clId="{14DE94AD-E44B-40F8-B136-629967EB4B1E}" dt="2021-02-25T17:46:12.676" v="6508" actId="478"/>
          <ac:spMkLst>
            <pc:docMk/>
            <pc:sldMk cId="1719394569" sldId="366"/>
            <ac:spMk id="114" creationId="{840BD2E5-956D-41CC-9B10-8B3F3235D57F}"/>
          </ac:spMkLst>
        </pc:spChg>
        <pc:spChg chg="add del mod">
          <ac:chgData name="Georg Pinne" userId="05574ceb-d5e8-42ed-bfd7-165f914e3d1e" providerId="ADAL" clId="{14DE94AD-E44B-40F8-B136-629967EB4B1E}" dt="2021-02-25T17:46:12.676" v="6508" actId="478"/>
          <ac:spMkLst>
            <pc:docMk/>
            <pc:sldMk cId="1719394569" sldId="366"/>
            <ac:spMk id="115" creationId="{D88A98A5-5728-4236-BB01-FF29225CAA31}"/>
          </ac:spMkLst>
        </pc:spChg>
        <pc:spChg chg="add del mod">
          <ac:chgData name="Georg Pinne" userId="05574ceb-d5e8-42ed-bfd7-165f914e3d1e" providerId="ADAL" clId="{14DE94AD-E44B-40F8-B136-629967EB4B1E}" dt="2021-02-25T17:46:12.676" v="6508" actId="478"/>
          <ac:spMkLst>
            <pc:docMk/>
            <pc:sldMk cId="1719394569" sldId="366"/>
            <ac:spMk id="116" creationId="{1BDA0572-A6E8-41B2-B9F2-57B8D81A95CD}"/>
          </ac:spMkLst>
        </pc:spChg>
        <pc:spChg chg="add mod">
          <ac:chgData name="Georg Pinne" userId="05574ceb-d5e8-42ed-bfd7-165f914e3d1e" providerId="ADAL" clId="{14DE94AD-E44B-40F8-B136-629967EB4B1E}" dt="2021-02-25T17:50:18.524" v="6570" actId="1037"/>
          <ac:spMkLst>
            <pc:docMk/>
            <pc:sldMk cId="1719394569" sldId="366"/>
            <ac:spMk id="117" creationId="{AB290114-02A5-4A1E-88C8-49DD53CA9DC5}"/>
          </ac:spMkLst>
        </pc:spChg>
        <pc:spChg chg="mod">
          <ac:chgData name="Georg Pinne" userId="05574ceb-d5e8-42ed-bfd7-165f914e3d1e" providerId="ADAL" clId="{14DE94AD-E44B-40F8-B136-629967EB4B1E}" dt="2021-02-25T17:46:09.260" v="6507" actId="14100"/>
          <ac:spMkLst>
            <pc:docMk/>
            <pc:sldMk cId="1719394569" sldId="366"/>
            <ac:spMk id="119" creationId="{866E3796-9483-4C8D-B2ED-A9985DF0EDD1}"/>
          </ac:spMkLst>
        </pc:spChg>
        <pc:spChg chg="mod">
          <ac:chgData name="Georg Pinne" userId="05574ceb-d5e8-42ed-bfd7-165f914e3d1e" providerId="ADAL" clId="{14DE94AD-E44B-40F8-B136-629967EB4B1E}" dt="2021-02-25T17:46:09.260" v="6507" actId="14100"/>
          <ac:spMkLst>
            <pc:docMk/>
            <pc:sldMk cId="1719394569" sldId="366"/>
            <ac:spMk id="120" creationId="{7330C23B-A3C8-41CC-9B9D-2AD2CDAF0643}"/>
          </ac:spMkLst>
        </pc:spChg>
        <pc:spChg chg="add del mod">
          <ac:chgData name="Georg Pinne" userId="05574ceb-d5e8-42ed-bfd7-165f914e3d1e" providerId="ADAL" clId="{14DE94AD-E44B-40F8-B136-629967EB4B1E}" dt="2021-02-25T17:46:12.676" v="6508" actId="478"/>
          <ac:spMkLst>
            <pc:docMk/>
            <pc:sldMk cId="1719394569" sldId="366"/>
            <ac:spMk id="121" creationId="{9FFC7B88-A149-46C4-B5C4-49F66F176D07}"/>
          </ac:spMkLst>
        </pc:spChg>
        <pc:spChg chg="add mod">
          <ac:chgData name="Georg Pinne" userId="05574ceb-d5e8-42ed-bfd7-165f914e3d1e" providerId="ADAL" clId="{14DE94AD-E44B-40F8-B136-629967EB4B1E}" dt="2021-02-25T17:52:16.537" v="6622" actId="14100"/>
          <ac:spMkLst>
            <pc:docMk/>
            <pc:sldMk cId="1719394569" sldId="366"/>
            <ac:spMk id="122" creationId="{3A7F78FA-31BF-4742-ADF6-3CC7A1413912}"/>
          </ac:spMkLst>
        </pc:spChg>
        <pc:spChg chg="add mod">
          <ac:chgData name="Georg Pinne" userId="05574ceb-d5e8-42ed-bfd7-165f914e3d1e" providerId="ADAL" clId="{14DE94AD-E44B-40F8-B136-629967EB4B1E}" dt="2021-02-25T17:52:14.431" v="6621" actId="14100"/>
          <ac:spMkLst>
            <pc:docMk/>
            <pc:sldMk cId="1719394569" sldId="366"/>
            <ac:spMk id="123" creationId="{0F57522B-7EE6-4E4B-A687-E229148CA5B4}"/>
          </ac:spMkLst>
        </pc:spChg>
        <pc:spChg chg="add mod">
          <ac:chgData name="Georg Pinne" userId="05574ceb-d5e8-42ed-bfd7-165f914e3d1e" providerId="ADAL" clId="{14DE94AD-E44B-40F8-B136-629967EB4B1E}" dt="2021-02-25T17:52:03.286" v="6619" actId="1036"/>
          <ac:spMkLst>
            <pc:docMk/>
            <pc:sldMk cId="1719394569" sldId="366"/>
            <ac:spMk id="124" creationId="{32991508-9C70-458B-B99C-8AC099C0E8D1}"/>
          </ac:spMkLst>
        </pc:spChg>
        <pc:spChg chg="add mod">
          <ac:chgData name="Georg Pinne" userId="05574ceb-d5e8-42ed-bfd7-165f914e3d1e" providerId="ADAL" clId="{14DE94AD-E44B-40F8-B136-629967EB4B1E}" dt="2021-02-25T17:52:03.286" v="6619" actId="1036"/>
          <ac:spMkLst>
            <pc:docMk/>
            <pc:sldMk cId="1719394569" sldId="366"/>
            <ac:spMk id="125" creationId="{0F9CA085-1C6B-486E-8F01-764FA649A11B}"/>
          </ac:spMkLst>
        </pc:spChg>
        <pc:spChg chg="add mod">
          <ac:chgData name="Georg Pinne" userId="05574ceb-d5e8-42ed-bfd7-165f914e3d1e" providerId="ADAL" clId="{14DE94AD-E44B-40F8-B136-629967EB4B1E}" dt="2021-02-25T17:52:03.286" v="6619" actId="1036"/>
          <ac:spMkLst>
            <pc:docMk/>
            <pc:sldMk cId="1719394569" sldId="366"/>
            <ac:spMk id="126" creationId="{EA637F7C-D2BB-4DBF-9AB7-F6193D83E13E}"/>
          </ac:spMkLst>
        </pc:spChg>
        <pc:spChg chg="add mod">
          <ac:chgData name="Georg Pinne" userId="05574ceb-d5e8-42ed-bfd7-165f914e3d1e" providerId="ADAL" clId="{14DE94AD-E44B-40F8-B136-629967EB4B1E}" dt="2021-02-25T17:52:03.286" v="6619" actId="1036"/>
          <ac:spMkLst>
            <pc:docMk/>
            <pc:sldMk cId="1719394569" sldId="366"/>
            <ac:spMk id="127" creationId="{CE57ED13-0561-4B3F-A3EF-308CCEC06A05}"/>
          </ac:spMkLst>
        </pc:spChg>
        <pc:spChg chg="add mod">
          <ac:chgData name="Georg Pinne" userId="05574ceb-d5e8-42ed-bfd7-165f914e3d1e" providerId="ADAL" clId="{14DE94AD-E44B-40F8-B136-629967EB4B1E}" dt="2021-02-26T16:03:07.930" v="8267" actId="403"/>
          <ac:spMkLst>
            <pc:docMk/>
            <pc:sldMk cId="1719394569" sldId="366"/>
            <ac:spMk id="129" creationId="{6B0D2245-C9D5-4272-8831-8FFD7834EF7F}"/>
          </ac:spMkLst>
        </pc:spChg>
        <pc:spChg chg="add mod">
          <ac:chgData name="Georg Pinne" userId="05574ceb-d5e8-42ed-bfd7-165f914e3d1e" providerId="ADAL" clId="{14DE94AD-E44B-40F8-B136-629967EB4B1E}" dt="2021-02-26T16:03:27.343" v="8269" actId="1076"/>
          <ac:spMkLst>
            <pc:docMk/>
            <pc:sldMk cId="1719394569" sldId="366"/>
            <ac:spMk id="130" creationId="{60B2EF86-73BF-4450-93A2-DE287FC1503C}"/>
          </ac:spMkLst>
        </pc:spChg>
        <pc:spChg chg="add mod">
          <ac:chgData name="Georg Pinne" userId="05574ceb-d5e8-42ed-bfd7-165f914e3d1e" providerId="ADAL" clId="{14DE94AD-E44B-40F8-B136-629967EB4B1E}" dt="2021-02-26T16:03:03.686" v="8266" actId="403"/>
          <ac:spMkLst>
            <pc:docMk/>
            <pc:sldMk cId="1719394569" sldId="366"/>
            <ac:spMk id="131" creationId="{9D1650A7-42DF-452A-A7D8-13C0441F5015}"/>
          </ac:spMkLst>
        </pc:spChg>
        <pc:spChg chg="add mod">
          <ac:chgData name="Georg Pinne" userId="05574ceb-d5e8-42ed-bfd7-165f914e3d1e" providerId="ADAL" clId="{14DE94AD-E44B-40F8-B136-629967EB4B1E}" dt="2021-02-25T17:52:03.286" v="6619" actId="1036"/>
          <ac:spMkLst>
            <pc:docMk/>
            <pc:sldMk cId="1719394569" sldId="366"/>
            <ac:spMk id="132" creationId="{80E01CAA-19E3-4C29-98EE-DBE54755821B}"/>
          </ac:spMkLst>
        </pc:spChg>
        <pc:spChg chg="add mod">
          <ac:chgData name="Georg Pinne" userId="05574ceb-d5e8-42ed-bfd7-165f914e3d1e" providerId="ADAL" clId="{14DE94AD-E44B-40F8-B136-629967EB4B1E}" dt="2021-02-25T17:52:03.286" v="6619" actId="1036"/>
          <ac:spMkLst>
            <pc:docMk/>
            <pc:sldMk cId="1719394569" sldId="366"/>
            <ac:spMk id="133" creationId="{8931F78F-01B3-470E-B75C-022FEF0D9A16}"/>
          </ac:spMkLst>
        </pc:spChg>
        <pc:spChg chg="add mod">
          <ac:chgData name="Georg Pinne" userId="05574ceb-d5e8-42ed-bfd7-165f914e3d1e" providerId="ADAL" clId="{14DE94AD-E44B-40F8-B136-629967EB4B1E}" dt="2021-02-25T17:52:03.286" v="6619" actId="1036"/>
          <ac:spMkLst>
            <pc:docMk/>
            <pc:sldMk cId="1719394569" sldId="366"/>
            <ac:spMk id="134" creationId="{A5FCC581-6C30-4FE7-8E50-9C196F4C4562}"/>
          </ac:spMkLst>
        </pc:spChg>
        <pc:spChg chg="add mod">
          <ac:chgData name="Georg Pinne" userId="05574ceb-d5e8-42ed-bfd7-165f914e3d1e" providerId="ADAL" clId="{14DE94AD-E44B-40F8-B136-629967EB4B1E}" dt="2021-02-25T17:52:03.286" v="6619" actId="1036"/>
          <ac:spMkLst>
            <pc:docMk/>
            <pc:sldMk cId="1719394569" sldId="366"/>
            <ac:spMk id="135" creationId="{E02E325D-46FD-429B-A6C9-599511ADC525}"/>
          </ac:spMkLst>
        </pc:spChg>
        <pc:spChg chg="add mod">
          <ac:chgData name="Georg Pinne" userId="05574ceb-d5e8-42ed-bfd7-165f914e3d1e" providerId="ADAL" clId="{14DE94AD-E44B-40F8-B136-629967EB4B1E}" dt="2021-02-25T17:52:03.286" v="6619" actId="1036"/>
          <ac:spMkLst>
            <pc:docMk/>
            <pc:sldMk cId="1719394569" sldId="366"/>
            <ac:spMk id="136" creationId="{F63E94D3-02BF-4E93-A87F-3BCEE64FCFF0}"/>
          </ac:spMkLst>
        </pc:spChg>
        <pc:spChg chg="add mod">
          <ac:chgData name="Georg Pinne" userId="05574ceb-d5e8-42ed-bfd7-165f914e3d1e" providerId="ADAL" clId="{14DE94AD-E44B-40F8-B136-629967EB4B1E}" dt="2021-02-25T17:52:03.286" v="6619" actId="1036"/>
          <ac:spMkLst>
            <pc:docMk/>
            <pc:sldMk cId="1719394569" sldId="366"/>
            <ac:spMk id="137" creationId="{C9AB813B-7B5B-480F-A06F-E7F619A822C9}"/>
          </ac:spMkLst>
        </pc:spChg>
        <pc:spChg chg="add mod">
          <ac:chgData name="Georg Pinne" userId="05574ceb-d5e8-42ed-bfd7-165f914e3d1e" providerId="ADAL" clId="{14DE94AD-E44B-40F8-B136-629967EB4B1E}" dt="2021-02-25T17:52:03.286" v="6619" actId="1036"/>
          <ac:spMkLst>
            <pc:docMk/>
            <pc:sldMk cId="1719394569" sldId="366"/>
            <ac:spMk id="138" creationId="{882405DB-C446-458A-8B83-3CB39B7ABA46}"/>
          </ac:spMkLst>
        </pc:spChg>
        <pc:spChg chg="add mod">
          <ac:chgData name="Georg Pinne" userId="05574ceb-d5e8-42ed-bfd7-165f914e3d1e" providerId="ADAL" clId="{14DE94AD-E44B-40F8-B136-629967EB4B1E}" dt="2021-02-25T17:52:03.286" v="6619" actId="1036"/>
          <ac:spMkLst>
            <pc:docMk/>
            <pc:sldMk cId="1719394569" sldId="366"/>
            <ac:spMk id="141" creationId="{D3DDE815-5EE5-46C6-B026-DB761942EAFB}"/>
          </ac:spMkLst>
        </pc:spChg>
        <pc:spChg chg="add mod">
          <ac:chgData name="Georg Pinne" userId="05574ceb-d5e8-42ed-bfd7-165f914e3d1e" providerId="ADAL" clId="{14DE94AD-E44B-40F8-B136-629967EB4B1E}" dt="2021-02-25T17:52:03.286" v="6619" actId="1036"/>
          <ac:spMkLst>
            <pc:docMk/>
            <pc:sldMk cId="1719394569" sldId="366"/>
            <ac:spMk id="142" creationId="{4FD9CFE3-062F-4D84-BCFA-8D4914AB55C0}"/>
          </ac:spMkLst>
        </pc:spChg>
        <pc:spChg chg="add mod">
          <ac:chgData name="Georg Pinne" userId="05574ceb-d5e8-42ed-bfd7-165f914e3d1e" providerId="ADAL" clId="{14DE94AD-E44B-40F8-B136-629967EB4B1E}" dt="2021-02-25T17:52:03.286" v="6619" actId="1036"/>
          <ac:spMkLst>
            <pc:docMk/>
            <pc:sldMk cId="1719394569" sldId="366"/>
            <ac:spMk id="143" creationId="{1AD22818-E58E-4F9C-BAE9-D297384E8BBB}"/>
          </ac:spMkLst>
        </pc:spChg>
        <pc:spChg chg="add mod">
          <ac:chgData name="Georg Pinne" userId="05574ceb-d5e8-42ed-bfd7-165f914e3d1e" providerId="ADAL" clId="{14DE94AD-E44B-40F8-B136-629967EB4B1E}" dt="2021-02-25T17:52:03.286" v="6619" actId="1036"/>
          <ac:spMkLst>
            <pc:docMk/>
            <pc:sldMk cId="1719394569" sldId="366"/>
            <ac:spMk id="144" creationId="{530AA50D-E54D-4784-B1FD-1CD17D103B33}"/>
          </ac:spMkLst>
        </pc:spChg>
        <pc:spChg chg="add mod">
          <ac:chgData name="Georg Pinne" userId="05574ceb-d5e8-42ed-bfd7-165f914e3d1e" providerId="ADAL" clId="{14DE94AD-E44B-40F8-B136-629967EB4B1E}" dt="2021-02-25T17:52:03.286" v="6619" actId="1036"/>
          <ac:spMkLst>
            <pc:docMk/>
            <pc:sldMk cId="1719394569" sldId="366"/>
            <ac:spMk id="145" creationId="{A4658E9A-B49C-418B-BFDB-897787DEABFE}"/>
          </ac:spMkLst>
        </pc:spChg>
        <pc:spChg chg="add mod">
          <ac:chgData name="Georg Pinne" userId="05574ceb-d5e8-42ed-bfd7-165f914e3d1e" providerId="ADAL" clId="{14DE94AD-E44B-40F8-B136-629967EB4B1E}" dt="2021-02-25T17:52:03.286" v="6619" actId="1036"/>
          <ac:spMkLst>
            <pc:docMk/>
            <pc:sldMk cId="1719394569" sldId="366"/>
            <ac:spMk id="146" creationId="{E643B623-C055-468E-8A4C-F9132ADB1E40}"/>
          </ac:spMkLst>
        </pc:spChg>
        <pc:spChg chg="add mod">
          <ac:chgData name="Georg Pinne" userId="05574ceb-d5e8-42ed-bfd7-165f914e3d1e" providerId="ADAL" clId="{14DE94AD-E44B-40F8-B136-629967EB4B1E}" dt="2021-02-25T17:52:03.286" v="6619" actId="1036"/>
          <ac:spMkLst>
            <pc:docMk/>
            <pc:sldMk cId="1719394569" sldId="366"/>
            <ac:spMk id="148" creationId="{D45C00CE-ACE3-4761-8028-6BF02E00ECB9}"/>
          </ac:spMkLst>
        </pc:spChg>
        <pc:spChg chg="add mod">
          <ac:chgData name="Georg Pinne" userId="05574ceb-d5e8-42ed-bfd7-165f914e3d1e" providerId="ADAL" clId="{14DE94AD-E44B-40F8-B136-629967EB4B1E}" dt="2021-02-25T17:52:10.329" v="6620" actId="14100"/>
          <ac:spMkLst>
            <pc:docMk/>
            <pc:sldMk cId="1719394569" sldId="366"/>
            <ac:spMk id="149" creationId="{63201456-13B4-4007-890B-2E6266394755}"/>
          </ac:spMkLst>
        </pc:spChg>
        <pc:spChg chg="add mod">
          <ac:chgData name="Georg Pinne" userId="05574ceb-d5e8-42ed-bfd7-165f914e3d1e" providerId="ADAL" clId="{14DE94AD-E44B-40F8-B136-629967EB4B1E}" dt="2021-02-25T17:52:03.286" v="6619" actId="1036"/>
          <ac:spMkLst>
            <pc:docMk/>
            <pc:sldMk cId="1719394569" sldId="366"/>
            <ac:spMk id="150" creationId="{DEDB8D61-EE26-458D-BF6D-0796E2A12F63}"/>
          </ac:spMkLst>
        </pc:spChg>
        <pc:spChg chg="add mod">
          <ac:chgData name="Georg Pinne" userId="05574ceb-d5e8-42ed-bfd7-165f914e3d1e" providerId="ADAL" clId="{14DE94AD-E44B-40F8-B136-629967EB4B1E}" dt="2021-02-25T17:52:03.286" v="6619" actId="1036"/>
          <ac:spMkLst>
            <pc:docMk/>
            <pc:sldMk cId="1719394569" sldId="366"/>
            <ac:spMk id="151" creationId="{52D3B1C9-DC11-4B1D-8BF3-EFF2F231D667}"/>
          </ac:spMkLst>
        </pc:spChg>
        <pc:spChg chg="add mod">
          <ac:chgData name="Georg Pinne" userId="05574ceb-d5e8-42ed-bfd7-165f914e3d1e" providerId="ADAL" clId="{14DE94AD-E44B-40F8-B136-629967EB4B1E}" dt="2021-02-25T17:52:03.286" v="6619" actId="1036"/>
          <ac:spMkLst>
            <pc:docMk/>
            <pc:sldMk cId="1719394569" sldId="366"/>
            <ac:spMk id="152" creationId="{FDA1D709-1479-467B-B6FA-9D67D8702CD4}"/>
          </ac:spMkLst>
        </pc:spChg>
        <pc:grpChg chg="add del mod">
          <ac:chgData name="Georg Pinne" userId="05574ceb-d5e8-42ed-bfd7-165f914e3d1e" providerId="ADAL" clId="{14DE94AD-E44B-40F8-B136-629967EB4B1E}" dt="2021-02-25T17:42:25.075" v="6447" actId="478"/>
          <ac:grpSpMkLst>
            <pc:docMk/>
            <pc:sldMk cId="1719394569" sldId="366"/>
            <ac:grpSpMk id="9" creationId="{5EBA13E2-EA61-4CB5-80F7-E262944DA56F}"/>
          </ac:grpSpMkLst>
        </pc:grpChg>
        <pc:grpChg chg="add mod">
          <ac:chgData name="Georg Pinne" userId="05574ceb-d5e8-42ed-bfd7-165f914e3d1e" providerId="ADAL" clId="{14DE94AD-E44B-40F8-B136-629967EB4B1E}" dt="2021-02-26T16:01:59.551" v="8249" actId="14100"/>
          <ac:grpSpMkLst>
            <pc:docMk/>
            <pc:sldMk cId="1719394569" sldId="366"/>
            <ac:grpSpMk id="118" creationId="{B05B7D2B-4327-46A2-9F33-D9525B97B0AE}"/>
          </ac:grpSpMkLst>
        </pc:grpChg>
        <pc:graphicFrameChg chg="del mod modGraphic">
          <ac:chgData name="Georg Pinne" userId="05574ceb-d5e8-42ed-bfd7-165f914e3d1e" providerId="ADAL" clId="{14DE94AD-E44B-40F8-B136-629967EB4B1E}" dt="2021-02-25T17:42:25.075" v="6447" actId="478"/>
          <ac:graphicFrameMkLst>
            <pc:docMk/>
            <pc:sldMk cId="1719394569" sldId="366"/>
            <ac:graphicFrameMk id="11" creationId="{5F9EFB35-A766-4E11-A3DC-1DB71009D81A}"/>
          </ac:graphicFrameMkLst>
        </pc:graphicFrameChg>
        <pc:graphicFrameChg chg="del mod">
          <ac:chgData name="Georg Pinne" userId="05574ceb-d5e8-42ed-bfd7-165f914e3d1e" providerId="ADAL" clId="{14DE94AD-E44B-40F8-B136-629967EB4B1E}" dt="2021-02-25T17:42:25.075" v="6447" actId="478"/>
          <ac:graphicFrameMkLst>
            <pc:docMk/>
            <pc:sldMk cId="1719394569" sldId="366"/>
            <ac:graphicFrameMk id="21" creationId="{F3D885F7-9E12-4F88-8CC4-AD508CAB81B4}"/>
          </ac:graphicFrameMkLst>
        </pc:graphicFrameChg>
        <pc:graphicFrameChg chg="del">
          <ac:chgData name="Georg Pinne" userId="05574ceb-d5e8-42ed-bfd7-165f914e3d1e" providerId="ADAL" clId="{14DE94AD-E44B-40F8-B136-629967EB4B1E}" dt="2021-02-25T17:42:25.075" v="6447" actId="478"/>
          <ac:graphicFrameMkLst>
            <pc:docMk/>
            <pc:sldMk cId="1719394569" sldId="366"/>
            <ac:graphicFrameMk id="44" creationId="{5C9A6323-E1C8-4152-9ABD-71593D48BBC1}"/>
          </ac:graphicFrameMkLst>
        </pc:graphicFrameChg>
        <pc:graphicFrameChg chg="add del mod">
          <ac:chgData name="Georg Pinne" userId="05574ceb-d5e8-42ed-bfd7-165f914e3d1e" providerId="ADAL" clId="{14DE94AD-E44B-40F8-B136-629967EB4B1E}" dt="2021-02-25T17:46:12.676" v="6508" actId="478"/>
          <ac:graphicFrameMkLst>
            <pc:docMk/>
            <pc:sldMk cId="1719394569" sldId="366"/>
            <ac:graphicFrameMk id="87" creationId="{91E804B3-6923-4C6B-92B5-4C07F7CCF2E5}"/>
          </ac:graphicFrameMkLst>
        </pc:graphicFrameChg>
        <pc:graphicFrameChg chg="add mod">
          <ac:chgData name="Georg Pinne" userId="05574ceb-d5e8-42ed-bfd7-165f914e3d1e" providerId="ADAL" clId="{14DE94AD-E44B-40F8-B136-629967EB4B1E}" dt="2021-02-25T17:51:03.694" v="6582" actId="14100"/>
          <ac:graphicFrameMkLst>
            <pc:docMk/>
            <pc:sldMk cId="1719394569" sldId="366"/>
            <ac:graphicFrameMk id="99" creationId="{8DD585A7-CA93-4580-9985-9598DC394710}"/>
          </ac:graphicFrameMkLst>
        </pc:graphicFrameChg>
        <pc:graphicFrameChg chg="add del mod">
          <ac:chgData name="Georg Pinne" userId="05574ceb-d5e8-42ed-bfd7-165f914e3d1e" providerId="ADAL" clId="{14DE94AD-E44B-40F8-B136-629967EB4B1E}" dt="2021-02-25T17:46:12.676" v="6508" actId="478"/>
          <ac:graphicFrameMkLst>
            <pc:docMk/>
            <pc:sldMk cId="1719394569" sldId="366"/>
            <ac:graphicFrameMk id="105" creationId="{EB0E7560-70F1-4127-AB99-B9E4A9FE2A36}"/>
          </ac:graphicFrameMkLst>
        </pc:graphicFrameChg>
        <pc:graphicFrameChg chg="add mod modGraphic">
          <ac:chgData name="Georg Pinne" userId="05574ceb-d5e8-42ed-bfd7-165f914e3d1e" providerId="ADAL" clId="{14DE94AD-E44B-40F8-B136-629967EB4B1E}" dt="2021-02-26T16:03:15.351" v="8268" actId="14734"/>
          <ac:graphicFrameMkLst>
            <pc:docMk/>
            <pc:sldMk cId="1719394569" sldId="366"/>
            <ac:graphicFrameMk id="128" creationId="{13194993-46B3-4AA1-ACD6-E6D46B44955F}"/>
          </ac:graphicFrameMkLst>
        </pc:graphicFrameChg>
        <pc:graphicFrameChg chg="add mod modGraphic">
          <ac:chgData name="Georg Pinne" userId="05574ceb-d5e8-42ed-bfd7-165f914e3d1e" providerId="ADAL" clId="{14DE94AD-E44B-40F8-B136-629967EB4B1E}" dt="2021-02-26T16:02:33.008" v="8254" actId="3064"/>
          <ac:graphicFrameMkLst>
            <pc:docMk/>
            <pc:sldMk cId="1719394569" sldId="366"/>
            <ac:graphicFrameMk id="140" creationId="{397D30DF-FA7E-4A72-95D7-C66AFBAF2A30}"/>
          </ac:graphicFrameMkLst>
        </pc:graphicFrameChg>
        <pc:cxnChg chg="del mod">
          <ac:chgData name="Georg Pinne" userId="05574ceb-d5e8-42ed-bfd7-165f914e3d1e" providerId="ADAL" clId="{14DE94AD-E44B-40F8-B136-629967EB4B1E}" dt="2021-02-25T17:42:25.075" v="6447" actId="478"/>
          <ac:cxnSpMkLst>
            <pc:docMk/>
            <pc:sldMk cId="1719394569" sldId="366"/>
            <ac:cxnSpMk id="17" creationId="{24005C22-C458-462C-8BA8-BEE64C7911EF}"/>
          </ac:cxnSpMkLst>
        </pc:cxnChg>
        <pc:cxnChg chg="del mod">
          <ac:chgData name="Georg Pinne" userId="05574ceb-d5e8-42ed-bfd7-165f914e3d1e" providerId="ADAL" clId="{14DE94AD-E44B-40F8-B136-629967EB4B1E}" dt="2021-02-25T17:42:25.075" v="6447" actId="478"/>
          <ac:cxnSpMkLst>
            <pc:docMk/>
            <pc:sldMk cId="1719394569" sldId="366"/>
            <ac:cxnSpMk id="76" creationId="{93FC1C9E-A0E4-45BC-AA36-896AEA614EB9}"/>
          </ac:cxnSpMkLst>
        </pc:cxnChg>
        <pc:cxnChg chg="add del mod">
          <ac:chgData name="Georg Pinne" userId="05574ceb-d5e8-42ed-bfd7-165f914e3d1e" providerId="ADAL" clId="{14DE94AD-E44B-40F8-B136-629967EB4B1E}" dt="2021-02-25T17:46:12.676" v="6508" actId="478"/>
          <ac:cxnSpMkLst>
            <pc:docMk/>
            <pc:sldMk cId="1719394569" sldId="366"/>
            <ac:cxnSpMk id="98" creationId="{03D76ECC-090D-4197-88AC-FCDFAEFC64E4}"/>
          </ac:cxnSpMkLst>
        </pc:cxnChg>
        <pc:cxnChg chg="add del mod">
          <ac:chgData name="Georg Pinne" userId="05574ceb-d5e8-42ed-bfd7-165f914e3d1e" providerId="ADAL" clId="{14DE94AD-E44B-40F8-B136-629967EB4B1E}" dt="2021-02-25T17:46:12.676" v="6508" actId="478"/>
          <ac:cxnSpMkLst>
            <pc:docMk/>
            <pc:sldMk cId="1719394569" sldId="366"/>
            <ac:cxnSpMk id="112" creationId="{44A96DB4-52B8-451F-8B2C-05BB27D93161}"/>
          </ac:cxnSpMkLst>
        </pc:cxnChg>
        <pc:cxnChg chg="add mod">
          <ac:chgData name="Georg Pinne" userId="05574ceb-d5e8-42ed-bfd7-165f914e3d1e" providerId="ADAL" clId="{14DE94AD-E44B-40F8-B136-629967EB4B1E}" dt="2021-02-25T17:52:03.286" v="6619" actId="1036"/>
          <ac:cxnSpMkLst>
            <pc:docMk/>
            <pc:sldMk cId="1719394569" sldId="366"/>
            <ac:cxnSpMk id="139" creationId="{52C6CC20-F0AC-45A9-8BC4-445BEF443BD8}"/>
          </ac:cxnSpMkLst>
        </pc:cxnChg>
        <pc:cxnChg chg="add mod">
          <ac:chgData name="Georg Pinne" userId="05574ceb-d5e8-42ed-bfd7-165f914e3d1e" providerId="ADAL" clId="{14DE94AD-E44B-40F8-B136-629967EB4B1E}" dt="2021-02-25T17:52:03.286" v="6619" actId="1036"/>
          <ac:cxnSpMkLst>
            <pc:docMk/>
            <pc:sldMk cId="1719394569" sldId="366"/>
            <ac:cxnSpMk id="147" creationId="{2AC7A27A-8817-47E3-A31B-4A7047B6A216}"/>
          </ac:cxnSpMkLst>
        </pc:cxnChg>
      </pc:sldChg>
      <pc:sldChg chg="addSp delSp modSp add mod">
        <pc:chgData name="Georg Pinne" userId="05574ceb-d5e8-42ed-bfd7-165f914e3d1e" providerId="ADAL" clId="{14DE94AD-E44B-40F8-B136-629967EB4B1E}" dt="2021-02-25T17:41:57.491" v="6443"/>
        <pc:sldMkLst>
          <pc:docMk/>
          <pc:sldMk cId="395789375" sldId="367"/>
        </pc:sldMkLst>
        <pc:spChg chg="del mod">
          <ac:chgData name="Georg Pinne" userId="05574ceb-d5e8-42ed-bfd7-165f914e3d1e" providerId="ADAL" clId="{14DE94AD-E44B-40F8-B136-629967EB4B1E}" dt="2021-02-25T17:39:17.960" v="6180" actId="478"/>
          <ac:spMkLst>
            <pc:docMk/>
            <pc:sldMk cId="395789375" sldId="367"/>
            <ac:spMk id="2" creationId="{C1E6EBE8-3874-48DF-964A-B23A7CC7B215}"/>
          </ac:spMkLst>
        </pc:spChg>
        <pc:spChg chg="del">
          <ac:chgData name="Georg Pinne" userId="05574ceb-d5e8-42ed-bfd7-165f914e3d1e" providerId="ADAL" clId="{14DE94AD-E44B-40F8-B136-629967EB4B1E}" dt="2021-02-22T17:55:10.485" v="1255" actId="478"/>
          <ac:spMkLst>
            <pc:docMk/>
            <pc:sldMk cId="395789375" sldId="367"/>
            <ac:spMk id="3" creationId="{8A7547E4-25A0-42AF-9151-41B663C93446}"/>
          </ac:spMkLst>
        </pc:spChg>
        <pc:spChg chg="add del mod">
          <ac:chgData name="Georg Pinne" userId="05574ceb-d5e8-42ed-bfd7-165f914e3d1e" providerId="ADAL" clId="{14DE94AD-E44B-40F8-B136-629967EB4B1E}" dt="2021-02-25T17:39:46.111" v="6216" actId="478"/>
          <ac:spMkLst>
            <pc:docMk/>
            <pc:sldMk cId="395789375" sldId="367"/>
            <ac:spMk id="4" creationId="{98A4B8C8-95C0-4D26-B3CD-2D970EFD5A27}"/>
          </ac:spMkLst>
        </pc:spChg>
        <pc:spChg chg="mod">
          <ac:chgData name="Georg Pinne" userId="05574ceb-d5e8-42ed-bfd7-165f914e3d1e" providerId="ADAL" clId="{14DE94AD-E44B-40F8-B136-629967EB4B1E}" dt="2021-02-25T17:23:08.561" v="6066" actId="1037"/>
          <ac:spMkLst>
            <pc:docMk/>
            <pc:sldMk cId="395789375" sldId="367"/>
            <ac:spMk id="8" creationId="{55842081-97CF-4E12-AF2C-E6B4AE9BE9EB}"/>
          </ac:spMkLst>
        </pc:spChg>
        <pc:spChg chg="mod">
          <ac:chgData name="Georg Pinne" userId="05574ceb-d5e8-42ed-bfd7-165f914e3d1e" providerId="ADAL" clId="{14DE94AD-E44B-40F8-B136-629967EB4B1E}" dt="2021-02-25T17:28:22.567" v="6092" actId="14100"/>
          <ac:spMkLst>
            <pc:docMk/>
            <pc:sldMk cId="395789375" sldId="367"/>
            <ac:spMk id="17" creationId="{90A034E6-AA5A-4532-8349-9DE6BE3977AD}"/>
          </ac:spMkLst>
        </pc:spChg>
        <pc:spChg chg="del mod">
          <ac:chgData name="Georg Pinne" userId="05574ceb-d5e8-42ed-bfd7-165f914e3d1e" providerId="ADAL" clId="{14DE94AD-E44B-40F8-B136-629967EB4B1E}" dt="2021-02-25T17:17:23.628" v="5906" actId="478"/>
          <ac:spMkLst>
            <pc:docMk/>
            <pc:sldMk cId="395789375" sldId="367"/>
            <ac:spMk id="19" creationId="{1A4E6978-D228-4199-B505-6E22114BC5D7}"/>
          </ac:spMkLst>
        </pc:spChg>
        <pc:spChg chg="mod">
          <ac:chgData name="Georg Pinne" userId="05574ceb-d5e8-42ed-bfd7-165f914e3d1e" providerId="ADAL" clId="{14DE94AD-E44B-40F8-B136-629967EB4B1E}" dt="2021-02-25T17:37:11.805" v="6144" actId="1036"/>
          <ac:spMkLst>
            <pc:docMk/>
            <pc:sldMk cId="395789375" sldId="367"/>
            <ac:spMk id="20" creationId="{C682A05C-7492-4745-B021-E4CCF3B4DFC0}"/>
          </ac:spMkLst>
        </pc:spChg>
        <pc:spChg chg="mod">
          <ac:chgData name="Georg Pinne" userId="05574ceb-d5e8-42ed-bfd7-165f914e3d1e" providerId="ADAL" clId="{14DE94AD-E44B-40F8-B136-629967EB4B1E}" dt="2021-02-25T17:28:20.047" v="6091" actId="14100"/>
          <ac:spMkLst>
            <pc:docMk/>
            <pc:sldMk cId="395789375" sldId="367"/>
            <ac:spMk id="21" creationId="{6D0282D5-2FF0-416C-97B8-87900813FE82}"/>
          </ac:spMkLst>
        </pc:spChg>
        <pc:spChg chg="mod">
          <ac:chgData name="Georg Pinne" userId="05574ceb-d5e8-42ed-bfd7-165f914e3d1e" providerId="ADAL" clId="{14DE94AD-E44B-40F8-B136-629967EB4B1E}" dt="2021-02-25T17:36:41.929" v="6141" actId="14100"/>
          <ac:spMkLst>
            <pc:docMk/>
            <pc:sldMk cId="395789375" sldId="367"/>
            <ac:spMk id="22" creationId="{CC941DA6-217A-41BE-A840-1BA04EA24B93}"/>
          </ac:spMkLst>
        </pc:spChg>
        <pc:spChg chg="mod">
          <ac:chgData name="Georg Pinne" userId="05574ceb-d5e8-42ed-bfd7-165f914e3d1e" providerId="ADAL" clId="{14DE94AD-E44B-40F8-B136-629967EB4B1E}" dt="2021-02-25T17:23:08.561" v="6066" actId="1037"/>
          <ac:spMkLst>
            <pc:docMk/>
            <pc:sldMk cId="395789375" sldId="367"/>
            <ac:spMk id="23" creationId="{55CDE277-FE63-45DE-A919-441D574BFA3C}"/>
          </ac:spMkLst>
        </pc:spChg>
        <pc:spChg chg="mod">
          <ac:chgData name="Georg Pinne" userId="05574ceb-d5e8-42ed-bfd7-165f914e3d1e" providerId="ADAL" clId="{14DE94AD-E44B-40F8-B136-629967EB4B1E}" dt="2021-02-25T17:28:27.114" v="6093" actId="14100"/>
          <ac:spMkLst>
            <pc:docMk/>
            <pc:sldMk cId="395789375" sldId="367"/>
            <ac:spMk id="24" creationId="{412EED0F-1EB3-4BE9-A26D-669009A6B32F}"/>
          </ac:spMkLst>
        </pc:spChg>
        <pc:spChg chg="mod">
          <ac:chgData name="Georg Pinne" userId="05574ceb-d5e8-42ed-bfd7-165f914e3d1e" providerId="ADAL" clId="{14DE94AD-E44B-40F8-B136-629967EB4B1E}" dt="2021-02-25T17:38:22.893" v="6168" actId="1076"/>
          <ac:spMkLst>
            <pc:docMk/>
            <pc:sldMk cId="395789375" sldId="367"/>
            <ac:spMk id="25" creationId="{8F8B671A-3F26-45EB-AFD6-68239B3E067E}"/>
          </ac:spMkLst>
        </pc:spChg>
        <pc:spChg chg="mod">
          <ac:chgData name="Georg Pinne" userId="05574ceb-d5e8-42ed-bfd7-165f914e3d1e" providerId="ADAL" clId="{14DE94AD-E44B-40F8-B136-629967EB4B1E}" dt="2021-02-25T17:41:20.038" v="6414" actId="1037"/>
          <ac:spMkLst>
            <pc:docMk/>
            <pc:sldMk cId="395789375" sldId="367"/>
            <ac:spMk id="26" creationId="{9BD7F1BA-D73A-455E-BD78-83D029AD3E72}"/>
          </ac:spMkLst>
        </pc:spChg>
        <pc:spChg chg="mod">
          <ac:chgData name="Georg Pinne" userId="05574ceb-d5e8-42ed-bfd7-165f914e3d1e" providerId="ADAL" clId="{14DE94AD-E44B-40F8-B136-629967EB4B1E}" dt="2021-02-25T17:41:20.038" v="6414" actId="1037"/>
          <ac:spMkLst>
            <pc:docMk/>
            <pc:sldMk cId="395789375" sldId="367"/>
            <ac:spMk id="27" creationId="{8CB38707-A351-4560-8ACC-DBB20DEE8005}"/>
          </ac:spMkLst>
        </pc:spChg>
        <pc:spChg chg="mod">
          <ac:chgData name="Georg Pinne" userId="05574ceb-d5e8-42ed-bfd7-165f914e3d1e" providerId="ADAL" clId="{14DE94AD-E44B-40F8-B136-629967EB4B1E}" dt="2021-02-25T17:41:20.038" v="6414" actId="1037"/>
          <ac:spMkLst>
            <pc:docMk/>
            <pc:sldMk cId="395789375" sldId="367"/>
            <ac:spMk id="28" creationId="{95135447-AEDD-4F71-AE09-428DAAAA587E}"/>
          </ac:spMkLst>
        </pc:spChg>
        <pc:spChg chg="mod">
          <ac:chgData name="Georg Pinne" userId="05574ceb-d5e8-42ed-bfd7-165f914e3d1e" providerId="ADAL" clId="{14DE94AD-E44B-40F8-B136-629967EB4B1E}" dt="2021-02-25T17:28:05.047" v="6088" actId="1036"/>
          <ac:spMkLst>
            <pc:docMk/>
            <pc:sldMk cId="395789375" sldId="367"/>
            <ac:spMk id="29" creationId="{6C6F398F-852D-40CE-ABE3-5982D131FE3F}"/>
          </ac:spMkLst>
        </pc:spChg>
        <pc:spChg chg="add del mod">
          <ac:chgData name="Georg Pinne" userId="05574ceb-d5e8-42ed-bfd7-165f914e3d1e" providerId="ADAL" clId="{14DE94AD-E44B-40F8-B136-629967EB4B1E}" dt="2021-02-25T17:17:09.867" v="5902"/>
          <ac:spMkLst>
            <pc:docMk/>
            <pc:sldMk cId="395789375" sldId="367"/>
            <ac:spMk id="33" creationId="{E76423A0-0B9C-4D09-8EA9-A558E2138C45}"/>
          </ac:spMkLst>
        </pc:spChg>
        <pc:spChg chg="add mod">
          <ac:chgData name="Georg Pinne" userId="05574ceb-d5e8-42ed-bfd7-165f914e3d1e" providerId="ADAL" clId="{14DE94AD-E44B-40F8-B136-629967EB4B1E}" dt="2021-02-22T18:38:58.454" v="1409" actId="571"/>
          <ac:spMkLst>
            <pc:docMk/>
            <pc:sldMk cId="395789375" sldId="367"/>
            <ac:spMk id="33" creationId="{EE71CBFE-5A51-4A05-A32D-1E2090DC5D80}"/>
          </ac:spMkLst>
        </pc:spChg>
        <pc:spChg chg="add mod">
          <ac:chgData name="Georg Pinne" userId="05574ceb-d5e8-42ed-bfd7-165f914e3d1e" providerId="ADAL" clId="{14DE94AD-E44B-40F8-B136-629967EB4B1E}" dt="2021-02-25T17:17:20.867" v="5905"/>
          <ac:spMkLst>
            <pc:docMk/>
            <pc:sldMk cId="395789375" sldId="367"/>
            <ac:spMk id="34" creationId="{155FACEE-D0C7-4FDC-B586-4F0567C2AC99}"/>
          </ac:spMkLst>
        </pc:spChg>
        <pc:spChg chg="add mod">
          <ac:chgData name="Georg Pinne" userId="05574ceb-d5e8-42ed-bfd7-165f914e3d1e" providerId="ADAL" clId="{14DE94AD-E44B-40F8-B136-629967EB4B1E}" dt="2021-02-25T17:39:54.451" v="6257" actId="1038"/>
          <ac:spMkLst>
            <pc:docMk/>
            <pc:sldMk cId="395789375" sldId="367"/>
            <ac:spMk id="36" creationId="{4935F3CE-C1E1-4009-AFDE-375622B09D51}"/>
          </ac:spMkLst>
        </pc:spChg>
        <pc:spChg chg="add del mod">
          <ac:chgData name="Georg Pinne" userId="05574ceb-d5e8-42ed-bfd7-165f914e3d1e" providerId="ADAL" clId="{14DE94AD-E44B-40F8-B136-629967EB4B1E}" dt="2021-02-25T17:41:57.491" v="6443"/>
          <ac:spMkLst>
            <pc:docMk/>
            <pc:sldMk cId="395789375" sldId="367"/>
            <ac:spMk id="37" creationId="{0DE148EC-2446-494D-A883-45589605F269}"/>
          </ac:spMkLst>
        </pc:spChg>
        <pc:spChg chg="mod">
          <ac:chgData name="Georg Pinne" userId="05574ceb-d5e8-42ed-bfd7-165f914e3d1e" providerId="ADAL" clId="{14DE94AD-E44B-40F8-B136-629967EB4B1E}" dt="2021-02-25T17:39:07.154" v="6179" actId="14100"/>
          <ac:spMkLst>
            <pc:docMk/>
            <pc:sldMk cId="395789375" sldId="367"/>
            <ac:spMk id="39" creationId="{966F0130-DBA5-47CA-8FE6-E4787E02C7A8}"/>
          </ac:spMkLst>
        </pc:spChg>
        <pc:spChg chg="mod">
          <ac:chgData name="Georg Pinne" userId="05574ceb-d5e8-42ed-bfd7-165f914e3d1e" providerId="ADAL" clId="{14DE94AD-E44B-40F8-B136-629967EB4B1E}" dt="2021-02-25T17:23:08.561" v="6066" actId="1037"/>
          <ac:spMkLst>
            <pc:docMk/>
            <pc:sldMk cId="395789375" sldId="367"/>
            <ac:spMk id="40" creationId="{78A8996A-4858-4855-ACB7-EFF80A13FFE5}"/>
          </ac:spMkLst>
        </pc:spChg>
        <pc:spChg chg="mod">
          <ac:chgData name="Georg Pinne" userId="05574ceb-d5e8-42ed-bfd7-165f914e3d1e" providerId="ADAL" clId="{14DE94AD-E44B-40F8-B136-629967EB4B1E}" dt="2021-02-25T17:38:11.702" v="6167" actId="1036"/>
          <ac:spMkLst>
            <pc:docMk/>
            <pc:sldMk cId="395789375" sldId="367"/>
            <ac:spMk id="41" creationId="{FF058145-8113-4C46-AD03-B15C575FC900}"/>
          </ac:spMkLst>
        </pc:spChg>
        <pc:spChg chg="mod">
          <ac:chgData name="Georg Pinne" userId="05574ceb-d5e8-42ed-bfd7-165f914e3d1e" providerId="ADAL" clId="{14DE94AD-E44B-40F8-B136-629967EB4B1E}" dt="2021-02-25T17:36:39.160" v="6140" actId="14100"/>
          <ac:spMkLst>
            <pc:docMk/>
            <pc:sldMk cId="395789375" sldId="367"/>
            <ac:spMk id="45" creationId="{2AA8E477-3A40-4284-AEB9-24720E089BC9}"/>
          </ac:spMkLst>
        </pc:spChg>
        <pc:spChg chg="mod">
          <ac:chgData name="Georg Pinne" userId="05574ceb-d5e8-42ed-bfd7-165f914e3d1e" providerId="ADAL" clId="{14DE94AD-E44B-40F8-B136-629967EB4B1E}" dt="2021-02-25T17:23:08.561" v="6066" actId="1037"/>
          <ac:spMkLst>
            <pc:docMk/>
            <pc:sldMk cId="395789375" sldId="367"/>
            <ac:spMk id="46" creationId="{A24740BB-85D8-41D1-B0C1-49C43EF54F5F}"/>
          </ac:spMkLst>
        </pc:spChg>
        <pc:spChg chg="mod">
          <ac:chgData name="Georg Pinne" userId="05574ceb-d5e8-42ed-bfd7-165f914e3d1e" providerId="ADAL" clId="{14DE94AD-E44B-40F8-B136-629967EB4B1E}" dt="2021-02-25T17:23:08.561" v="6066" actId="1037"/>
          <ac:spMkLst>
            <pc:docMk/>
            <pc:sldMk cId="395789375" sldId="367"/>
            <ac:spMk id="47" creationId="{DF30DCCE-C017-4E3E-9858-3B5978EBAAEC}"/>
          </ac:spMkLst>
        </pc:spChg>
        <pc:graphicFrameChg chg="mod">
          <ac:chgData name="Georg Pinne" userId="05574ceb-d5e8-42ed-bfd7-165f914e3d1e" providerId="ADAL" clId="{14DE94AD-E44B-40F8-B136-629967EB4B1E}" dt="2021-02-25T17:38:44.069" v="6171" actId="1076"/>
          <ac:graphicFrameMkLst>
            <pc:docMk/>
            <pc:sldMk cId="395789375" sldId="367"/>
            <ac:graphicFrameMk id="6" creationId="{D6C9C7E3-14BC-45AA-995F-949E48C4229A}"/>
          </ac:graphicFrameMkLst>
        </pc:graphicFrameChg>
        <pc:graphicFrameChg chg="mod">
          <ac:chgData name="Georg Pinne" userId="05574ceb-d5e8-42ed-bfd7-165f914e3d1e" providerId="ADAL" clId="{14DE94AD-E44B-40F8-B136-629967EB4B1E}" dt="2021-02-25T17:23:08.561" v="6066" actId="1037"/>
          <ac:graphicFrameMkLst>
            <pc:docMk/>
            <pc:sldMk cId="395789375" sldId="367"/>
            <ac:graphicFrameMk id="31" creationId="{A46FF28A-467E-4166-9537-5BEEC7807140}"/>
          </ac:graphicFrameMkLst>
        </pc:graphicFrameChg>
        <pc:picChg chg="mod">
          <ac:chgData name="Georg Pinne" userId="05574ceb-d5e8-42ed-bfd7-165f914e3d1e" providerId="ADAL" clId="{14DE94AD-E44B-40F8-B136-629967EB4B1E}" dt="2021-02-25T17:41:39.269" v="6439" actId="14100"/>
          <ac:picMkLst>
            <pc:docMk/>
            <pc:sldMk cId="395789375" sldId="367"/>
            <ac:picMk id="35" creationId="{EAFDC99E-4D81-452E-9AA6-317E9A1B609C}"/>
          </ac:picMkLst>
        </pc:picChg>
        <pc:picChg chg="mod">
          <ac:chgData name="Georg Pinne" userId="05574ceb-d5e8-42ed-bfd7-165f914e3d1e" providerId="ADAL" clId="{14DE94AD-E44B-40F8-B136-629967EB4B1E}" dt="2021-02-25T17:41:39.269" v="6439" actId="14100"/>
          <ac:picMkLst>
            <pc:docMk/>
            <pc:sldMk cId="395789375" sldId="367"/>
            <ac:picMk id="48" creationId="{0A0EA595-994F-46AA-A03D-B0A78B657126}"/>
          </ac:picMkLst>
        </pc:picChg>
        <pc:picChg chg="mod">
          <ac:chgData name="Georg Pinne" userId="05574ceb-d5e8-42ed-bfd7-165f914e3d1e" providerId="ADAL" clId="{14DE94AD-E44B-40F8-B136-629967EB4B1E}" dt="2021-02-25T17:41:39.269" v="6439" actId="14100"/>
          <ac:picMkLst>
            <pc:docMk/>
            <pc:sldMk cId="395789375" sldId="367"/>
            <ac:picMk id="49" creationId="{70DA8FE7-BC70-49DE-998F-E9928CF2DAB5}"/>
          </ac:picMkLst>
        </pc:picChg>
      </pc:sldChg>
      <pc:sldChg chg="addSp delSp modSp add del mod">
        <pc:chgData name="Georg Pinne" userId="05574ceb-d5e8-42ed-bfd7-165f914e3d1e" providerId="ADAL" clId="{14DE94AD-E44B-40F8-B136-629967EB4B1E}" dt="2021-02-22T16:26:21.782" v="95" actId="47"/>
        <pc:sldMkLst>
          <pc:docMk/>
          <pc:sldMk cId="420991123" sldId="367"/>
        </pc:sldMkLst>
        <pc:spChg chg="mod">
          <ac:chgData name="Georg Pinne" userId="05574ceb-d5e8-42ed-bfd7-165f914e3d1e" providerId="ADAL" clId="{14DE94AD-E44B-40F8-B136-629967EB4B1E}" dt="2021-02-22T16:24:47.968" v="91" actId="1076"/>
          <ac:spMkLst>
            <pc:docMk/>
            <pc:sldMk cId="420991123" sldId="367"/>
            <ac:spMk id="10" creationId="{294D0264-AE6A-47B7-8BA5-F298859691EE}"/>
          </ac:spMkLst>
        </pc:spChg>
        <pc:spChg chg="mod">
          <ac:chgData name="Georg Pinne" userId="05574ceb-d5e8-42ed-bfd7-165f914e3d1e" providerId="ADAL" clId="{14DE94AD-E44B-40F8-B136-629967EB4B1E}" dt="2021-02-22T16:26:09.554" v="94" actId="20577"/>
          <ac:spMkLst>
            <pc:docMk/>
            <pc:sldMk cId="420991123" sldId="367"/>
            <ac:spMk id="11" creationId="{9668FC51-34FC-4CFE-8D10-D8C3F6826440}"/>
          </ac:spMkLst>
        </pc:spChg>
        <pc:spChg chg="mod">
          <ac:chgData name="Georg Pinne" userId="05574ceb-d5e8-42ed-bfd7-165f914e3d1e" providerId="ADAL" clId="{14DE94AD-E44B-40F8-B136-629967EB4B1E}" dt="2021-02-22T16:26:02.988" v="93" actId="1076"/>
          <ac:spMkLst>
            <pc:docMk/>
            <pc:sldMk cId="420991123" sldId="367"/>
            <ac:spMk id="17" creationId="{30CBEE0C-3D86-4F84-AE1F-F7A988C632E1}"/>
          </ac:spMkLst>
        </pc:spChg>
        <pc:picChg chg="del">
          <ac:chgData name="Georg Pinne" userId="05574ceb-d5e8-42ed-bfd7-165f914e3d1e" providerId="ADAL" clId="{14DE94AD-E44B-40F8-B136-629967EB4B1E}" dt="2021-02-22T16:24:28.908" v="86" actId="478"/>
          <ac:picMkLst>
            <pc:docMk/>
            <pc:sldMk cId="420991123" sldId="367"/>
            <ac:picMk id="9" creationId="{F29533B5-7D91-464E-B083-FBBA42148162}"/>
          </ac:picMkLst>
        </pc:picChg>
        <pc:picChg chg="add mod">
          <ac:chgData name="Georg Pinne" userId="05574ceb-d5e8-42ed-bfd7-165f914e3d1e" providerId="ADAL" clId="{14DE94AD-E44B-40F8-B136-629967EB4B1E}" dt="2021-02-22T16:24:35.699" v="88" actId="14100"/>
          <ac:picMkLst>
            <pc:docMk/>
            <pc:sldMk cId="420991123" sldId="367"/>
            <ac:picMk id="13" creationId="{EDB0861E-5231-4734-A699-A08C0C637902}"/>
          </ac:picMkLst>
        </pc:picChg>
      </pc:sldChg>
      <pc:sldChg chg="addSp delSp modSp add del mod">
        <pc:chgData name="Georg Pinne" userId="05574ceb-d5e8-42ed-bfd7-165f914e3d1e" providerId="ADAL" clId="{14DE94AD-E44B-40F8-B136-629967EB4B1E}" dt="2021-02-22T16:55:02.906" v="657" actId="47"/>
        <pc:sldMkLst>
          <pc:docMk/>
          <pc:sldMk cId="3879326841" sldId="367"/>
        </pc:sldMkLst>
        <pc:spChg chg="mod">
          <ac:chgData name="Georg Pinne" userId="05574ceb-d5e8-42ed-bfd7-165f914e3d1e" providerId="ADAL" clId="{14DE94AD-E44B-40F8-B136-629967EB4B1E}" dt="2021-02-22T16:51:52.373" v="617" actId="13926"/>
          <ac:spMkLst>
            <pc:docMk/>
            <pc:sldMk cId="3879326841" sldId="367"/>
            <ac:spMk id="2" creationId="{C1E6EBE8-3874-48DF-964A-B23A7CC7B215}"/>
          </ac:spMkLst>
        </pc:spChg>
        <pc:spChg chg="mod">
          <ac:chgData name="Georg Pinne" userId="05574ceb-d5e8-42ed-bfd7-165f914e3d1e" providerId="ADAL" clId="{14DE94AD-E44B-40F8-B136-629967EB4B1E}" dt="2021-02-22T16:48:30.911" v="599" actId="404"/>
          <ac:spMkLst>
            <pc:docMk/>
            <pc:sldMk cId="3879326841" sldId="367"/>
            <ac:spMk id="17" creationId="{30CBEE0C-3D86-4F84-AE1F-F7A988C632E1}"/>
          </ac:spMkLst>
        </pc:spChg>
        <pc:picChg chg="add del">
          <ac:chgData name="Georg Pinne" userId="05574ceb-d5e8-42ed-bfd7-165f914e3d1e" providerId="ADAL" clId="{14DE94AD-E44B-40F8-B136-629967EB4B1E}" dt="2021-02-22T16:31:35.999" v="98" actId="478"/>
          <ac:picMkLst>
            <pc:docMk/>
            <pc:sldMk cId="3879326841" sldId="367"/>
            <ac:picMk id="9" creationId="{F29533B5-7D91-464E-B083-FBBA42148162}"/>
          </ac:picMkLst>
        </pc:picChg>
      </pc:sldChg>
      <pc:sldChg chg="modSp add mod">
        <pc:chgData name="Georg Pinne" userId="05574ceb-d5e8-42ed-bfd7-165f914e3d1e" providerId="ADAL" clId="{14DE94AD-E44B-40F8-B136-629967EB4B1E}" dt="2021-02-22T17:26:49.521" v="802" actId="20577"/>
        <pc:sldMkLst>
          <pc:docMk/>
          <pc:sldMk cId="2947397918" sldId="368"/>
        </pc:sldMkLst>
        <pc:spChg chg="mod">
          <ac:chgData name="Georg Pinne" userId="05574ceb-d5e8-42ed-bfd7-165f914e3d1e" providerId="ADAL" clId="{14DE94AD-E44B-40F8-B136-629967EB4B1E}" dt="2021-02-22T17:26:49.521" v="802" actId="20577"/>
          <ac:spMkLst>
            <pc:docMk/>
            <pc:sldMk cId="2947397918" sldId="368"/>
            <ac:spMk id="11" creationId="{B4145483-1C05-4863-9DEA-C0A414B294F3}"/>
          </ac:spMkLst>
        </pc:spChg>
        <pc:spChg chg="mod">
          <ac:chgData name="Georg Pinne" userId="05574ceb-d5e8-42ed-bfd7-165f914e3d1e" providerId="ADAL" clId="{14DE94AD-E44B-40F8-B136-629967EB4B1E}" dt="2021-02-22T17:26:35.013" v="773" actId="1076"/>
          <ac:spMkLst>
            <pc:docMk/>
            <pc:sldMk cId="2947397918" sldId="368"/>
            <ac:spMk id="13" creationId="{52E248B2-04F9-4ED0-8C03-BF13047A0857}"/>
          </ac:spMkLst>
        </pc:spChg>
      </pc:sldChg>
      <pc:sldChg chg="add del">
        <pc:chgData name="Georg Pinne" userId="05574ceb-d5e8-42ed-bfd7-165f914e3d1e" providerId="ADAL" clId="{14DE94AD-E44B-40F8-B136-629967EB4B1E}" dt="2021-02-22T17:27:25.622" v="805"/>
        <pc:sldMkLst>
          <pc:docMk/>
          <pc:sldMk cId="2596585087" sldId="369"/>
        </pc:sldMkLst>
      </pc:sldChg>
      <pc:sldChg chg="modSp add mod">
        <pc:chgData name="Georg Pinne" userId="05574ceb-d5e8-42ed-bfd7-165f914e3d1e" providerId="ADAL" clId="{14DE94AD-E44B-40F8-B136-629967EB4B1E}" dt="2021-02-22T17:27:40.311" v="809" actId="20577"/>
        <pc:sldMkLst>
          <pc:docMk/>
          <pc:sldMk cId="2669583001" sldId="369"/>
        </pc:sldMkLst>
        <pc:spChg chg="mod">
          <ac:chgData name="Georg Pinne" userId="05574ceb-d5e8-42ed-bfd7-165f914e3d1e" providerId="ADAL" clId="{14DE94AD-E44B-40F8-B136-629967EB4B1E}" dt="2021-02-22T17:27:37.182" v="807"/>
          <ac:spMkLst>
            <pc:docMk/>
            <pc:sldMk cId="2669583001" sldId="369"/>
            <ac:spMk id="2" creationId="{BE1FA086-CF7D-4B0C-AC66-901BAE5C2A26}"/>
          </ac:spMkLst>
        </pc:spChg>
        <pc:spChg chg="mod">
          <ac:chgData name="Georg Pinne" userId="05574ceb-d5e8-42ed-bfd7-165f914e3d1e" providerId="ADAL" clId="{14DE94AD-E44B-40F8-B136-629967EB4B1E}" dt="2021-02-22T17:27:40.311" v="809" actId="20577"/>
          <ac:spMkLst>
            <pc:docMk/>
            <pc:sldMk cId="2669583001" sldId="369"/>
            <ac:spMk id="13" creationId="{52E248B2-04F9-4ED0-8C03-BF13047A0857}"/>
          </ac:spMkLst>
        </pc:spChg>
      </pc:sldChg>
      <pc:sldChg chg="modSp add mod">
        <pc:chgData name="Georg Pinne" userId="05574ceb-d5e8-42ed-bfd7-165f914e3d1e" providerId="ADAL" clId="{14DE94AD-E44B-40F8-B136-629967EB4B1E}" dt="2021-02-22T17:28:05.055" v="814" actId="20577"/>
        <pc:sldMkLst>
          <pc:docMk/>
          <pc:sldMk cId="530748753" sldId="370"/>
        </pc:sldMkLst>
        <pc:spChg chg="mod">
          <ac:chgData name="Georg Pinne" userId="05574ceb-d5e8-42ed-bfd7-165f914e3d1e" providerId="ADAL" clId="{14DE94AD-E44B-40F8-B136-629967EB4B1E}" dt="2021-02-22T17:28:01.976" v="812"/>
          <ac:spMkLst>
            <pc:docMk/>
            <pc:sldMk cId="530748753" sldId="370"/>
            <ac:spMk id="2" creationId="{BE1FA086-CF7D-4B0C-AC66-901BAE5C2A26}"/>
          </ac:spMkLst>
        </pc:spChg>
        <pc:spChg chg="mod">
          <ac:chgData name="Georg Pinne" userId="05574ceb-d5e8-42ed-bfd7-165f914e3d1e" providerId="ADAL" clId="{14DE94AD-E44B-40F8-B136-629967EB4B1E}" dt="2021-02-22T17:28:05.055" v="814" actId="20577"/>
          <ac:spMkLst>
            <pc:docMk/>
            <pc:sldMk cId="530748753" sldId="370"/>
            <ac:spMk id="13" creationId="{52E248B2-04F9-4ED0-8C03-BF13047A0857}"/>
          </ac:spMkLst>
        </pc:spChg>
      </pc:sldChg>
      <pc:sldChg chg="modSp add mod">
        <pc:chgData name="Georg Pinne" userId="05574ceb-d5e8-42ed-bfd7-165f914e3d1e" providerId="ADAL" clId="{14DE94AD-E44B-40F8-B136-629967EB4B1E}" dt="2021-02-22T17:28:48.708" v="835" actId="20577"/>
        <pc:sldMkLst>
          <pc:docMk/>
          <pc:sldMk cId="2668654562" sldId="371"/>
        </pc:sldMkLst>
        <pc:spChg chg="mod">
          <ac:chgData name="Georg Pinne" userId="05574ceb-d5e8-42ed-bfd7-165f914e3d1e" providerId="ADAL" clId="{14DE94AD-E44B-40F8-B136-629967EB4B1E}" dt="2021-02-22T17:28:34.155" v="832" actId="20577"/>
          <ac:spMkLst>
            <pc:docMk/>
            <pc:sldMk cId="2668654562" sldId="371"/>
            <ac:spMk id="2" creationId="{BE1FA086-CF7D-4B0C-AC66-901BAE5C2A26}"/>
          </ac:spMkLst>
        </pc:spChg>
        <pc:spChg chg="mod">
          <ac:chgData name="Georg Pinne" userId="05574ceb-d5e8-42ed-bfd7-165f914e3d1e" providerId="ADAL" clId="{14DE94AD-E44B-40F8-B136-629967EB4B1E}" dt="2021-02-22T17:28:48.708" v="835" actId="20577"/>
          <ac:spMkLst>
            <pc:docMk/>
            <pc:sldMk cId="2668654562" sldId="371"/>
            <ac:spMk id="13" creationId="{52E248B2-04F9-4ED0-8C03-BF13047A0857}"/>
          </ac:spMkLst>
        </pc:spChg>
      </pc:sldChg>
      <pc:sldChg chg="modSp add mod">
        <pc:chgData name="Georg Pinne" userId="05574ceb-d5e8-42ed-bfd7-165f914e3d1e" providerId="ADAL" clId="{14DE94AD-E44B-40F8-B136-629967EB4B1E}" dt="2021-02-22T17:29:41.491" v="840" actId="20577"/>
        <pc:sldMkLst>
          <pc:docMk/>
          <pc:sldMk cId="2682827546" sldId="372"/>
        </pc:sldMkLst>
        <pc:spChg chg="mod">
          <ac:chgData name="Georg Pinne" userId="05574ceb-d5e8-42ed-bfd7-165f914e3d1e" providerId="ADAL" clId="{14DE94AD-E44B-40F8-B136-629967EB4B1E}" dt="2021-02-22T17:29:34.130" v="837"/>
          <ac:spMkLst>
            <pc:docMk/>
            <pc:sldMk cId="2682827546" sldId="372"/>
            <ac:spMk id="2" creationId="{BE1FA086-CF7D-4B0C-AC66-901BAE5C2A26}"/>
          </ac:spMkLst>
        </pc:spChg>
        <pc:spChg chg="mod">
          <ac:chgData name="Georg Pinne" userId="05574ceb-d5e8-42ed-bfd7-165f914e3d1e" providerId="ADAL" clId="{14DE94AD-E44B-40F8-B136-629967EB4B1E}" dt="2021-02-22T17:29:41.491" v="840" actId="20577"/>
          <ac:spMkLst>
            <pc:docMk/>
            <pc:sldMk cId="2682827546" sldId="372"/>
            <ac:spMk id="13" creationId="{52E248B2-04F9-4ED0-8C03-BF13047A0857}"/>
          </ac:spMkLst>
        </pc:spChg>
      </pc:sldChg>
      <pc:sldChg chg="modSp add mod">
        <pc:chgData name="Georg Pinne" userId="05574ceb-d5e8-42ed-bfd7-165f914e3d1e" providerId="ADAL" clId="{14DE94AD-E44B-40F8-B136-629967EB4B1E}" dt="2021-02-22T17:30:15.833" v="886" actId="20577"/>
        <pc:sldMkLst>
          <pc:docMk/>
          <pc:sldMk cId="2440193160" sldId="373"/>
        </pc:sldMkLst>
        <pc:spChg chg="mod">
          <ac:chgData name="Georg Pinne" userId="05574ceb-d5e8-42ed-bfd7-165f914e3d1e" providerId="ADAL" clId="{14DE94AD-E44B-40F8-B136-629967EB4B1E}" dt="2021-02-22T17:30:12.660" v="884" actId="20577"/>
          <ac:spMkLst>
            <pc:docMk/>
            <pc:sldMk cId="2440193160" sldId="373"/>
            <ac:spMk id="2" creationId="{BE1FA086-CF7D-4B0C-AC66-901BAE5C2A26}"/>
          </ac:spMkLst>
        </pc:spChg>
        <pc:spChg chg="mod">
          <ac:chgData name="Georg Pinne" userId="05574ceb-d5e8-42ed-bfd7-165f914e3d1e" providerId="ADAL" clId="{14DE94AD-E44B-40F8-B136-629967EB4B1E}" dt="2021-02-22T17:30:15.833" v="886" actId="20577"/>
          <ac:spMkLst>
            <pc:docMk/>
            <pc:sldMk cId="2440193160" sldId="373"/>
            <ac:spMk id="13" creationId="{52E248B2-04F9-4ED0-8C03-BF13047A0857}"/>
          </ac:spMkLst>
        </pc:spChg>
      </pc:sldChg>
      <pc:sldChg chg="addSp delSp modSp add del mod ord">
        <pc:chgData name="Georg Pinne" userId="05574ceb-d5e8-42ed-bfd7-165f914e3d1e" providerId="ADAL" clId="{14DE94AD-E44B-40F8-B136-629967EB4B1E}" dt="2021-02-24T17:54:06.670" v="2010" actId="47"/>
        <pc:sldMkLst>
          <pc:docMk/>
          <pc:sldMk cId="553650420" sldId="374"/>
        </pc:sldMkLst>
        <pc:spChg chg="add del mod">
          <ac:chgData name="Georg Pinne" userId="05574ceb-d5e8-42ed-bfd7-165f914e3d1e" providerId="ADAL" clId="{14DE94AD-E44B-40F8-B136-629967EB4B1E}" dt="2021-02-24T17:40:37.127" v="1927" actId="478"/>
          <ac:spMkLst>
            <pc:docMk/>
            <pc:sldMk cId="553650420" sldId="374"/>
            <ac:spMk id="13" creationId="{214B2CE4-E968-4F60-9F51-04D958EEE1D4}"/>
          </ac:spMkLst>
        </pc:spChg>
        <pc:spChg chg="mod">
          <ac:chgData name="Georg Pinne" userId="05574ceb-d5e8-42ed-bfd7-165f914e3d1e" providerId="ADAL" clId="{14DE94AD-E44B-40F8-B136-629967EB4B1E}" dt="2021-02-24T17:40:46.922" v="1928" actId="1076"/>
          <ac:spMkLst>
            <pc:docMk/>
            <pc:sldMk cId="553650420" sldId="374"/>
            <ac:spMk id="14" creationId="{32496C50-B3BB-4766-8F49-762DE701B0E4}"/>
          </ac:spMkLst>
        </pc:spChg>
        <pc:spChg chg="add del mod">
          <ac:chgData name="Georg Pinne" userId="05574ceb-d5e8-42ed-bfd7-165f914e3d1e" providerId="ADAL" clId="{14DE94AD-E44B-40F8-B136-629967EB4B1E}" dt="2021-02-24T17:40:36.528" v="1926"/>
          <ac:spMkLst>
            <pc:docMk/>
            <pc:sldMk cId="553650420" sldId="374"/>
            <ac:spMk id="15" creationId="{FE6466F6-6366-4489-9198-E2BA0D01EAC7}"/>
          </ac:spMkLst>
        </pc:spChg>
        <pc:spChg chg="add del mod">
          <ac:chgData name="Georg Pinne" userId="05574ceb-d5e8-42ed-bfd7-165f914e3d1e" providerId="ADAL" clId="{14DE94AD-E44B-40F8-B136-629967EB4B1E}" dt="2021-02-24T17:40:36.528" v="1926"/>
          <ac:spMkLst>
            <pc:docMk/>
            <pc:sldMk cId="553650420" sldId="374"/>
            <ac:spMk id="16" creationId="{D98457F6-6E7D-484E-8C4C-BC29D830D1E7}"/>
          </ac:spMkLst>
        </pc:spChg>
        <pc:graphicFrameChg chg="add del mod">
          <ac:chgData name="Georg Pinne" userId="05574ceb-d5e8-42ed-bfd7-165f914e3d1e" providerId="ADAL" clId="{14DE94AD-E44B-40F8-B136-629967EB4B1E}" dt="2021-02-24T17:30:42.133" v="1740" actId="21"/>
          <ac:graphicFrameMkLst>
            <pc:docMk/>
            <pc:sldMk cId="553650420" sldId="374"/>
            <ac:graphicFrameMk id="3" creationId="{26022E99-736B-4541-B869-AB095B92B7C9}"/>
          </ac:graphicFrameMkLst>
        </pc:graphicFrameChg>
        <pc:picChg chg="del">
          <ac:chgData name="Georg Pinne" userId="05574ceb-d5e8-42ed-bfd7-165f914e3d1e" providerId="ADAL" clId="{14DE94AD-E44B-40F8-B136-629967EB4B1E}" dt="2021-02-24T16:57:16.982" v="1552" actId="478"/>
          <ac:picMkLst>
            <pc:docMk/>
            <pc:sldMk cId="553650420" sldId="374"/>
            <ac:picMk id="4" creationId="{4591E4A8-54A2-4DA5-9751-AEAAC7BBA936}"/>
          </ac:picMkLst>
        </pc:picChg>
      </pc:sldChg>
      <pc:sldChg chg="add del">
        <pc:chgData name="Georg Pinne" userId="05574ceb-d5e8-42ed-bfd7-165f914e3d1e" providerId="ADAL" clId="{14DE94AD-E44B-40F8-B136-629967EB4B1E}" dt="2021-02-24T16:55:32.761" v="1550" actId="47"/>
        <pc:sldMkLst>
          <pc:docMk/>
          <pc:sldMk cId="1263391955" sldId="374"/>
        </pc:sldMkLst>
      </pc:sldChg>
      <pc:sldChg chg="addSp delSp modSp add del mod">
        <pc:chgData name="Georg Pinne" userId="05574ceb-d5e8-42ed-bfd7-165f914e3d1e" providerId="ADAL" clId="{14DE94AD-E44B-40F8-B136-629967EB4B1E}" dt="2021-02-25T19:49:58.126" v="7394" actId="47"/>
        <pc:sldMkLst>
          <pc:docMk/>
          <pc:sldMk cId="573993981" sldId="375"/>
        </pc:sldMkLst>
        <pc:spChg chg="del">
          <ac:chgData name="Georg Pinne" userId="05574ceb-d5e8-42ed-bfd7-165f914e3d1e" providerId="ADAL" clId="{14DE94AD-E44B-40F8-B136-629967EB4B1E}" dt="2021-02-24T17:41:24.628" v="1933" actId="478"/>
          <ac:spMkLst>
            <pc:docMk/>
            <pc:sldMk cId="573993981" sldId="375"/>
            <ac:spMk id="10" creationId="{2D2EE1D3-B257-452E-9B6A-C32932E05968}"/>
          </ac:spMkLst>
        </pc:spChg>
        <pc:spChg chg="del">
          <ac:chgData name="Georg Pinne" userId="05574ceb-d5e8-42ed-bfd7-165f914e3d1e" providerId="ADAL" clId="{14DE94AD-E44B-40F8-B136-629967EB4B1E}" dt="2021-02-24T17:41:24.628" v="1933" actId="478"/>
          <ac:spMkLst>
            <pc:docMk/>
            <pc:sldMk cId="573993981" sldId="375"/>
            <ac:spMk id="11" creationId="{4018B796-C247-4A91-A4E4-8B8D0F2DB34F}"/>
          </ac:spMkLst>
        </pc:spChg>
        <pc:spChg chg="del">
          <ac:chgData name="Georg Pinne" userId="05574ceb-d5e8-42ed-bfd7-165f914e3d1e" providerId="ADAL" clId="{14DE94AD-E44B-40F8-B136-629967EB4B1E}" dt="2021-02-24T17:41:24.628" v="1933" actId="478"/>
          <ac:spMkLst>
            <pc:docMk/>
            <pc:sldMk cId="573993981" sldId="375"/>
            <ac:spMk id="12" creationId="{7F5F7F8E-AF40-4DF1-9E39-DFDB4B78974B}"/>
          </ac:spMkLst>
        </pc:spChg>
        <pc:spChg chg="del">
          <ac:chgData name="Georg Pinne" userId="05574ceb-d5e8-42ed-bfd7-165f914e3d1e" providerId="ADAL" clId="{14DE94AD-E44B-40F8-B136-629967EB4B1E}" dt="2021-02-24T17:41:24.628" v="1933" actId="478"/>
          <ac:spMkLst>
            <pc:docMk/>
            <pc:sldMk cId="573993981" sldId="375"/>
            <ac:spMk id="13" creationId="{214B2CE4-E968-4F60-9F51-04D958EEE1D4}"/>
          </ac:spMkLst>
        </pc:spChg>
        <pc:spChg chg="del">
          <ac:chgData name="Georg Pinne" userId="05574ceb-d5e8-42ed-bfd7-165f914e3d1e" providerId="ADAL" clId="{14DE94AD-E44B-40F8-B136-629967EB4B1E}" dt="2021-02-24T17:41:24.628" v="1933" actId="478"/>
          <ac:spMkLst>
            <pc:docMk/>
            <pc:sldMk cId="573993981" sldId="375"/>
            <ac:spMk id="14" creationId="{32496C50-B3BB-4766-8F49-762DE701B0E4}"/>
          </ac:spMkLst>
        </pc:spChg>
        <pc:spChg chg="add mod">
          <ac:chgData name="Georg Pinne" userId="05574ceb-d5e8-42ed-bfd7-165f914e3d1e" providerId="ADAL" clId="{14DE94AD-E44B-40F8-B136-629967EB4B1E}" dt="2021-02-24T17:41:40.192" v="1934"/>
          <ac:spMkLst>
            <pc:docMk/>
            <pc:sldMk cId="573993981" sldId="375"/>
            <ac:spMk id="15" creationId="{251297C4-AB2C-4586-9D4A-DCC4508A171A}"/>
          </ac:spMkLst>
        </pc:spChg>
        <pc:spChg chg="add mod">
          <ac:chgData name="Georg Pinne" userId="05574ceb-d5e8-42ed-bfd7-165f914e3d1e" providerId="ADAL" clId="{14DE94AD-E44B-40F8-B136-629967EB4B1E}" dt="2021-02-24T17:41:40.192" v="1934"/>
          <ac:spMkLst>
            <pc:docMk/>
            <pc:sldMk cId="573993981" sldId="375"/>
            <ac:spMk id="16" creationId="{F4B5A53C-5449-4222-A28E-E956D3827EF1}"/>
          </ac:spMkLst>
        </pc:spChg>
        <pc:spChg chg="add mod">
          <ac:chgData name="Georg Pinne" userId="05574ceb-d5e8-42ed-bfd7-165f914e3d1e" providerId="ADAL" clId="{14DE94AD-E44B-40F8-B136-629967EB4B1E}" dt="2021-02-24T17:41:40.192" v="1934"/>
          <ac:spMkLst>
            <pc:docMk/>
            <pc:sldMk cId="573993981" sldId="375"/>
            <ac:spMk id="17" creationId="{063F1A2D-93BC-426F-AC68-02C991DE3C09}"/>
          </ac:spMkLst>
        </pc:spChg>
        <pc:spChg chg="del">
          <ac:chgData name="Georg Pinne" userId="05574ceb-d5e8-42ed-bfd7-165f914e3d1e" providerId="ADAL" clId="{14DE94AD-E44B-40F8-B136-629967EB4B1E}" dt="2021-02-24T17:41:24.628" v="1933" actId="478"/>
          <ac:spMkLst>
            <pc:docMk/>
            <pc:sldMk cId="573993981" sldId="375"/>
            <ac:spMk id="18" creationId="{2029425D-A7D7-43DB-8FC1-879597A005FD}"/>
          </ac:spMkLst>
        </pc:spChg>
        <pc:spChg chg="add del mod">
          <ac:chgData name="Georg Pinne" userId="05574ceb-d5e8-42ed-bfd7-165f914e3d1e" providerId="ADAL" clId="{14DE94AD-E44B-40F8-B136-629967EB4B1E}" dt="2021-02-24T18:05:19.554" v="2100" actId="1035"/>
          <ac:spMkLst>
            <pc:docMk/>
            <pc:sldMk cId="573993981" sldId="375"/>
            <ac:spMk id="19" creationId="{E05805C1-8DC8-42F5-9E63-1E6156F9B193}"/>
          </ac:spMkLst>
        </pc:spChg>
        <pc:spChg chg="add del mod">
          <ac:chgData name="Georg Pinne" userId="05574ceb-d5e8-42ed-bfd7-165f914e3d1e" providerId="ADAL" clId="{14DE94AD-E44B-40F8-B136-629967EB4B1E}" dt="2021-02-24T18:01:05.876" v="2053" actId="478"/>
          <ac:spMkLst>
            <pc:docMk/>
            <pc:sldMk cId="573993981" sldId="375"/>
            <ac:spMk id="20" creationId="{1A1EA39D-3650-4974-9819-13A41C8EE017}"/>
          </ac:spMkLst>
        </pc:spChg>
        <pc:spChg chg="del">
          <ac:chgData name="Georg Pinne" userId="05574ceb-d5e8-42ed-bfd7-165f914e3d1e" providerId="ADAL" clId="{14DE94AD-E44B-40F8-B136-629967EB4B1E}" dt="2021-02-24T17:41:24.628" v="1933" actId="478"/>
          <ac:spMkLst>
            <pc:docMk/>
            <pc:sldMk cId="573993981" sldId="375"/>
            <ac:spMk id="21" creationId="{B91F996F-9AFA-4944-9512-6CEDF3AE9F7D}"/>
          </ac:spMkLst>
        </pc:spChg>
        <pc:spChg chg="add mod">
          <ac:chgData name="Georg Pinne" userId="05574ceb-d5e8-42ed-bfd7-165f914e3d1e" providerId="ADAL" clId="{14DE94AD-E44B-40F8-B136-629967EB4B1E}" dt="2021-02-24T17:43:41.475" v="1985" actId="20577"/>
          <ac:spMkLst>
            <pc:docMk/>
            <pc:sldMk cId="573993981" sldId="375"/>
            <ac:spMk id="22" creationId="{8B594BE9-02A0-41C2-B049-B8B52D3B9480}"/>
          </ac:spMkLst>
        </pc:spChg>
        <pc:spChg chg="add mod ord">
          <ac:chgData name="Georg Pinne" userId="05574ceb-d5e8-42ed-bfd7-165f914e3d1e" providerId="ADAL" clId="{14DE94AD-E44B-40F8-B136-629967EB4B1E}" dt="2021-02-24T18:01:18.672" v="2058" actId="1076"/>
          <ac:spMkLst>
            <pc:docMk/>
            <pc:sldMk cId="573993981" sldId="375"/>
            <ac:spMk id="24" creationId="{C38AB3AF-994C-42C9-84A3-48C88A5FBB43}"/>
          </ac:spMkLst>
        </pc:spChg>
        <pc:spChg chg="add del">
          <ac:chgData name="Georg Pinne" userId="05574ceb-d5e8-42ed-bfd7-165f914e3d1e" providerId="ADAL" clId="{14DE94AD-E44B-40F8-B136-629967EB4B1E}" dt="2021-02-24T17:43:11.512" v="1951" actId="22"/>
          <ac:spMkLst>
            <pc:docMk/>
            <pc:sldMk cId="573993981" sldId="375"/>
            <ac:spMk id="26" creationId="{B3ECD47F-ECD9-421C-AA59-2F589304D0C9}"/>
          </ac:spMkLst>
        </pc:spChg>
        <pc:spChg chg="add del mod">
          <ac:chgData name="Georg Pinne" userId="05574ceb-d5e8-42ed-bfd7-165f914e3d1e" providerId="ADAL" clId="{14DE94AD-E44B-40F8-B136-629967EB4B1E}" dt="2021-02-24T18:02:05.232" v="2073" actId="478"/>
          <ac:spMkLst>
            <pc:docMk/>
            <pc:sldMk cId="573993981" sldId="375"/>
            <ac:spMk id="28" creationId="{6B44AE9B-8546-4B85-B8F9-DEBB50660178}"/>
          </ac:spMkLst>
        </pc:spChg>
        <pc:spChg chg="add del mod">
          <ac:chgData name="Georg Pinne" userId="05574ceb-d5e8-42ed-bfd7-165f914e3d1e" providerId="ADAL" clId="{14DE94AD-E44B-40F8-B136-629967EB4B1E}" dt="2021-02-24T18:01:09.201" v="2055" actId="478"/>
          <ac:spMkLst>
            <pc:docMk/>
            <pc:sldMk cId="573993981" sldId="375"/>
            <ac:spMk id="29" creationId="{4D238711-E34C-456C-ADAC-A0A3E5AF4DB1}"/>
          </ac:spMkLst>
        </pc:spChg>
        <pc:spChg chg="add del mod">
          <ac:chgData name="Georg Pinne" userId="05574ceb-d5e8-42ed-bfd7-165f914e3d1e" providerId="ADAL" clId="{14DE94AD-E44B-40F8-B136-629967EB4B1E}" dt="2021-02-24T18:02:00.034" v="2071"/>
          <ac:spMkLst>
            <pc:docMk/>
            <pc:sldMk cId="573993981" sldId="375"/>
            <ac:spMk id="30" creationId="{093D1FCF-4126-4EE5-BB17-B5B5094AF00E}"/>
          </ac:spMkLst>
        </pc:spChg>
        <pc:spChg chg="add del mod ord">
          <ac:chgData name="Georg Pinne" userId="05574ceb-d5e8-42ed-bfd7-165f914e3d1e" providerId="ADAL" clId="{14DE94AD-E44B-40F8-B136-629967EB4B1E}" dt="2021-02-24T18:06:41.534" v="2122" actId="478"/>
          <ac:spMkLst>
            <pc:docMk/>
            <pc:sldMk cId="573993981" sldId="375"/>
            <ac:spMk id="31" creationId="{9165D7DA-198B-4AB2-A752-475003A7A24A}"/>
          </ac:spMkLst>
        </pc:spChg>
        <pc:spChg chg="add mod ord">
          <ac:chgData name="Georg Pinne" userId="05574ceb-d5e8-42ed-bfd7-165f914e3d1e" providerId="ADAL" clId="{14DE94AD-E44B-40F8-B136-629967EB4B1E}" dt="2021-02-24T18:06:53.739" v="2126" actId="167"/>
          <ac:spMkLst>
            <pc:docMk/>
            <pc:sldMk cId="573993981" sldId="375"/>
            <ac:spMk id="32" creationId="{018DE894-5C6A-4508-86F4-1120A4F340FC}"/>
          </ac:spMkLst>
        </pc:spChg>
        <pc:graphicFrameChg chg="del">
          <ac:chgData name="Georg Pinne" userId="05574ceb-d5e8-42ed-bfd7-165f914e3d1e" providerId="ADAL" clId="{14DE94AD-E44B-40F8-B136-629967EB4B1E}" dt="2021-02-24T17:41:24.628" v="1933" actId="478"/>
          <ac:graphicFrameMkLst>
            <pc:docMk/>
            <pc:sldMk cId="573993981" sldId="375"/>
            <ac:graphicFrameMk id="3" creationId="{26022E99-736B-4541-B869-AB095B92B7C9}"/>
          </ac:graphicFrameMkLst>
        </pc:graphicFrameChg>
        <pc:graphicFrameChg chg="add mod">
          <ac:chgData name="Georg Pinne" userId="05574ceb-d5e8-42ed-bfd7-165f914e3d1e" providerId="ADAL" clId="{14DE94AD-E44B-40F8-B136-629967EB4B1E}" dt="2021-02-24T18:09:53.601" v="2177"/>
          <ac:graphicFrameMkLst>
            <pc:docMk/>
            <pc:sldMk cId="573993981" sldId="375"/>
            <ac:graphicFrameMk id="27" creationId="{93322AA7-3B46-40F2-A16D-1D4B1F750F95}"/>
          </ac:graphicFrameMkLst>
        </pc:graphicFrameChg>
      </pc:sldChg>
      <pc:sldChg chg="add del">
        <pc:chgData name="Georg Pinne" userId="05574ceb-d5e8-42ed-bfd7-165f914e3d1e" providerId="ADAL" clId="{14DE94AD-E44B-40F8-B136-629967EB4B1E}" dt="2021-02-24T17:39:46.392" v="1916" actId="47"/>
        <pc:sldMkLst>
          <pc:docMk/>
          <pc:sldMk cId="1286193902" sldId="375"/>
        </pc:sldMkLst>
      </pc:sldChg>
      <pc:sldChg chg="add del">
        <pc:chgData name="Georg Pinne" userId="05574ceb-d5e8-42ed-bfd7-165f914e3d1e" providerId="ADAL" clId="{14DE94AD-E44B-40F8-B136-629967EB4B1E}" dt="2021-02-24T17:40:56.410" v="1931"/>
        <pc:sldMkLst>
          <pc:docMk/>
          <pc:sldMk cId="3006339360" sldId="376"/>
        </pc:sldMkLst>
      </pc:sldChg>
      <pc:sldChg chg="addSp delSp modSp add del mod">
        <pc:chgData name="Georg Pinne" userId="05574ceb-d5e8-42ed-bfd7-165f914e3d1e" providerId="ADAL" clId="{14DE94AD-E44B-40F8-B136-629967EB4B1E}" dt="2021-02-25T19:53:09.615" v="7452" actId="47"/>
        <pc:sldMkLst>
          <pc:docMk/>
          <pc:sldMk cId="4126915329" sldId="376"/>
        </pc:sldMkLst>
        <pc:spChg chg="add del">
          <ac:chgData name="Georg Pinne" userId="05574ceb-d5e8-42ed-bfd7-165f914e3d1e" providerId="ADAL" clId="{14DE94AD-E44B-40F8-B136-629967EB4B1E}" dt="2021-02-24T17:42:11.764" v="1937" actId="478"/>
          <ac:spMkLst>
            <pc:docMk/>
            <pc:sldMk cId="4126915329" sldId="376"/>
            <ac:spMk id="2" creationId="{C1E6EBE8-3874-48DF-964A-B23A7CC7B215}"/>
          </ac:spMkLst>
        </pc:spChg>
        <pc:spChg chg="add del mod">
          <ac:chgData name="Georg Pinne" userId="05574ceb-d5e8-42ed-bfd7-165f914e3d1e" providerId="ADAL" clId="{14DE94AD-E44B-40F8-B136-629967EB4B1E}" dt="2021-02-24T17:42:11.764" v="1937" actId="478"/>
          <ac:spMkLst>
            <pc:docMk/>
            <pc:sldMk cId="4126915329" sldId="376"/>
            <ac:spMk id="4" creationId="{BB5A2EB8-89E3-4345-B758-F135E5DDB61E}"/>
          </ac:spMkLst>
        </pc:spChg>
        <pc:spChg chg="del">
          <ac:chgData name="Georg Pinne" userId="05574ceb-d5e8-42ed-bfd7-165f914e3d1e" providerId="ADAL" clId="{14DE94AD-E44B-40F8-B136-629967EB4B1E}" dt="2021-02-24T17:42:10.114" v="1935" actId="478"/>
          <ac:spMkLst>
            <pc:docMk/>
            <pc:sldMk cId="4126915329" sldId="376"/>
            <ac:spMk id="12" creationId="{92E0EA03-C928-45D8-AE36-3CC0A4EC5156}"/>
          </ac:spMkLst>
        </pc:spChg>
        <pc:spChg chg="add mod">
          <ac:chgData name="Georg Pinne" userId="05574ceb-d5e8-42ed-bfd7-165f914e3d1e" providerId="ADAL" clId="{14DE94AD-E44B-40F8-B136-629967EB4B1E}" dt="2021-02-24T17:42:18.612" v="1942"/>
          <ac:spMkLst>
            <pc:docMk/>
            <pc:sldMk cId="4126915329" sldId="376"/>
            <ac:spMk id="14" creationId="{FF97711B-44D5-4A77-B6C4-F28CFCB6915C}"/>
          </ac:spMkLst>
        </pc:spChg>
        <pc:spChg chg="add mod">
          <ac:chgData name="Georg Pinne" userId="05574ceb-d5e8-42ed-bfd7-165f914e3d1e" providerId="ADAL" clId="{14DE94AD-E44B-40F8-B136-629967EB4B1E}" dt="2021-02-24T17:42:18.612" v="1942"/>
          <ac:spMkLst>
            <pc:docMk/>
            <pc:sldMk cId="4126915329" sldId="376"/>
            <ac:spMk id="15" creationId="{C57EF99C-B27E-4029-A532-2914D83E4DB3}"/>
          </ac:spMkLst>
        </pc:spChg>
        <pc:spChg chg="add mod">
          <ac:chgData name="Georg Pinne" userId="05574ceb-d5e8-42ed-bfd7-165f914e3d1e" providerId="ADAL" clId="{14DE94AD-E44B-40F8-B136-629967EB4B1E}" dt="2021-02-24T17:42:18.612" v="1942"/>
          <ac:spMkLst>
            <pc:docMk/>
            <pc:sldMk cId="4126915329" sldId="376"/>
            <ac:spMk id="16" creationId="{B6348B2E-E5E5-4805-BA32-872F56F18204}"/>
          </ac:spMkLst>
        </pc:spChg>
        <pc:spChg chg="del">
          <ac:chgData name="Georg Pinne" userId="05574ceb-d5e8-42ed-bfd7-165f914e3d1e" providerId="ADAL" clId="{14DE94AD-E44B-40F8-B136-629967EB4B1E}" dt="2021-02-24T17:42:10.114" v="1935" actId="478"/>
          <ac:spMkLst>
            <pc:docMk/>
            <pc:sldMk cId="4126915329" sldId="376"/>
            <ac:spMk id="17" creationId="{4345D22E-EB15-41F0-8713-F1B90E1F3A77}"/>
          </ac:spMkLst>
        </pc:spChg>
        <pc:spChg chg="add mod">
          <ac:chgData name="Georg Pinne" userId="05574ceb-d5e8-42ed-bfd7-165f914e3d1e" providerId="ADAL" clId="{14DE94AD-E44B-40F8-B136-629967EB4B1E}" dt="2021-02-24T18:08:43.985" v="2144" actId="255"/>
          <ac:spMkLst>
            <pc:docMk/>
            <pc:sldMk cId="4126915329" sldId="376"/>
            <ac:spMk id="18" creationId="{24178068-3507-4196-AA08-95D3ECCB011F}"/>
          </ac:spMkLst>
        </pc:spChg>
        <pc:spChg chg="del">
          <ac:chgData name="Georg Pinne" userId="05574ceb-d5e8-42ed-bfd7-165f914e3d1e" providerId="ADAL" clId="{14DE94AD-E44B-40F8-B136-629967EB4B1E}" dt="2021-02-24T17:42:10.114" v="1935" actId="478"/>
          <ac:spMkLst>
            <pc:docMk/>
            <pc:sldMk cId="4126915329" sldId="376"/>
            <ac:spMk id="19" creationId="{6F4F52DB-FB85-4DB1-A659-C6E80F6A1834}"/>
          </ac:spMkLst>
        </pc:spChg>
        <pc:spChg chg="add del mod">
          <ac:chgData name="Georg Pinne" userId="05574ceb-d5e8-42ed-bfd7-165f914e3d1e" providerId="ADAL" clId="{14DE94AD-E44B-40F8-B136-629967EB4B1E}" dt="2021-02-24T18:01:23.637" v="2060" actId="478"/>
          <ac:spMkLst>
            <pc:docMk/>
            <pc:sldMk cId="4126915329" sldId="376"/>
            <ac:spMk id="20" creationId="{3154851D-6AA5-4585-BF37-F8D16A7D71F0}"/>
          </ac:spMkLst>
        </pc:spChg>
        <pc:spChg chg="del">
          <ac:chgData name="Georg Pinne" userId="05574ceb-d5e8-42ed-bfd7-165f914e3d1e" providerId="ADAL" clId="{14DE94AD-E44B-40F8-B136-629967EB4B1E}" dt="2021-02-24T17:42:14.186" v="1940" actId="478"/>
          <ac:spMkLst>
            <pc:docMk/>
            <pc:sldMk cId="4126915329" sldId="376"/>
            <ac:spMk id="21" creationId="{87A81389-45AE-49C0-B7E0-6696F58CFF55}"/>
          </ac:spMkLst>
        </pc:spChg>
        <pc:spChg chg="del mod">
          <ac:chgData name="Georg Pinne" userId="05574ceb-d5e8-42ed-bfd7-165f914e3d1e" providerId="ADAL" clId="{14DE94AD-E44B-40F8-B136-629967EB4B1E}" dt="2021-02-24T17:42:16.882" v="1941" actId="478"/>
          <ac:spMkLst>
            <pc:docMk/>
            <pc:sldMk cId="4126915329" sldId="376"/>
            <ac:spMk id="22" creationId="{D0A66647-3248-4D0E-B887-17D2BED6AAE1}"/>
          </ac:spMkLst>
        </pc:spChg>
        <pc:spChg chg="add mod">
          <ac:chgData name="Georg Pinne" userId="05574ceb-d5e8-42ed-bfd7-165f914e3d1e" providerId="ADAL" clId="{14DE94AD-E44B-40F8-B136-629967EB4B1E}" dt="2021-02-24T17:50:26.679" v="1995"/>
          <ac:spMkLst>
            <pc:docMk/>
            <pc:sldMk cId="4126915329" sldId="376"/>
            <ac:spMk id="23" creationId="{2A61EF88-02BB-40E7-9106-C0FC4EF48AED}"/>
          </ac:spMkLst>
        </pc:spChg>
        <pc:spChg chg="del">
          <ac:chgData name="Georg Pinne" userId="05574ceb-d5e8-42ed-bfd7-165f914e3d1e" providerId="ADAL" clId="{14DE94AD-E44B-40F8-B136-629967EB4B1E}" dt="2021-02-24T17:42:10.114" v="1935" actId="478"/>
          <ac:spMkLst>
            <pc:docMk/>
            <pc:sldMk cId="4126915329" sldId="376"/>
            <ac:spMk id="24" creationId="{F8F10775-4498-4369-BCD9-00B8C089A75D}"/>
          </ac:spMkLst>
        </pc:spChg>
        <pc:spChg chg="add mod ord">
          <ac:chgData name="Georg Pinne" userId="05574ceb-d5e8-42ed-bfd7-165f914e3d1e" providerId="ADAL" clId="{14DE94AD-E44B-40F8-B136-629967EB4B1E}" dt="2021-02-24T18:06:33.042" v="2121" actId="1035"/>
          <ac:spMkLst>
            <pc:docMk/>
            <pc:sldMk cId="4126915329" sldId="376"/>
            <ac:spMk id="26" creationId="{036D1260-8D99-4709-B8D4-FA1D6A3EF5EF}"/>
          </ac:spMkLst>
        </pc:spChg>
        <pc:spChg chg="add del mod">
          <ac:chgData name="Georg Pinne" userId="05574ceb-d5e8-42ed-bfd7-165f914e3d1e" providerId="ADAL" clId="{14DE94AD-E44B-40F8-B136-629967EB4B1E}" dt="2021-02-24T18:06:33.042" v="2121" actId="1035"/>
          <ac:spMkLst>
            <pc:docMk/>
            <pc:sldMk cId="4126915329" sldId="376"/>
            <ac:spMk id="29" creationId="{31BA6EB4-D6A0-49FF-8BD9-9CF0913C9FA4}"/>
          </ac:spMkLst>
        </pc:spChg>
        <pc:spChg chg="add del mod">
          <ac:chgData name="Georg Pinne" userId="05574ceb-d5e8-42ed-bfd7-165f914e3d1e" providerId="ADAL" clId="{14DE94AD-E44B-40F8-B136-629967EB4B1E}" dt="2021-02-24T18:01:30.116" v="2064" actId="478"/>
          <ac:spMkLst>
            <pc:docMk/>
            <pc:sldMk cId="4126915329" sldId="376"/>
            <ac:spMk id="30" creationId="{02AC20AD-B519-4C48-AA39-20146814F6AF}"/>
          </ac:spMkLst>
        </pc:spChg>
        <pc:spChg chg="add del mod">
          <ac:chgData name="Georg Pinne" userId="05574ceb-d5e8-42ed-bfd7-165f914e3d1e" providerId="ADAL" clId="{14DE94AD-E44B-40F8-B136-629967EB4B1E}" dt="2021-02-24T18:06:47.201" v="2124"/>
          <ac:spMkLst>
            <pc:docMk/>
            <pc:sldMk cId="4126915329" sldId="376"/>
            <ac:spMk id="31" creationId="{74281BA2-E743-4D11-8D32-E64F263D15F0}"/>
          </ac:spMkLst>
        </pc:spChg>
        <pc:picChg chg="del">
          <ac:chgData name="Georg Pinne" userId="05574ceb-d5e8-42ed-bfd7-165f914e3d1e" providerId="ADAL" clId="{14DE94AD-E44B-40F8-B136-629967EB4B1E}" dt="2021-02-24T17:42:12.840" v="1938" actId="478"/>
          <ac:picMkLst>
            <pc:docMk/>
            <pc:sldMk cId="4126915329" sldId="376"/>
            <ac:picMk id="7" creationId="{C2DC814B-9129-47BE-85C7-A77C100CC442}"/>
          </ac:picMkLst>
        </pc:picChg>
        <pc:picChg chg="add mod modCrop">
          <ac:chgData name="Georg Pinne" userId="05574ceb-d5e8-42ed-bfd7-165f914e3d1e" providerId="ADAL" clId="{14DE94AD-E44B-40F8-B136-629967EB4B1E}" dt="2021-02-24T18:09:29.251" v="2175" actId="1036"/>
          <ac:picMkLst>
            <pc:docMk/>
            <pc:sldMk cId="4126915329" sldId="376"/>
            <ac:picMk id="28" creationId="{AE94C158-19D7-479E-97FE-F59E88BABB3A}"/>
          </ac:picMkLst>
        </pc:picChg>
      </pc:sldChg>
      <pc:sldChg chg="addSp delSp modSp add mod">
        <pc:chgData name="Georg Pinne" userId="05574ceb-d5e8-42ed-bfd7-165f914e3d1e" providerId="ADAL" clId="{14DE94AD-E44B-40F8-B136-629967EB4B1E}" dt="2021-02-26T16:24:46.426" v="8444" actId="1035"/>
        <pc:sldMkLst>
          <pc:docMk/>
          <pc:sldMk cId="1386513648" sldId="377"/>
        </pc:sldMkLst>
        <pc:spChg chg="del">
          <ac:chgData name="Georg Pinne" userId="05574ceb-d5e8-42ed-bfd7-165f914e3d1e" providerId="ADAL" clId="{14DE94AD-E44B-40F8-B136-629967EB4B1E}" dt="2021-02-25T10:32:36.583" v="2596" actId="478"/>
          <ac:spMkLst>
            <pc:docMk/>
            <pc:sldMk cId="1386513648" sldId="377"/>
            <ac:spMk id="5" creationId="{0ED05580-045B-4248-9A02-571FC98122AF}"/>
          </ac:spMkLst>
        </pc:spChg>
        <pc:spChg chg="del">
          <ac:chgData name="Georg Pinne" userId="05574ceb-d5e8-42ed-bfd7-165f914e3d1e" providerId="ADAL" clId="{14DE94AD-E44B-40F8-B136-629967EB4B1E}" dt="2021-02-25T10:32:36.583" v="2596" actId="478"/>
          <ac:spMkLst>
            <pc:docMk/>
            <pc:sldMk cId="1386513648" sldId="377"/>
            <ac:spMk id="7" creationId="{065E169E-8FEF-445C-999B-E4836EBCC08B}"/>
          </ac:spMkLst>
        </pc:spChg>
        <pc:spChg chg="del">
          <ac:chgData name="Georg Pinne" userId="05574ceb-d5e8-42ed-bfd7-165f914e3d1e" providerId="ADAL" clId="{14DE94AD-E44B-40F8-B136-629967EB4B1E}" dt="2021-02-25T10:32:36.583" v="2596" actId="478"/>
          <ac:spMkLst>
            <pc:docMk/>
            <pc:sldMk cId="1386513648" sldId="377"/>
            <ac:spMk id="14" creationId="{29798FFE-79D8-4ED4-93BF-26E8464F547B}"/>
          </ac:spMkLst>
        </pc:spChg>
        <pc:spChg chg="del">
          <ac:chgData name="Georg Pinne" userId="05574ceb-d5e8-42ed-bfd7-165f914e3d1e" providerId="ADAL" clId="{14DE94AD-E44B-40F8-B136-629967EB4B1E}" dt="2021-02-25T10:32:36.583" v="2596" actId="478"/>
          <ac:spMkLst>
            <pc:docMk/>
            <pc:sldMk cId="1386513648" sldId="377"/>
            <ac:spMk id="16" creationId="{3E6F8B5B-2FF5-4844-A246-788ED0F07BC3}"/>
          </ac:spMkLst>
        </pc:spChg>
        <pc:spChg chg="del">
          <ac:chgData name="Georg Pinne" userId="05574ceb-d5e8-42ed-bfd7-165f914e3d1e" providerId="ADAL" clId="{14DE94AD-E44B-40F8-B136-629967EB4B1E}" dt="2021-02-25T10:32:36.583" v="2596" actId="478"/>
          <ac:spMkLst>
            <pc:docMk/>
            <pc:sldMk cId="1386513648" sldId="377"/>
            <ac:spMk id="35" creationId="{57ADDBF7-71A6-4174-A81F-F0F48262D3E4}"/>
          </ac:spMkLst>
        </pc:spChg>
        <pc:spChg chg="del">
          <ac:chgData name="Georg Pinne" userId="05574ceb-d5e8-42ed-bfd7-165f914e3d1e" providerId="ADAL" clId="{14DE94AD-E44B-40F8-B136-629967EB4B1E}" dt="2021-02-25T10:32:36.583" v="2596" actId="478"/>
          <ac:spMkLst>
            <pc:docMk/>
            <pc:sldMk cId="1386513648" sldId="377"/>
            <ac:spMk id="37" creationId="{C5261080-9CCB-4B5B-BD50-E20A357C853B}"/>
          </ac:spMkLst>
        </pc:spChg>
        <pc:spChg chg="del">
          <ac:chgData name="Georg Pinne" userId="05574ceb-d5e8-42ed-bfd7-165f914e3d1e" providerId="ADAL" clId="{14DE94AD-E44B-40F8-B136-629967EB4B1E}" dt="2021-02-25T10:32:36.583" v="2596" actId="478"/>
          <ac:spMkLst>
            <pc:docMk/>
            <pc:sldMk cId="1386513648" sldId="377"/>
            <ac:spMk id="39" creationId="{56CB0113-DF80-4806-9990-D268A8B1FBD0}"/>
          </ac:spMkLst>
        </pc:spChg>
        <pc:spChg chg="add del mod">
          <ac:chgData name="Georg Pinne" userId="05574ceb-d5e8-42ed-bfd7-165f914e3d1e" providerId="ADAL" clId="{14DE94AD-E44B-40F8-B136-629967EB4B1E}" dt="2021-02-25T10:36:56.313" v="2646" actId="478"/>
          <ac:spMkLst>
            <pc:docMk/>
            <pc:sldMk cId="1386513648" sldId="377"/>
            <ac:spMk id="40" creationId="{FED551F9-7BEC-4E9E-A924-9AA3CA17479C}"/>
          </ac:spMkLst>
        </pc:spChg>
        <pc:spChg chg="del">
          <ac:chgData name="Georg Pinne" userId="05574ceb-d5e8-42ed-bfd7-165f914e3d1e" providerId="ADAL" clId="{14DE94AD-E44B-40F8-B136-629967EB4B1E}" dt="2021-02-25T10:32:36.583" v="2596" actId="478"/>
          <ac:spMkLst>
            <pc:docMk/>
            <pc:sldMk cId="1386513648" sldId="377"/>
            <ac:spMk id="42" creationId="{D27C1A43-7B35-4020-A9F7-3C6480E3506A}"/>
          </ac:spMkLst>
        </pc:spChg>
        <pc:spChg chg="del">
          <ac:chgData name="Georg Pinne" userId="05574ceb-d5e8-42ed-bfd7-165f914e3d1e" providerId="ADAL" clId="{14DE94AD-E44B-40F8-B136-629967EB4B1E}" dt="2021-02-25T10:32:36.583" v="2596" actId="478"/>
          <ac:spMkLst>
            <pc:docMk/>
            <pc:sldMk cId="1386513648" sldId="377"/>
            <ac:spMk id="44" creationId="{F94A90A7-2998-4209-B6C3-B8E64089585B}"/>
          </ac:spMkLst>
        </pc:spChg>
        <pc:spChg chg="add del mod">
          <ac:chgData name="Georg Pinne" userId="05574ceb-d5e8-42ed-bfd7-165f914e3d1e" providerId="ADAL" clId="{14DE94AD-E44B-40F8-B136-629967EB4B1E}" dt="2021-02-25T10:36:56.313" v="2646" actId="478"/>
          <ac:spMkLst>
            <pc:docMk/>
            <pc:sldMk cId="1386513648" sldId="377"/>
            <ac:spMk id="45" creationId="{0CB6CC74-B9A7-4B4A-BA9C-77FD7C50FDA5}"/>
          </ac:spMkLst>
        </pc:spChg>
        <pc:spChg chg="add del mod">
          <ac:chgData name="Georg Pinne" userId="05574ceb-d5e8-42ed-bfd7-165f914e3d1e" providerId="ADAL" clId="{14DE94AD-E44B-40F8-B136-629967EB4B1E}" dt="2021-02-25T10:36:56.313" v="2646" actId="478"/>
          <ac:spMkLst>
            <pc:docMk/>
            <pc:sldMk cId="1386513648" sldId="377"/>
            <ac:spMk id="46" creationId="{40B7FE43-20DB-4481-A841-A738270EAE41}"/>
          </ac:spMkLst>
        </pc:spChg>
        <pc:spChg chg="del">
          <ac:chgData name="Georg Pinne" userId="05574ceb-d5e8-42ed-bfd7-165f914e3d1e" providerId="ADAL" clId="{14DE94AD-E44B-40F8-B136-629967EB4B1E}" dt="2021-02-25T10:32:36.583" v="2596" actId="478"/>
          <ac:spMkLst>
            <pc:docMk/>
            <pc:sldMk cId="1386513648" sldId="377"/>
            <ac:spMk id="49" creationId="{2B53F623-7263-4EDF-A908-73A074051BB2}"/>
          </ac:spMkLst>
        </pc:spChg>
        <pc:spChg chg="del">
          <ac:chgData name="Georg Pinne" userId="05574ceb-d5e8-42ed-bfd7-165f914e3d1e" providerId="ADAL" clId="{14DE94AD-E44B-40F8-B136-629967EB4B1E}" dt="2021-02-25T10:32:36.583" v="2596" actId="478"/>
          <ac:spMkLst>
            <pc:docMk/>
            <pc:sldMk cId="1386513648" sldId="377"/>
            <ac:spMk id="50" creationId="{1782E0CE-FD60-434C-A555-45CC6154E515}"/>
          </ac:spMkLst>
        </pc:spChg>
        <pc:spChg chg="mod">
          <ac:chgData name="Georg Pinne" userId="05574ceb-d5e8-42ed-bfd7-165f914e3d1e" providerId="ADAL" clId="{14DE94AD-E44B-40F8-B136-629967EB4B1E}" dt="2021-02-25T10:33:26.056" v="2602" actId="1035"/>
          <ac:spMkLst>
            <pc:docMk/>
            <pc:sldMk cId="1386513648" sldId="377"/>
            <ac:spMk id="51" creationId="{A59A170C-BB85-4786-9CB9-17D4494E3A6E}"/>
          </ac:spMkLst>
        </pc:spChg>
        <pc:spChg chg="add del mod">
          <ac:chgData name="Georg Pinne" userId="05574ceb-d5e8-42ed-bfd7-165f914e3d1e" providerId="ADAL" clId="{14DE94AD-E44B-40F8-B136-629967EB4B1E}" dt="2021-02-25T10:36:56.313" v="2646" actId="478"/>
          <ac:spMkLst>
            <pc:docMk/>
            <pc:sldMk cId="1386513648" sldId="377"/>
            <ac:spMk id="52" creationId="{7EA581DB-4DDE-4EC2-B70A-040D31CDDA03}"/>
          </ac:spMkLst>
        </pc:spChg>
        <pc:spChg chg="add del mod">
          <ac:chgData name="Georg Pinne" userId="05574ceb-d5e8-42ed-bfd7-165f914e3d1e" providerId="ADAL" clId="{14DE94AD-E44B-40F8-B136-629967EB4B1E}" dt="2021-02-25T10:36:56.313" v="2646" actId="478"/>
          <ac:spMkLst>
            <pc:docMk/>
            <pc:sldMk cId="1386513648" sldId="377"/>
            <ac:spMk id="53" creationId="{D84040B2-0EA5-4C5F-B560-5DCE7FB3A1E3}"/>
          </ac:spMkLst>
        </pc:spChg>
        <pc:spChg chg="del">
          <ac:chgData name="Georg Pinne" userId="05574ceb-d5e8-42ed-bfd7-165f914e3d1e" providerId="ADAL" clId="{14DE94AD-E44B-40F8-B136-629967EB4B1E}" dt="2021-02-25T10:32:36.583" v="2596" actId="478"/>
          <ac:spMkLst>
            <pc:docMk/>
            <pc:sldMk cId="1386513648" sldId="377"/>
            <ac:spMk id="54" creationId="{A217EFF6-CF8A-437A-9E59-AAC179926C31}"/>
          </ac:spMkLst>
        </pc:spChg>
        <pc:spChg chg="add del mod">
          <ac:chgData name="Georg Pinne" userId="05574ceb-d5e8-42ed-bfd7-165f914e3d1e" providerId="ADAL" clId="{14DE94AD-E44B-40F8-B136-629967EB4B1E}" dt="2021-02-25T10:36:56.313" v="2646" actId="478"/>
          <ac:spMkLst>
            <pc:docMk/>
            <pc:sldMk cId="1386513648" sldId="377"/>
            <ac:spMk id="55" creationId="{AE8A8516-6EB8-48CF-B8AA-430E025BD748}"/>
          </ac:spMkLst>
        </pc:spChg>
        <pc:spChg chg="del">
          <ac:chgData name="Georg Pinne" userId="05574ceb-d5e8-42ed-bfd7-165f914e3d1e" providerId="ADAL" clId="{14DE94AD-E44B-40F8-B136-629967EB4B1E}" dt="2021-02-25T10:32:36.583" v="2596" actId="478"/>
          <ac:spMkLst>
            <pc:docMk/>
            <pc:sldMk cId="1386513648" sldId="377"/>
            <ac:spMk id="56" creationId="{B86D6454-8DE9-4E8E-9EA6-7F1E2E9E993A}"/>
          </ac:spMkLst>
        </pc:spChg>
        <pc:spChg chg="del">
          <ac:chgData name="Georg Pinne" userId="05574ceb-d5e8-42ed-bfd7-165f914e3d1e" providerId="ADAL" clId="{14DE94AD-E44B-40F8-B136-629967EB4B1E}" dt="2021-02-25T10:32:36.583" v="2596" actId="478"/>
          <ac:spMkLst>
            <pc:docMk/>
            <pc:sldMk cId="1386513648" sldId="377"/>
            <ac:spMk id="57" creationId="{E8B978BA-C1D9-48AF-8479-AAE96DAC9863}"/>
          </ac:spMkLst>
        </pc:spChg>
        <pc:spChg chg="del">
          <ac:chgData name="Georg Pinne" userId="05574ceb-d5e8-42ed-bfd7-165f914e3d1e" providerId="ADAL" clId="{14DE94AD-E44B-40F8-B136-629967EB4B1E}" dt="2021-02-25T10:32:36.583" v="2596" actId="478"/>
          <ac:spMkLst>
            <pc:docMk/>
            <pc:sldMk cId="1386513648" sldId="377"/>
            <ac:spMk id="58" creationId="{A239F8DC-4CC0-499B-BE67-E8A188703D74}"/>
          </ac:spMkLst>
        </pc:spChg>
        <pc:spChg chg="del">
          <ac:chgData name="Georg Pinne" userId="05574ceb-d5e8-42ed-bfd7-165f914e3d1e" providerId="ADAL" clId="{14DE94AD-E44B-40F8-B136-629967EB4B1E}" dt="2021-02-25T10:32:36.583" v="2596" actId="478"/>
          <ac:spMkLst>
            <pc:docMk/>
            <pc:sldMk cId="1386513648" sldId="377"/>
            <ac:spMk id="59" creationId="{2EA74A3B-94F1-41CB-BAF0-6F96C547EA52}"/>
          </ac:spMkLst>
        </pc:spChg>
        <pc:spChg chg="del mod">
          <ac:chgData name="Georg Pinne" userId="05574ceb-d5e8-42ed-bfd7-165f914e3d1e" providerId="ADAL" clId="{14DE94AD-E44B-40F8-B136-629967EB4B1E}" dt="2021-02-25T10:32:36.583" v="2596" actId="478"/>
          <ac:spMkLst>
            <pc:docMk/>
            <pc:sldMk cId="1386513648" sldId="377"/>
            <ac:spMk id="60" creationId="{069E44C7-DF7F-48B1-84C6-397280DABF14}"/>
          </ac:spMkLst>
        </pc:spChg>
        <pc:spChg chg="add del mod">
          <ac:chgData name="Georg Pinne" userId="05574ceb-d5e8-42ed-bfd7-165f914e3d1e" providerId="ADAL" clId="{14DE94AD-E44B-40F8-B136-629967EB4B1E}" dt="2021-02-25T10:36:56.313" v="2646" actId="478"/>
          <ac:spMkLst>
            <pc:docMk/>
            <pc:sldMk cId="1386513648" sldId="377"/>
            <ac:spMk id="61" creationId="{B060F480-A86E-43A6-BB93-D96D9330EE5F}"/>
          </ac:spMkLst>
        </pc:spChg>
        <pc:spChg chg="add del mod">
          <ac:chgData name="Georg Pinne" userId="05574ceb-d5e8-42ed-bfd7-165f914e3d1e" providerId="ADAL" clId="{14DE94AD-E44B-40F8-B136-629967EB4B1E}" dt="2021-02-25T10:36:56.313" v="2646" actId="478"/>
          <ac:spMkLst>
            <pc:docMk/>
            <pc:sldMk cId="1386513648" sldId="377"/>
            <ac:spMk id="62" creationId="{B1B837D9-BA02-49FA-8AE1-7BE2DBCA72D8}"/>
          </ac:spMkLst>
        </pc:spChg>
        <pc:spChg chg="add del mod">
          <ac:chgData name="Georg Pinne" userId="05574ceb-d5e8-42ed-bfd7-165f914e3d1e" providerId="ADAL" clId="{14DE94AD-E44B-40F8-B136-629967EB4B1E}" dt="2021-02-25T10:36:56.313" v="2646" actId="478"/>
          <ac:spMkLst>
            <pc:docMk/>
            <pc:sldMk cId="1386513648" sldId="377"/>
            <ac:spMk id="63" creationId="{732C0294-BED7-4202-8931-EC867CF2944A}"/>
          </ac:spMkLst>
        </pc:spChg>
        <pc:spChg chg="add del mod">
          <ac:chgData name="Georg Pinne" userId="05574ceb-d5e8-42ed-bfd7-165f914e3d1e" providerId="ADAL" clId="{14DE94AD-E44B-40F8-B136-629967EB4B1E}" dt="2021-02-25T10:36:56.313" v="2646" actId="478"/>
          <ac:spMkLst>
            <pc:docMk/>
            <pc:sldMk cId="1386513648" sldId="377"/>
            <ac:spMk id="64" creationId="{43271BA8-88C3-4A0B-AE3D-72D388EFF5DD}"/>
          </ac:spMkLst>
        </pc:spChg>
        <pc:spChg chg="add mod">
          <ac:chgData name="Georg Pinne" userId="05574ceb-d5e8-42ed-bfd7-165f914e3d1e" providerId="ADAL" clId="{14DE94AD-E44B-40F8-B136-629967EB4B1E}" dt="2021-02-26T15:53:13.591" v="7937" actId="1036"/>
          <ac:spMkLst>
            <pc:docMk/>
            <pc:sldMk cId="1386513648" sldId="377"/>
            <ac:spMk id="65" creationId="{2A8D45E0-52E0-4775-8745-D4A7A66B992D}"/>
          </ac:spMkLst>
        </pc:spChg>
        <pc:spChg chg="add mod">
          <ac:chgData name="Georg Pinne" userId="05574ceb-d5e8-42ed-bfd7-165f914e3d1e" providerId="ADAL" clId="{14DE94AD-E44B-40F8-B136-629967EB4B1E}" dt="2021-02-25T11:12:36.905" v="3048" actId="1038"/>
          <ac:spMkLst>
            <pc:docMk/>
            <pc:sldMk cId="1386513648" sldId="377"/>
            <ac:spMk id="66" creationId="{3794FB81-5527-4D45-9ECB-BDFEF5DD35D9}"/>
          </ac:spMkLst>
        </pc:spChg>
        <pc:spChg chg="add mod">
          <ac:chgData name="Georg Pinne" userId="05574ceb-d5e8-42ed-bfd7-165f914e3d1e" providerId="ADAL" clId="{14DE94AD-E44B-40F8-B136-629967EB4B1E}" dt="2021-02-26T15:49:29.559" v="7811" actId="14100"/>
          <ac:spMkLst>
            <pc:docMk/>
            <pc:sldMk cId="1386513648" sldId="377"/>
            <ac:spMk id="67" creationId="{E557853E-59A5-454A-9B4B-CEBB7C877C17}"/>
          </ac:spMkLst>
        </pc:spChg>
        <pc:spChg chg="del">
          <ac:chgData name="Georg Pinne" userId="05574ceb-d5e8-42ed-bfd7-165f914e3d1e" providerId="ADAL" clId="{14DE94AD-E44B-40F8-B136-629967EB4B1E}" dt="2021-02-25T10:32:36.583" v="2596" actId="478"/>
          <ac:spMkLst>
            <pc:docMk/>
            <pc:sldMk cId="1386513648" sldId="377"/>
            <ac:spMk id="69" creationId="{0BA546F5-901E-4536-B4FF-95219D4AA557}"/>
          </ac:spMkLst>
        </pc:spChg>
        <pc:spChg chg="del">
          <ac:chgData name="Georg Pinne" userId="05574ceb-d5e8-42ed-bfd7-165f914e3d1e" providerId="ADAL" clId="{14DE94AD-E44B-40F8-B136-629967EB4B1E}" dt="2021-02-25T10:32:36.583" v="2596" actId="478"/>
          <ac:spMkLst>
            <pc:docMk/>
            <pc:sldMk cId="1386513648" sldId="377"/>
            <ac:spMk id="70" creationId="{81C2FD57-644F-47AD-AEE5-9BE8C08AF65F}"/>
          </ac:spMkLst>
        </pc:spChg>
        <pc:spChg chg="add del mod">
          <ac:chgData name="Georg Pinne" userId="05574ceb-d5e8-42ed-bfd7-165f914e3d1e" providerId="ADAL" clId="{14DE94AD-E44B-40F8-B136-629967EB4B1E}" dt="2021-02-25T10:39:09.796" v="2659" actId="478"/>
          <ac:spMkLst>
            <pc:docMk/>
            <pc:sldMk cId="1386513648" sldId="377"/>
            <ac:spMk id="71" creationId="{388AB15C-BB6D-4D40-91DB-444A18A51772}"/>
          </ac:spMkLst>
        </pc:spChg>
        <pc:spChg chg="add del mod">
          <ac:chgData name="Georg Pinne" userId="05574ceb-d5e8-42ed-bfd7-165f914e3d1e" providerId="ADAL" clId="{14DE94AD-E44B-40F8-B136-629967EB4B1E}" dt="2021-02-25T10:38:49.469" v="2656" actId="478"/>
          <ac:spMkLst>
            <pc:docMk/>
            <pc:sldMk cId="1386513648" sldId="377"/>
            <ac:spMk id="72" creationId="{6F651FAF-5063-4465-B235-79BD36E6EA69}"/>
          </ac:spMkLst>
        </pc:spChg>
        <pc:spChg chg="add mod">
          <ac:chgData name="Georg Pinne" userId="05574ceb-d5e8-42ed-bfd7-165f914e3d1e" providerId="ADAL" clId="{14DE94AD-E44B-40F8-B136-629967EB4B1E}" dt="2021-02-26T15:53:58.448" v="7940" actId="1076"/>
          <ac:spMkLst>
            <pc:docMk/>
            <pc:sldMk cId="1386513648" sldId="377"/>
            <ac:spMk id="73" creationId="{269134DB-77A8-4131-B864-80FF33B6C66C}"/>
          </ac:spMkLst>
        </pc:spChg>
        <pc:spChg chg="add mod">
          <ac:chgData name="Georg Pinne" userId="05574ceb-d5e8-42ed-bfd7-165f914e3d1e" providerId="ADAL" clId="{14DE94AD-E44B-40F8-B136-629967EB4B1E}" dt="2021-02-25T11:12:36.905" v="3048" actId="1038"/>
          <ac:spMkLst>
            <pc:docMk/>
            <pc:sldMk cId="1386513648" sldId="377"/>
            <ac:spMk id="74" creationId="{AC51117A-F810-498C-AC46-5E8E5E15F4B2}"/>
          </ac:spMkLst>
        </pc:spChg>
        <pc:spChg chg="add mod">
          <ac:chgData name="Georg Pinne" userId="05574ceb-d5e8-42ed-bfd7-165f914e3d1e" providerId="ADAL" clId="{14DE94AD-E44B-40F8-B136-629967EB4B1E}" dt="2021-02-26T15:49:33.096" v="7814" actId="14100"/>
          <ac:spMkLst>
            <pc:docMk/>
            <pc:sldMk cId="1386513648" sldId="377"/>
            <ac:spMk id="75" creationId="{DCAF3B76-CDEA-4C81-94F2-E8F57384C5E5}"/>
          </ac:spMkLst>
        </pc:spChg>
        <pc:spChg chg="add mod">
          <ac:chgData name="Georg Pinne" userId="05574ceb-d5e8-42ed-bfd7-165f914e3d1e" providerId="ADAL" clId="{14DE94AD-E44B-40F8-B136-629967EB4B1E}" dt="2021-02-26T16:24:46.426" v="8444" actId="1035"/>
          <ac:spMkLst>
            <pc:docMk/>
            <pc:sldMk cId="1386513648" sldId="377"/>
            <ac:spMk id="76" creationId="{D2468049-D719-432A-9DCC-0F5A04F0DF38}"/>
          </ac:spMkLst>
        </pc:spChg>
        <pc:spChg chg="add mod">
          <ac:chgData name="Georg Pinne" userId="05574ceb-d5e8-42ed-bfd7-165f914e3d1e" providerId="ADAL" clId="{14DE94AD-E44B-40F8-B136-629967EB4B1E}" dt="2021-02-26T15:51:22.212" v="7841" actId="1035"/>
          <ac:spMkLst>
            <pc:docMk/>
            <pc:sldMk cId="1386513648" sldId="377"/>
            <ac:spMk id="77" creationId="{E31452C3-4C2C-4B8B-AC06-C30407ABE3B8}"/>
          </ac:spMkLst>
        </pc:spChg>
        <pc:spChg chg="add mod">
          <ac:chgData name="Georg Pinne" userId="05574ceb-d5e8-42ed-bfd7-165f914e3d1e" providerId="ADAL" clId="{14DE94AD-E44B-40F8-B136-629967EB4B1E}" dt="2021-02-26T15:52:27.584" v="7912" actId="14100"/>
          <ac:spMkLst>
            <pc:docMk/>
            <pc:sldMk cId="1386513648" sldId="377"/>
            <ac:spMk id="78" creationId="{5620FDB6-FF8C-426F-A565-1BD17CCFE545}"/>
          </ac:spMkLst>
        </pc:spChg>
        <pc:spChg chg="add mod">
          <ac:chgData name="Georg Pinne" userId="05574ceb-d5e8-42ed-bfd7-165f914e3d1e" providerId="ADAL" clId="{14DE94AD-E44B-40F8-B136-629967EB4B1E}" dt="2021-02-26T15:49:36.248" v="7817" actId="14100"/>
          <ac:spMkLst>
            <pc:docMk/>
            <pc:sldMk cId="1386513648" sldId="377"/>
            <ac:spMk id="79" creationId="{F71C79E6-27A2-482E-92F1-349BDD172C7F}"/>
          </ac:spMkLst>
        </pc:spChg>
        <pc:spChg chg="add mod">
          <ac:chgData name="Georg Pinne" userId="05574ceb-d5e8-42ed-bfd7-165f914e3d1e" providerId="ADAL" clId="{14DE94AD-E44B-40F8-B136-629967EB4B1E}" dt="2021-02-25T11:12:36.905" v="3048" actId="1038"/>
          <ac:spMkLst>
            <pc:docMk/>
            <pc:sldMk cId="1386513648" sldId="377"/>
            <ac:spMk id="80" creationId="{87A65F6B-22AB-4CAA-9D53-DE43311A1252}"/>
          </ac:spMkLst>
        </pc:spChg>
        <pc:spChg chg="add mod">
          <ac:chgData name="Georg Pinne" userId="05574ceb-d5e8-42ed-bfd7-165f914e3d1e" providerId="ADAL" clId="{14DE94AD-E44B-40F8-B136-629967EB4B1E}" dt="2021-02-26T15:51:22.212" v="7841" actId="1035"/>
          <ac:spMkLst>
            <pc:docMk/>
            <pc:sldMk cId="1386513648" sldId="377"/>
            <ac:spMk id="81" creationId="{D7DB0868-FA2B-4367-91C0-C49195B5EDE7}"/>
          </ac:spMkLst>
        </pc:spChg>
        <pc:spChg chg="add mod">
          <ac:chgData name="Georg Pinne" userId="05574ceb-d5e8-42ed-bfd7-165f914e3d1e" providerId="ADAL" clId="{14DE94AD-E44B-40F8-B136-629967EB4B1E}" dt="2021-02-26T15:52:45.373" v="7928" actId="1035"/>
          <ac:spMkLst>
            <pc:docMk/>
            <pc:sldMk cId="1386513648" sldId="377"/>
            <ac:spMk id="95" creationId="{5A1F4BCD-4160-4EF1-853A-64D77848B72D}"/>
          </ac:spMkLst>
        </pc:spChg>
        <pc:spChg chg="add mod">
          <ac:chgData name="Georg Pinne" userId="05574ceb-d5e8-42ed-bfd7-165f914e3d1e" providerId="ADAL" clId="{14DE94AD-E44B-40F8-B136-629967EB4B1E}" dt="2021-02-26T15:52:27.584" v="7912" actId="14100"/>
          <ac:spMkLst>
            <pc:docMk/>
            <pc:sldMk cId="1386513648" sldId="377"/>
            <ac:spMk id="96" creationId="{16309698-A5B1-443B-B9D4-B29C01CCFD41}"/>
          </ac:spMkLst>
        </pc:spChg>
        <pc:spChg chg="add mod">
          <ac:chgData name="Georg Pinne" userId="05574ceb-d5e8-42ed-bfd7-165f914e3d1e" providerId="ADAL" clId="{14DE94AD-E44B-40F8-B136-629967EB4B1E}" dt="2021-02-26T15:49:40.605" v="7820" actId="14100"/>
          <ac:spMkLst>
            <pc:docMk/>
            <pc:sldMk cId="1386513648" sldId="377"/>
            <ac:spMk id="97" creationId="{E3EFDFFB-6DC4-4A7B-956B-40B9FE5A23D9}"/>
          </ac:spMkLst>
        </pc:spChg>
        <pc:spChg chg="add mod">
          <ac:chgData name="Georg Pinne" userId="05574ceb-d5e8-42ed-bfd7-165f914e3d1e" providerId="ADAL" clId="{14DE94AD-E44B-40F8-B136-629967EB4B1E}" dt="2021-02-25T11:12:36.905" v="3048" actId="1038"/>
          <ac:spMkLst>
            <pc:docMk/>
            <pc:sldMk cId="1386513648" sldId="377"/>
            <ac:spMk id="98" creationId="{D37814E4-9BA5-4421-BD43-7BE4D1A37F37}"/>
          </ac:spMkLst>
        </pc:spChg>
        <pc:spChg chg="add del mod">
          <ac:chgData name="Georg Pinne" userId="05574ceb-d5e8-42ed-bfd7-165f914e3d1e" providerId="ADAL" clId="{14DE94AD-E44B-40F8-B136-629967EB4B1E}" dt="2021-02-25T10:39:27.149" v="2667" actId="478"/>
          <ac:spMkLst>
            <pc:docMk/>
            <pc:sldMk cId="1386513648" sldId="377"/>
            <ac:spMk id="99" creationId="{FB708E05-EFF7-43C1-A050-BDAD9608186F}"/>
          </ac:spMkLst>
        </pc:spChg>
        <pc:spChg chg="add del mod">
          <ac:chgData name="Georg Pinne" userId="05574ceb-d5e8-42ed-bfd7-165f914e3d1e" providerId="ADAL" clId="{14DE94AD-E44B-40F8-B136-629967EB4B1E}" dt="2021-02-25T10:39:34.067" v="2668" actId="478"/>
          <ac:spMkLst>
            <pc:docMk/>
            <pc:sldMk cId="1386513648" sldId="377"/>
            <ac:spMk id="113" creationId="{9D1D1AA5-EA76-48A5-B20F-225CC0BAC0AA}"/>
          </ac:spMkLst>
        </pc:spChg>
        <pc:spChg chg="add mod">
          <ac:chgData name="Georg Pinne" userId="05574ceb-d5e8-42ed-bfd7-165f914e3d1e" providerId="ADAL" clId="{14DE94AD-E44B-40F8-B136-629967EB4B1E}" dt="2021-02-26T15:51:22.212" v="7841" actId="1035"/>
          <ac:spMkLst>
            <pc:docMk/>
            <pc:sldMk cId="1386513648" sldId="377"/>
            <ac:spMk id="114" creationId="{15833DFF-A501-4EB9-BC7D-34C949FC1EA7}"/>
          </ac:spMkLst>
        </pc:spChg>
        <pc:spChg chg="add mod">
          <ac:chgData name="Georg Pinne" userId="05574ceb-d5e8-42ed-bfd7-165f914e3d1e" providerId="ADAL" clId="{14DE94AD-E44B-40F8-B136-629967EB4B1E}" dt="2021-02-26T15:52:49.926" v="7930" actId="1035"/>
          <ac:spMkLst>
            <pc:docMk/>
            <pc:sldMk cId="1386513648" sldId="377"/>
            <ac:spMk id="116" creationId="{CAFD6648-EC67-480A-B633-AAF3B4BED4CE}"/>
          </ac:spMkLst>
        </pc:spChg>
        <pc:graphicFrameChg chg="del">
          <ac:chgData name="Georg Pinne" userId="05574ceb-d5e8-42ed-bfd7-165f914e3d1e" providerId="ADAL" clId="{14DE94AD-E44B-40F8-B136-629967EB4B1E}" dt="2021-02-25T10:32:36.583" v="2596" actId="478"/>
          <ac:graphicFrameMkLst>
            <pc:docMk/>
            <pc:sldMk cId="1386513648" sldId="377"/>
            <ac:graphicFrameMk id="68" creationId="{C5EFB841-0FB0-47B2-9DC6-EF4F581D800F}"/>
          </ac:graphicFrameMkLst>
        </pc:graphicFrameChg>
        <pc:graphicFrameChg chg="add mod">
          <ac:chgData name="Georg Pinne" userId="05574ceb-d5e8-42ed-bfd7-165f914e3d1e" providerId="ADAL" clId="{14DE94AD-E44B-40F8-B136-629967EB4B1E}" dt="2021-02-26T15:53:26.192" v="7938" actId="1076"/>
          <ac:graphicFrameMkLst>
            <pc:docMk/>
            <pc:sldMk cId="1386513648" sldId="377"/>
            <ac:graphicFrameMk id="115" creationId="{417C0A6F-50D9-4FD4-8167-41C6E98857EA}"/>
          </ac:graphicFrameMkLst>
        </pc:graphicFrameChg>
        <pc:picChg chg="del">
          <ac:chgData name="Georg Pinne" userId="05574ceb-d5e8-42ed-bfd7-165f914e3d1e" providerId="ADAL" clId="{14DE94AD-E44B-40F8-B136-629967EB4B1E}" dt="2021-02-25T10:32:36.583" v="2596" actId="478"/>
          <ac:picMkLst>
            <pc:docMk/>
            <pc:sldMk cId="1386513648" sldId="377"/>
            <ac:picMk id="6" creationId="{94FA80BD-4D7B-4EB8-B5F3-D54CDD24045E}"/>
          </ac:picMkLst>
        </pc:picChg>
        <pc:picChg chg="del">
          <ac:chgData name="Georg Pinne" userId="05574ceb-d5e8-42ed-bfd7-165f914e3d1e" providerId="ADAL" clId="{14DE94AD-E44B-40F8-B136-629967EB4B1E}" dt="2021-02-25T10:32:36.583" v="2596" actId="478"/>
          <ac:picMkLst>
            <pc:docMk/>
            <pc:sldMk cId="1386513648" sldId="377"/>
            <ac:picMk id="25" creationId="{A4BE857E-105D-4F85-89D3-CE9FF8F726A7}"/>
          </ac:picMkLst>
        </pc:picChg>
        <pc:picChg chg="del">
          <ac:chgData name="Georg Pinne" userId="05574ceb-d5e8-42ed-bfd7-165f914e3d1e" providerId="ADAL" clId="{14DE94AD-E44B-40F8-B136-629967EB4B1E}" dt="2021-02-25T10:32:36.583" v="2596" actId="478"/>
          <ac:picMkLst>
            <pc:docMk/>
            <pc:sldMk cId="1386513648" sldId="377"/>
            <ac:picMk id="27" creationId="{CA84B07C-ED65-4E2C-A5E3-5AC0B33201CF}"/>
          </ac:picMkLst>
        </pc:picChg>
        <pc:picChg chg="del">
          <ac:chgData name="Georg Pinne" userId="05574ceb-d5e8-42ed-bfd7-165f914e3d1e" providerId="ADAL" clId="{14DE94AD-E44B-40F8-B136-629967EB4B1E}" dt="2021-02-25T10:32:36.583" v="2596" actId="478"/>
          <ac:picMkLst>
            <pc:docMk/>
            <pc:sldMk cId="1386513648" sldId="377"/>
            <ac:picMk id="28" creationId="{1501E5C4-EA45-41E5-9F4E-864252C1611F}"/>
          </ac:picMkLst>
        </pc:picChg>
        <pc:picChg chg="del">
          <ac:chgData name="Georg Pinne" userId="05574ceb-d5e8-42ed-bfd7-165f914e3d1e" providerId="ADAL" clId="{14DE94AD-E44B-40F8-B136-629967EB4B1E}" dt="2021-02-25T10:32:36.583" v="2596" actId="478"/>
          <ac:picMkLst>
            <pc:docMk/>
            <pc:sldMk cId="1386513648" sldId="377"/>
            <ac:picMk id="31" creationId="{3CDC73C2-56B8-4613-89B6-8F51A159536C}"/>
          </ac:picMkLst>
        </pc:picChg>
        <pc:picChg chg="del">
          <ac:chgData name="Georg Pinne" userId="05574ceb-d5e8-42ed-bfd7-165f914e3d1e" providerId="ADAL" clId="{14DE94AD-E44B-40F8-B136-629967EB4B1E}" dt="2021-02-25T10:32:36.583" v="2596" actId="478"/>
          <ac:picMkLst>
            <pc:docMk/>
            <pc:sldMk cId="1386513648" sldId="377"/>
            <ac:picMk id="32" creationId="{BAD789D9-198D-464D-B0FE-7CABFB75339B}"/>
          </ac:picMkLst>
        </pc:picChg>
        <pc:picChg chg="del">
          <ac:chgData name="Georg Pinne" userId="05574ceb-d5e8-42ed-bfd7-165f914e3d1e" providerId="ADAL" clId="{14DE94AD-E44B-40F8-B136-629967EB4B1E}" dt="2021-02-25T10:32:36.583" v="2596" actId="478"/>
          <ac:picMkLst>
            <pc:docMk/>
            <pc:sldMk cId="1386513648" sldId="377"/>
            <ac:picMk id="33" creationId="{5DBA6D18-914A-44D8-8F68-F914CFFD3633}"/>
          </ac:picMkLst>
        </pc:picChg>
        <pc:picChg chg="del">
          <ac:chgData name="Georg Pinne" userId="05574ceb-d5e8-42ed-bfd7-165f914e3d1e" providerId="ADAL" clId="{14DE94AD-E44B-40F8-B136-629967EB4B1E}" dt="2021-02-25T10:32:36.583" v="2596" actId="478"/>
          <ac:picMkLst>
            <pc:docMk/>
            <pc:sldMk cId="1386513648" sldId="377"/>
            <ac:picMk id="34" creationId="{CB2805CB-9E7F-4412-856D-5A0336828AF3}"/>
          </ac:picMkLst>
        </pc:picChg>
        <pc:picChg chg="del">
          <ac:chgData name="Georg Pinne" userId="05574ceb-d5e8-42ed-bfd7-165f914e3d1e" providerId="ADAL" clId="{14DE94AD-E44B-40F8-B136-629967EB4B1E}" dt="2021-02-25T10:32:36.583" v="2596" actId="478"/>
          <ac:picMkLst>
            <pc:docMk/>
            <pc:sldMk cId="1386513648" sldId="377"/>
            <ac:picMk id="36" creationId="{A81F5815-EBE8-4934-8D15-A3675C4FF9DC}"/>
          </ac:picMkLst>
        </pc:picChg>
        <pc:picChg chg="del">
          <ac:chgData name="Georg Pinne" userId="05574ceb-d5e8-42ed-bfd7-165f914e3d1e" providerId="ADAL" clId="{14DE94AD-E44B-40F8-B136-629967EB4B1E}" dt="2021-02-25T10:32:36.583" v="2596" actId="478"/>
          <ac:picMkLst>
            <pc:docMk/>
            <pc:sldMk cId="1386513648" sldId="377"/>
            <ac:picMk id="38" creationId="{D98E6B6E-BEFD-48C7-B7AE-2DD25CA1083B}"/>
          </ac:picMkLst>
        </pc:picChg>
        <pc:picChg chg="del">
          <ac:chgData name="Georg Pinne" userId="05574ceb-d5e8-42ed-bfd7-165f914e3d1e" providerId="ADAL" clId="{14DE94AD-E44B-40F8-B136-629967EB4B1E}" dt="2021-02-25T10:32:36.583" v="2596" actId="478"/>
          <ac:picMkLst>
            <pc:docMk/>
            <pc:sldMk cId="1386513648" sldId="377"/>
            <ac:picMk id="41" creationId="{54078C67-839A-48BD-BD98-674E52760578}"/>
          </ac:picMkLst>
        </pc:picChg>
        <pc:picChg chg="del">
          <ac:chgData name="Georg Pinne" userId="05574ceb-d5e8-42ed-bfd7-165f914e3d1e" providerId="ADAL" clId="{14DE94AD-E44B-40F8-B136-629967EB4B1E}" dt="2021-02-25T10:32:36.583" v="2596" actId="478"/>
          <ac:picMkLst>
            <pc:docMk/>
            <pc:sldMk cId="1386513648" sldId="377"/>
            <ac:picMk id="47" creationId="{B8785939-046C-4D42-871B-805F1E73A1DD}"/>
          </ac:picMkLst>
        </pc:picChg>
        <pc:picChg chg="del">
          <ac:chgData name="Georg Pinne" userId="05574ceb-d5e8-42ed-bfd7-165f914e3d1e" providerId="ADAL" clId="{14DE94AD-E44B-40F8-B136-629967EB4B1E}" dt="2021-02-25T10:32:36.583" v="2596" actId="478"/>
          <ac:picMkLst>
            <pc:docMk/>
            <pc:sldMk cId="1386513648" sldId="377"/>
            <ac:picMk id="48" creationId="{CB990642-08D3-4ABD-8BA9-1B1D1D038C37}"/>
          </ac:picMkLst>
        </pc:picChg>
        <pc:picChg chg="add mod">
          <ac:chgData name="Georg Pinne" userId="05574ceb-d5e8-42ed-bfd7-165f914e3d1e" providerId="ADAL" clId="{14DE94AD-E44B-40F8-B136-629967EB4B1E}" dt="2021-02-26T15:52:45.373" v="7928" actId="1035"/>
          <ac:picMkLst>
            <pc:docMk/>
            <pc:sldMk cId="1386513648" sldId="377"/>
            <ac:picMk id="82" creationId="{B2B4C61E-9036-455E-8295-0DA743B5D61C}"/>
          </ac:picMkLst>
        </pc:picChg>
        <pc:picChg chg="add mod">
          <ac:chgData name="Georg Pinne" userId="05574ceb-d5e8-42ed-bfd7-165f914e3d1e" providerId="ADAL" clId="{14DE94AD-E44B-40F8-B136-629967EB4B1E}" dt="2021-02-26T15:52:45.373" v="7928" actId="1035"/>
          <ac:picMkLst>
            <pc:docMk/>
            <pc:sldMk cId="1386513648" sldId="377"/>
            <ac:picMk id="83" creationId="{98535E81-E2B0-4D68-B162-D1945891C346}"/>
          </ac:picMkLst>
        </pc:picChg>
        <pc:picChg chg="add mod">
          <ac:chgData name="Georg Pinne" userId="05574ceb-d5e8-42ed-bfd7-165f914e3d1e" providerId="ADAL" clId="{14DE94AD-E44B-40F8-B136-629967EB4B1E}" dt="2021-02-26T15:52:45.373" v="7928" actId="1035"/>
          <ac:picMkLst>
            <pc:docMk/>
            <pc:sldMk cId="1386513648" sldId="377"/>
            <ac:picMk id="84" creationId="{5F1C515D-8AC4-4AFA-B999-91EFD226E811}"/>
          </ac:picMkLst>
        </pc:picChg>
        <pc:picChg chg="add mod">
          <ac:chgData name="Georg Pinne" userId="05574ceb-d5e8-42ed-bfd7-165f914e3d1e" providerId="ADAL" clId="{14DE94AD-E44B-40F8-B136-629967EB4B1E}" dt="2021-02-26T15:52:45.373" v="7928" actId="1035"/>
          <ac:picMkLst>
            <pc:docMk/>
            <pc:sldMk cId="1386513648" sldId="377"/>
            <ac:picMk id="85" creationId="{F32BDA8F-3551-47AA-8AC8-8E3A57EB9C1E}"/>
          </ac:picMkLst>
        </pc:picChg>
        <pc:picChg chg="add mod">
          <ac:chgData name="Georg Pinne" userId="05574ceb-d5e8-42ed-bfd7-165f914e3d1e" providerId="ADAL" clId="{14DE94AD-E44B-40F8-B136-629967EB4B1E}" dt="2021-02-26T15:52:45.373" v="7928" actId="1035"/>
          <ac:picMkLst>
            <pc:docMk/>
            <pc:sldMk cId="1386513648" sldId="377"/>
            <ac:picMk id="86" creationId="{C76543B2-6780-4741-8F7A-B8DD7A37C0C8}"/>
          </ac:picMkLst>
        </pc:picChg>
        <pc:picChg chg="add mod">
          <ac:chgData name="Georg Pinne" userId="05574ceb-d5e8-42ed-bfd7-165f914e3d1e" providerId="ADAL" clId="{14DE94AD-E44B-40F8-B136-629967EB4B1E}" dt="2021-02-26T15:52:45.373" v="7928" actId="1035"/>
          <ac:picMkLst>
            <pc:docMk/>
            <pc:sldMk cId="1386513648" sldId="377"/>
            <ac:picMk id="87" creationId="{DEE7B94C-9C5C-4D7E-8482-C5B0B0BB3DFF}"/>
          </ac:picMkLst>
        </pc:picChg>
        <pc:picChg chg="add mod">
          <ac:chgData name="Georg Pinne" userId="05574ceb-d5e8-42ed-bfd7-165f914e3d1e" providerId="ADAL" clId="{14DE94AD-E44B-40F8-B136-629967EB4B1E}" dt="2021-02-26T15:52:45.373" v="7928" actId="1035"/>
          <ac:picMkLst>
            <pc:docMk/>
            <pc:sldMk cId="1386513648" sldId="377"/>
            <ac:picMk id="88" creationId="{BDBDD184-A415-48A8-8235-9D7719AC116D}"/>
          </ac:picMkLst>
        </pc:picChg>
        <pc:picChg chg="add mod">
          <ac:chgData name="Georg Pinne" userId="05574ceb-d5e8-42ed-bfd7-165f914e3d1e" providerId="ADAL" clId="{14DE94AD-E44B-40F8-B136-629967EB4B1E}" dt="2021-02-26T15:52:45.373" v="7928" actId="1035"/>
          <ac:picMkLst>
            <pc:docMk/>
            <pc:sldMk cId="1386513648" sldId="377"/>
            <ac:picMk id="89" creationId="{23862AA9-66DF-48C6-AC5D-541DAE05E1B4}"/>
          </ac:picMkLst>
        </pc:picChg>
        <pc:picChg chg="add mod">
          <ac:chgData name="Georg Pinne" userId="05574ceb-d5e8-42ed-bfd7-165f914e3d1e" providerId="ADAL" clId="{14DE94AD-E44B-40F8-B136-629967EB4B1E}" dt="2021-02-26T15:52:45.373" v="7928" actId="1035"/>
          <ac:picMkLst>
            <pc:docMk/>
            <pc:sldMk cId="1386513648" sldId="377"/>
            <ac:picMk id="90" creationId="{D6275DD5-3271-4714-89B8-8E4B60F65D6E}"/>
          </ac:picMkLst>
        </pc:picChg>
        <pc:picChg chg="add mod">
          <ac:chgData name="Georg Pinne" userId="05574ceb-d5e8-42ed-bfd7-165f914e3d1e" providerId="ADAL" clId="{14DE94AD-E44B-40F8-B136-629967EB4B1E}" dt="2021-02-26T15:52:45.373" v="7928" actId="1035"/>
          <ac:picMkLst>
            <pc:docMk/>
            <pc:sldMk cId="1386513648" sldId="377"/>
            <ac:picMk id="91" creationId="{CC2E3E03-D36F-4E9C-B344-542F0CC9DCE4}"/>
          </ac:picMkLst>
        </pc:picChg>
        <pc:picChg chg="add mod">
          <ac:chgData name="Georg Pinne" userId="05574ceb-d5e8-42ed-bfd7-165f914e3d1e" providerId="ADAL" clId="{14DE94AD-E44B-40F8-B136-629967EB4B1E}" dt="2021-02-26T15:52:45.373" v="7928" actId="1035"/>
          <ac:picMkLst>
            <pc:docMk/>
            <pc:sldMk cId="1386513648" sldId="377"/>
            <ac:picMk id="92" creationId="{76D64308-23E5-476C-919E-DC821A223345}"/>
          </ac:picMkLst>
        </pc:picChg>
        <pc:picChg chg="add mod">
          <ac:chgData name="Georg Pinne" userId="05574ceb-d5e8-42ed-bfd7-165f914e3d1e" providerId="ADAL" clId="{14DE94AD-E44B-40F8-B136-629967EB4B1E}" dt="2021-02-26T15:52:45.373" v="7928" actId="1035"/>
          <ac:picMkLst>
            <pc:docMk/>
            <pc:sldMk cId="1386513648" sldId="377"/>
            <ac:picMk id="93" creationId="{1012CBA4-814F-4032-A09E-6E69D56C3A4A}"/>
          </ac:picMkLst>
        </pc:picChg>
        <pc:picChg chg="add mod">
          <ac:chgData name="Georg Pinne" userId="05574ceb-d5e8-42ed-bfd7-165f914e3d1e" providerId="ADAL" clId="{14DE94AD-E44B-40F8-B136-629967EB4B1E}" dt="2021-02-26T15:52:45.373" v="7928" actId="1035"/>
          <ac:picMkLst>
            <pc:docMk/>
            <pc:sldMk cId="1386513648" sldId="377"/>
            <ac:picMk id="94" creationId="{C1F12573-7F0F-4516-882B-14A17383D46C}"/>
          </ac:picMkLst>
        </pc:picChg>
        <pc:picChg chg="add del mod">
          <ac:chgData name="Georg Pinne" userId="05574ceb-d5e8-42ed-bfd7-165f914e3d1e" providerId="ADAL" clId="{14DE94AD-E44B-40F8-B136-629967EB4B1E}" dt="2021-02-25T10:39:35.095" v="2669" actId="478"/>
          <ac:picMkLst>
            <pc:docMk/>
            <pc:sldMk cId="1386513648" sldId="377"/>
            <ac:picMk id="100" creationId="{01A793F0-7097-4F07-B956-1DF719BA320B}"/>
          </ac:picMkLst>
        </pc:picChg>
        <pc:picChg chg="add del mod">
          <ac:chgData name="Georg Pinne" userId="05574ceb-d5e8-42ed-bfd7-165f914e3d1e" providerId="ADAL" clId="{14DE94AD-E44B-40F8-B136-629967EB4B1E}" dt="2021-02-25T10:39:36.762" v="2671" actId="478"/>
          <ac:picMkLst>
            <pc:docMk/>
            <pc:sldMk cId="1386513648" sldId="377"/>
            <ac:picMk id="101" creationId="{3C799B0A-69F4-4BBB-9305-D5B715983129}"/>
          </ac:picMkLst>
        </pc:picChg>
        <pc:picChg chg="add del mod">
          <ac:chgData name="Georg Pinne" userId="05574ceb-d5e8-42ed-bfd7-165f914e3d1e" providerId="ADAL" clId="{14DE94AD-E44B-40F8-B136-629967EB4B1E}" dt="2021-02-25T10:39:36.312" v="2670" actId="478"/>
          <ac:picMkLst>
            <pc:docMk/>
            <pc:sldMk cId="1386513648" sldId="377"/>
            <ac:picMk id="102" creationId="{4291E402-6598-424F-A499-CB2283305014}"/>
          </ac:picMkLst>
        </pc:picChg>
        <pc:picChg chg="add del mod">
          <ac:chgData name="Georg Pinne" userId="05574ceb-d5e8-42ed-bfd7-165f914e3d1e" providerId="ADAL" clId="{14DE94AD-E44B-40F8-B136-629967EB4B1E}" dt="2021-02-25T10:39:37.678" v="2672" actId="478"/>
          <ac:picMkLst>
            <pc:docMk/>
            <pc:sldMk cId="1386513648" sldId="377"/>
            <ac:picMk id="103" creationId="{F87137EB-A4BB-4AEC-AD23-5FB5C2367EDF}"/>
          </ac:picMkLst>
        </pc:picChg>
        <pc:picChg chg="add del mod">
          <ac:chgData name="Georg Pinne" userId="05574ceb-d5e8-42ed-bfd7-165f914e3d1e" providerId="ADAL" clId="{14DE94AD-E44B-40F8-B136-629967EB4B1E}" dt="2021-02-25T10:39:41.102" v="2677" actId="478"/>
          <ac:picMkLst>
            <pc:docMk/>
            <pc:sldMk cId="1386513648" sldId="377"/>
            <ac:picMk id="104" creationId="{07A76E2F-0BB5-47C9-B227-FA4AE8FC4479}"/>
          </ac:picMkLst>
        </pc:picChg>
        <pc:picChg chg="add del mod">
          <ac:chgData name="Georg Pinne" userId="05574ceb-d5e8-42ed-bfd7-165f914e3d1e" providerId="ADAL" clId="{14DE94AD-E44B-40F8-B136-629967EB4B1E}" dt="2021-02-25T10:39:34.067" v="2668" actId="478"/>
          <ac:picMkLst>
            <pc:docMk/>
            <pc:sldMk cId="1386513648" sldId="377"/>
            <ac:picMk id="105" creationId="{FCDADAA0-983C-4F8B-930B-B81DB12D02BC}"/>
          </ac:picMkLst>
        </pc:picChg>
        <pc:picChg chg="add del mod">
          <ac:chgData name="Georg Pinne" userId="05574ceb-d5e8-42ed-bfd7-165f914e3d1e" providerId="ADAL" clId="{14DE94AD-E44B-40F8-B136-629967EB4B1E}" dt="2021-02-25T10:39:38.151" v="2673" actId="478"/>
          <ac:picMkLst>
            <pc:docMk/>
            <pc:sldMk cId="1386513648" sldId="377"/>
            <ac:picMk id="106" creationId="{87F06A99-AC6F-4E84-A007-B1BAAA898EDC}"/>
          </ac:picMkLst>
        </pc:picChg>
        <pc:picChg chg="add del mod">
          <ac:chgData name="Georg Pinne" userId="05574ceb-d5e8-42ed-bfd7-165f914e3d1e" providerId="ADAL" clId="{14DE94AD-E44B-40F8-B136-629967EB4B1E}" dt="2021-02-25T10:39:42.388" v="2679" actId="478"/>
          <ac:picMkLst>
            <pc:docMk/>
            <pc:sldMk cId="1386513648" sldId="377"/>
            <ac:picMk id="107" creationId="{4853ADF1-2B9A-44F1-8002-E5A3F74935B5}"/>
          </ac:picMkLst>
        </pc:picChg>
        <pc:picChg chg="add del mod">
          <ac:chgData name="Georg Pinne" userId="05574ceb-d5e8-42ed-bfd7-165f914e3d1e" providerId="ADAL" clId="{14DE94AD-E44B-40F8-B136-629967EB4B1E}" dt="2021-02-25T10:39:40.485" v="2676" actId="478"/>
          <ac:picMkLst>
            <pc:docMk/>
            <pc:sldMk cId="1386513648" sldId="377"/>
            <ac:picMk id="108" creationId="{5734B20D-FC97-455A-A9DB-E648BDF20A92}"/>
          </ac:picMkLst>
        </pc:picChg>
        <pc:picChg chg="add del mod">
          <ac:chgData name="Georg Pinne" userId="05574ceb-d5e8-42ed-bfd7-165f914e3d1e" providerId="ADAL" clId="{14DE94AD-E44B-40F8-B136-629967EB4B1E}" dt="2021-02-25T10:39:39.665" v="2675" actId="478"/>
          <ac:picMkLst>
            <pc:docMk/>
            <pc:sldMk cId="1386513648" sldId="377"/>
            <ac:picMk id="109" creationId="{04C73E09-A45C-4C45-B651-5C8269A8274E}"/>
          </ac:picMkLst>
        </pc:picChg>
        <pc:picChg chg="add del mod">
          <ac:chgData name="Georg Pinne" userId="05574ceb-d5e8-42ed-bfd7-165f914e3d1e" providerId="ADAL" clId="{14DE94AD-E44B-40F8-B136-629967EB4B1E}" dt="2021-02-25T10:39:38.864" v="2674" actId="478"/>
          <ac:picMkLst>
            <pc:docMk/>
            <pc:sldMk cId="1386513648" sldId="377"/>
            <ac:picMk id="110" creationId="{57A4C670-E7FF-4648-91F8-8BB2F688550F}"/>
          </ac:picMkLst>
        </pc:picChg>
        <pc:picChg chg="add del mod">
          <ac:chgData name="Georg Pinne" userId="05574ceb-d5e8-42ed-bfd7-165f914e3d1e" providerId="ADAL" clId="{14DE94AD-E44B-40F8-B136-629967EB4B1E}" dt="2021-02-25T10:39:41.468" v="2678" actId="478"/>
          <ac:picMkLst>
            <pc:docMk/>
            <pc:sldMk cId="1386513648" sldId="377"/>
            <ac:picMk id="111" creationId="{C5585FBD-CCA3-48F7-9692-8116F84BBC7D}"/>
          </ac:picMkLst>
        </pc:picChg>
        <pc:picChg chg="add del mod">
          <ac:chgData name="Georg Pinne" userId="05574ceb-d5e8-42ed-bfd7-165f914e3d1e" providerId="ADAL" clId="{14DE94AD-E44B-40F8-B136-629967EB4B1E}" dt="2021-02-25T10:39:44.098" v="2680" actId="478"/>
          <ac:picMkLst>
            <pc:docMk/>
            <pc:sldMk cId="1386513648" sldId="377"/>
            <ac:picMk id="112" creationId="{5CACB4B1-F203-4762-914E-EFFB127CF6B1}"/>
          </ac:picMkLst>
        </pc:picChg>
      </pc:sldChg>
      <pc:sldChg chg="add del">
        <pc:chgData name="Georg Pinne" userId="05574ceb-d5e8-42ed-bfd7-165f914e3d1e" providerId="ADAL" clId="{14DE94AD-E44B-40F8-B136-629967EB4B1E}" dt="2021-02-25T08:19:26.065" v="2226" actId="47"/>
        <pc:sldMkLst>
          <pc:docMk/>
          <pc:sldMk cId="2788670996" sldId="377"/>
        </pc:sldMkLst>
      </pc:sldChg>
      <pc:sldChg chg="addSp delSp modSp add mod">
        <pc:chgData name="Georg Pinne" userId="05574ceb-d5e8-42ed-bfd7-165f914e3d1e" providerId="ADAL" clId="{14DE94AD-E44B-40F8-B136-629967EB4B1E}" dt="2021-02-25T17:12:36.525" v="5849" actId="5793"/>
        <pc:sldMkLst>
          <pc:docMk/>
          <pc:sldMk cId="3129345240" sldId="378"/>
        </pc:sldMkLst>
        <pc:spChg chg="del">
          <ac:chgData name="Georg Pinne" userId="05574ceb-d5e8-42ed-bfd7-165f914e3d1e" providerId="ADAL" clId="{14DE94AD-E44B-40F8-B136-629967EB4B1E}" dt="2021-02-25T10:34:04.720" v="2604" actId="478"/>
          <ac:spMkLst>
            <pc:docMk/>
            <pc:sldMk cId="3129345240" sldId="378"/>
            <ac:spMk id="14" creationId="{A9B5E6C1-CF26-433F-8A41-EB885698A432}"/>
          </ac:spMkLst>
        </pc:spChg>
        <pc:spChg chg="add mod">
          <ac:chgData name="Georg Pinne" userId="05574ceb-d5e8-42ed-bfd7-165f914e3d1e" providerId="ADAL" clId="{14DE94AD-E44B-40F8-B136-629967EB4B1E}" dt="2021-02-25T17:12:36.525" v="5849" actId="5793"/>
          <ac:spMkLst>
            <pc:docMk/>
            <pc:sldMk cId="3129345240" sldId="378"/>
            <ac:spMk id="15" creationId="{0E1E92DC-A8DB-485E-BDF1-0A780ABF66B7}"/>
          </ac:spMkLst>
        </pc:spChg>
        <pc:graphicFrameChg chg="mod modGraphic">
          <ac:chgData name="Georg Pinne" userId="05574ceb-d5e8-42ed-bfd7-165f914e3d1e" providerId="ADAL" clId="{14DE94AD-E44B-40F8-B136-629967EB4B1E}" dt="2021-02-25T14:19:23.190" v="4357" actId="14100"/>
          <ac:graphicFrameMkLst>
            <pc:docMk/>
            <pc:sldMk cId="3129345240" sldId="378"/>
            <ac:graphicFrameMk id="3" creationId="{94169942-C7C2-4AF7-89B8-68CFB4447040}"/>
          </ac:graphicFrameMkLst>
        </pc:graphicFrameChg>
        <pc:picChg chg="mod">
          <ac:chgData name="Georg Pinne" userId="05574ceb-d5e8-42ed-bfd7-165f914e3d1e" providerId="ADAL" clId="{14DE94AD-E44B-40F8-B136-629967EB4B1E}" dt="2021-02-25T11:18:28.026" v="3285" actId="1036"/>
          <ac:picMkLst>
            <pc:docMk/>
            <pc:sldMk cId="3129345240" sldId="378"/>
            <ac:picMk id="8" creationId="{476D4C0A-D07C-4244-AAD3-BE01D02550E9}"/>
          </ac:picMkLst>
        </pc:picChg>
        <pc:picChg chg="mod">
          <ac:chgData name="Georg Pinne" userId="05574ceb-d5e8-42ed-bfd7-165f914e3d1e" providerId="ADAL" clId="{14DE94AD-E44B-40F8-B136-629967EB4B1E}" dt="2021-02-25T11:18:27.278" v="3283" actId="1036"/>
          <ac:picMkLst>
            <pc:docMk/>
            <pc:sldMk cId="3129345240" sldId="378"/>
            <ac:picMk id="16" creationId="{C5760BE9-B465-4839-BD89-6B9D14F7C8DD}"/>
          </ac:picMkLst>
        </pc:picChg>
        <pc:picChg chg="mod">
          <ac:chgData name="Georg Pinne" userId="05574ceb-d5e8-42ed-bfd7-165f914e3d1e" providerId="ADAL" clId="{14DE94AD-E44B-40F8-B136-629967EB4B1E}" dt="2021-02-25T11:18:28.874" v="3289" actId="1036"/>
          <ac:picMkLst>
            <pc:docMk/>
            <pc:sldMk cId="3129345240" sldId="378"/>
            <ac:picMk id="17" creationId="{5A67B191-8619-4718-ADA0-8BD77CB11CC7}"/>
          </ac:picMkLst>
        </pc:picChg>
        <pc:picChg chg="mod">
          <ac:chgData name="Georg Pinne" userId="05574ceb-d5e8-42ed-bfd7-165f914e3d1e" providerId="ADAL" clId="{14DE94AD-E44B-40F8-B136-629967EB4B1E}" dt="2021-02-25T11:18:28.424" v="3287" actId="1036"/>
          <ac:picMkLst>
            <pc:docMk/>
            <pc:sldMk cId="3129345240" sldId="378"/>
            <ac:picMk id="18" creationId="{BC743847-FD61-44D4-A0F8-8D3F42C77CBB}"/>
          </ac:picMkLst>
        </pc:picChg>
        <pc:picChg chg="mod">
          <ac:chgData name="Georg Pinne" userId="05574ceb-d5e8-42ed-bfd7-165f914e3d1e" providerId="ADAL" clId="{14DE94AD-E44B-40F8-B136-629967EB4B1E}" dt="2021-02-25T11:18:29.101" v="3290" actId="1035"/>
          <ac:picMkLst>
            <pc:docMk/>
            <pc:sldMk cId="3129345240" sldId="378"/>
            <ac:picMk id="19" creationId="{40C2B838-83DE-433E-9DE5-6C79B14EF65D}"/>
          </ac:picMkLst>
        </pc:picChg>
        <pc:picChg chg="mod">
          <ac:chgData name="Georg Pinne" userId="05574ceb-d5e8-42ed-bfd7-165f914e3d1e" providerId="ADAL" clId="{14DE94AD-E44B-40F8-B136-629967EB4B1E}" dt="2021-02-25T11:15:22.501" v="3108" actId="1036"/>
          <ac:picMkLst>
            <pc:docMk/>
            <pc:sldMk cId="3129345240" sldId="378"/>
            <ac:picMk id="20" creationId="{753D7E23-CA1D-424A-991D-3DD22E39D010}"/>
          </ac:picMkLst>
        </pc:picChg>
        <pc:picChg chg="mod">
          <ac:chgData name="Georg Pinne" userId="05574ceb-d5e8-42ed-bfd7-165f914e3d1e" providerId="ADAL" clId="{14DE94AD-E44B-40F8-B136-629967EB4B1E}" dt="2021-02-25T11:15:18.235" v="3106" actId="1036"/>
          <ac:picMkLst>
            <pc:docMk/>
            <pc:sldMk cId="3129345240" sldId="378"/>
            <ac:picMk id="21" creationId="{69ACB6BC-8910-48B3-B9F1-3FCB06944602}"/>
          </ac:picMkLst>
        </pc:picChg>
      </pc:sldChg>
      <pc:sldChg chg="addSp delSp modSp add mod">
        <pc:chgData name="Georg Pinne" userId="05574ceb-d5e8-42ed-bfd7-165f914e3d1e" providerId="ADAL" clId="{14DE94AD-E44B-40F8-B136-629967EB4B1E}" dt="2021-02-26T16:25:34.863" v="8451" actId="478"/>
        <pc:sldMkLst>
          <pc:docMk/>
          <pc:sldMk cId="125384437" sldId="379"/>
        </pc:sldMkLst>
        <pc:spChg chg="del mod">
          <ac:chgData name="Georg Pinne" userId="05574ceb-d5e8-42ed-bfd7-165f914e3d1e" providerId="ADAL" clId="{14DE94AD-E44B-40F8-B136-629967EB4B1E}" dt="2021-02-26T16:25:31.211" v="8450" actId="478"/>
          <ac:spMkLst>
            <pc:docMk/>
            <pc:sldMk cId="125384437" sldId="379"/>
            <ac:spMk id="2" creationId="{C1E6EBE8-3874-48DF-964A-B23A7CC7B215}"/>
          </ac:spMkLst>
        </pc:spChg>
        <pc:spChg chg="mod">
          <ac:chgData name="Georg Pinne" userId="05574ceb-d5e8-42ed-bfd7-165f914e3d1e" providerId="ADAL" clId="{14DE94AD-E44B-40F8-B136-629967EB4B1E}" dt="2021-02-25T10:41:41.892" v="2700" actId="14100"/>
          <ac:spMkLst>
            <pc:docMk/>
            <pc:sldMk cId="125384437" sldId="379"/>
            <ac:spMk id="4" creationId="{6E3017C1-E4D2-4E50-A927-CB56C1AB2BC9}"/>
          </ac:spMkLst>
        </pc:spChg>
        <pc:spChg chg="add del mod">
          <ac:chgData name="Georg Pinne" userId="05574ceb-d5e8-42ed-bfd7-165f914e3d1e" providerId="ADAL" clId="{14DE94AD-E44B-40F8-B136-629967EB4B1E}" dt="2021-02-26T16:25:34.863" v="8451" actId="478"/>
          <ac:spMkLst>
            <pc:docMk/>
            <pc:sldMk cId="125384437" sldId="379"/>
            <ac:spMk id="10" creationId="{A9A9F900-7824-48D3-B562-F16337B95C9A}"/>
          </ac:spMkLst>
        </pc:spChg>
        <pc:spChg chg="del">
          <ac:chgData name="Georg Pinne" userId="05574ceb-d5e8-42ed-bfd7-165f914e3d1e" providerId="ADAL" clId="{14DE94AD-E44B-40F8-B136-629967EB4B1E}" dt="2021-02-25T10:41:10.298" v="2688" actId="478"/>
          <ac:spMkLst>
            <pc:docMk/>
            <pc:sldMk cId="125384437" sldId="379"/>
            <ac:spMk id="12" creationId="{4CC89DFB-4752-4101-A187-80D3AA67AC04}"/>
          </ac:spMkLst>
        </pc:spChg>
        <pc:spChg chg="mod">
          <ac:chgData name="Georg Pinne" userId="05574ceb-d5e8-42ed-bfd7-165f914e3d1e" providerId="ADAL" clId="{14DE94AD-E44B-40F8-B136-629967EB4B1E}" dt="2021-02-25T10:41:28.825" v="2693" actId="1076"/>
          <ac:spMkLst>
            <pc:docMk/>
            <pc:sldMk cId="125384437" sldId="379"/>
            <ac:spMk id="27" creationId="{EB2BE151-C453-4A1B-B9ED-18EA7E107D3E}"/>
          </ac:spMkLst>
        </pc:spChg>
        <pc:spChg chg="add mod">
          <ac:chgData name="Georg Pinne" userId="05574ceb-d5e8-42ed-bfd7-165f914e3d1e" providerId="ADAL" clId="{14DE94AD-E44B-40F8-B136-629967EB4B1E}" dt="2021-02-25T14:44:39.606" v="4545" actId="20577"/>
          <ac:spMkLst>
            <pc:docMk/>
            <pc:sldMk cId="125384437" sldId="379"/>
            <ac:spMk id="31" creationId="{56A1BE83-B5DD-4BFE-9CB9-723982B9832E}"/>
          </ac:spMkLst>
        </pc:spChg>
        <pc:spChg chg="add mod">
          <ac:chgData name="Georg Pinne" userId="05574ceb-d5e8-42ed-bfd7-165f914e3d1e" providerId="ADAL" clId="{14DE94AD-E44B-40F8-B136-629967EB4B1E}" dt="2021-02-26T15:47:06.833" v="7800" actId="1076"/>
          <ac:spMkLst>
            <pc:docMk/>
            <pc:sldMk cId="125384437" sldId="379"/>
            <ac:spMk id="33" creationId="{4538C305-1C55-4E96-A44F-FB00E0443298}"/>
          </ac:spMkLst>
        </pc:spChg>
        <pc:spChg chg="add mod">
          <ac:chgData name="Georg Pinne" userId="05574ceb-d5e8-42ed-bfd7-165f914e3d1e" providerId="ADAL" clId="{14DE94AD-E44B-40F8-B136-629967EB4B1E}" dt="2021-02-26T15:46:49.034" v="7796" actId="1076"/>
          <ac:spMkLst>
            <pc:docMk/>
            <pc:sldMk cId="125384437" sldId="379"/>
            <ac:spMk id="35" creationId="{A3E651C3-FFE1-4F4E-8027-DB16F07BFCB7}"/>
          </ac:spMkLst>
        </pc:spChg>
        <pc:spChg chg="add mod">
          <ac:chgData name="Georg Pinne" userId="05574ceb-d5e8-42ed-bfd7-165f914e3d1e" providerId="ADAL" clId="{14DE94AD-E44B-40F8-B136-629967EB4B1E}" dt="2021-02-26T15:47:39.328" v="7802" actId="1076"/>
          <ac:spMkLst>
            <pc:docMk/>
            <pc:sldMk cId="125384437" sldId="379"/>
            <ac:spMk id="37" creationId="{C659606D-BD73-4B7E-B3EB-896960A95968}"/>
          </ac:spMkLst>
        </pc:spChg>
        <pc:spChg chg="add mod">
          <ac:chgData name="Georg Pinne" userId="05574ceb-d5e8-42ed-bfd7-165f914e3d1e" providerId="ADAL" clId="{14DE94AD-E44B-40F8-B136-629967EB4B1E}" dt="2021-02-26T15:47:30.313" v="7801" actId="1076"/>
          <ac:spMkLst>
            <pc:docMk/>
            <pc:sldMk cId="125384437" sldId="379"/>
            <ac:spMk id="39" creationId="{D73863F2-3D29-4165-BBA4-55EE9950C63F}"/>
          </ac:spMkLst>
        </pc:spChg>
        <pc:spChg chg="add mod">
          <ac:chgData name="Georg Pinne" userId="05574ceb-d5e8-42ed-bfd7-165f914e3d1e" providerId="ADAL" clId="{14DE94AD-E44B-40F8-B136-629967EB4B1E}" dt="2021-02-26T15:46:17.649" v="7788" actId="1076"/>
          <ac:spMkLst>
            <pc:docMk/>
            <pc:sldMk cId="125384437" sldId="379"/>
            <ac:spMk id="41" creationId="{C7F16199-4FA9-48D3-BFA7-6A95E54980EB}"/>
          </ac:spMkLst>
        </pc:spChg>
        <pc:spChg chg="add mod">
          <ac:chgData name="Georg Pinne" userId="05574ceb-d5e8-42ed-bfd7-165f914e3d1e" providerId="ADAL" clId="{14DE94AD-E44B-40F8-B136-629967EB4B1E}" dt="2021-02-26T16:25:28.921" v="8449"/>
          <ac:spMkLst>
            <pc:docMk/>
            <pc:sldMk cId="125384437" sldId="379"/>
            <ac:spMk id="42" creationId="{48FDA630-77BF-41E2-BD85-B472B5D58D61}"/>
          </ac:spMkLst>
        </pc:spChg>
        <pc:spChg chg="add del mod">
          <ac:chgData name="Georg Pinne" userId="05574ceb-d5e8-42ed-bfd7-165f914e3d1e" providerId="ADAL" clId="{14DE94AD-E44B-40F8-B136-629967EB4B1E}" dt="2021-02-25T14:53:39.306" v="4565" actId="14100"/>
          <ac:spMkLst>
            <pc:docMk/>
            <pc:sldMk cId="125384437" sldId="379"/>
            <ac:spMk id="63" creationId="{E683DC8F-110B-457E-ADCD-08C8A2763871}"/>
          </ac:spMkLst>
        </pc:spChg>
        <pc:spChg chg="mod">
          <ac:chgData name="Georg Pinne" userId="05574ceb-d5e8-42ed-bfd7-165f914e3d1e" providerId="ADAL" clId="{14DE94AD-E44B-40F8-B136-629967EB4B1E}" dt="2021-02-25T11:46:05.719" v="3442" actId="14100"/>
          <ac:spMkLst>
            <pc:docMk/>
            <pc:sldMk cId="125384437" sldId="379"/>
            <ac:spMk id="66" creationId="{12F606F0-07DF-4053-8BA1-A74B72C8AABF}"/>
          </ac:spMkLst>
        </pc:spChg>
        <pc:spChg chg="mod">
          <ac:chgData name="Georg Pinne" userId="05574ceb-d5e8-42ed-bfd7-165f914e3d1e" providerId="ADAL" clId="{14DE94AD-E44B-40F8-B136-629967EB4B1E}" dt="2021-02-25T11:43:59.845" v="3384" actId="1036"/>
          <ac:spMkLst>
            <pc:docMk/>
            <pc:sldMk cId="125384437" sldId="379"/>
            <ac:spMk id="67" creationId="{3C4D89CD-DC1D-4017-A6FD-1BF8F3A35115}"/>
          </ac:spMkLst>
        </pc:spChg>
        <pc:spChg chg="mod">
          <ac:chgData name="Georg Pinne" userId="05574ceb-d5e8-42ed-bfd7-165f914e3d1e" providerId="ADAL" clId="{14DE94AD-E44B-40F8-B136-629967EB4B1E}" dt="2021-02-25T11:46:05.719" v="3442" actId="14100"/>
          <ac:spMkLst>
            <pc:docMk/>
            <pc:sldMk cId="125384437" sldId="379"/>
            <ac:spMk id="68" creationId="{601E5B89-C14F-49C2-8854-41ED27C5558D}"/>
          </ac:spMkLst>
        </pc:spChg>
        <pc:spChg chg="mod">
          <ac:chgData name="Georg Pinne" userId="05574ceb-d5e8-42ed-bfd7-165f914e3d1e" providerId="ADAL" clId="{14DE94AD-E44B-40F8-B136-629967EB4B1E}" dt="2021-02-25T11:43:59.845" v="3384" actId="1036"/>
          <ac:spMkLst>
            <pc:docMk/>
            <pc:sldMk cId="125384437" sldId="379"/>
            <ac:spMk id="69" creationId="{8C9669BB-1219-47B2-BDDE-D6902AC18874}"/>
          </ac:spMkLst>
        </pc:spChg>
        <pc:spChg chg="mod">
          <ac:chgData name="Georg Pinne" userId="05574ceb-d5e8-42ed-bfd7-165f914e3d1e" providerId="ADAL" clId="{14DE94AD-E44B-40F8-B136-629967EB4B1E}" dt="2021-02-25T11:46:05.719" v="3442" actId="14100"/>
          <ac:spMkLst>
            <pc:docMk/>
            <pc:sldMk cId="125384437" sldId="379"/>
            <ac:spMk id="70" creationId="{1BF8C5FB-B8CD-46BB-ABCD-51DC3E097AFD}"/>
          </ac:spMkLst>
        </pc:spChg>
        <pc:spChg chg="mod">
          <ac:chgData name="Georg Pinne" userId="05574ceb-d5e8-42ed-bfd7-165f914e3d1e" providerId="ADAL" clId="{14DE94AD-E44B-40F8-B136-629967EB4B1E}" dt="2021-02-25T11:43:59.845" v="3384" actId="1036"/>
          <ac:spMkLst>
            <pc:docMk/>
            <pc:sldMk cId="125384437" sldId="379"/>
            <ac:spMk id="71" creationId="{EF37B251-95B9-402F-AFFD-19DBD2AEA334}"/>
          </ac:spMkLst>
        </pc:spChg>
        <pc:spChg chg="mod">
          <ac:chgData name="Georg Pinne" userId="05574ceb-d5e8-42ed-bfd7-165f914e3d1e" providerId="ADAL" clId="{14DE94AD-E44B-40F8-B136-629967EB4B1E}" dt="2021-02-25T11:46:05.719" v="3442" actId="14100"/>
          <ac:spMkLst>
            <pc:docMk/>
            <pc:sldMk cId="125384437" sldId="379"/>
            <ac:spMk id="72" creationId="{6F6AA0E4-1B93-4811-A324-DF73954EAEED}"/>
          </ac:spMkLst>
        </pc:spChg>
        <pc:spChg chg="mod">
          <ac:chgData name="Georg Pinne" userId="05574ceb-d5e8-42ed-bfd7-165f914e3d1e" providerId="ADAL" clId="{14DE94AD-E44B-40F8-B136-629967EB4B1E}" dt="2021-02-25T11:43:59.845" v="3384" actId="1036"/>
          <ac:spMkLst>
            <pc:docMk/>
            <pc:sldMk cId="125384437" sldId="379"/>
            <ac:spMk id="74" creationId="{8AFD4E57-7830-426B-AEC2-13FBB7CC60ED}"/>
          </ac:spMkLst>
        </pc:spChg>
        <pc:spChg chg="mod">
          <ac:chgData name="Georg Pinne" userId="05574ceb-d5e8-42ed-bfd7-165f914e3d1e" providerId="ADAL" clId="{14DE94AD-E44B-40F8-B136-629967EB4B1E}" dt="2021-02-25T14:45:56.785" v="4553" actId="1035"/>
          <ac:spMkLst>
            <pc:docMk/>
            <pc:sldMk cId="125384437" sldId="379"/>
            <ac:spMk id="76" creationId="{5A7C84AD-5DBA-43DB-A710-A8D805E5F196}"/>
          </ac:spMkLst>
        </pc:spChg>
        <pc:spChg chg="mod">
          <ac:chgData name="Georg Pinne" userId="05574ceb-d5e8-42ed-bfd7-165f914e3d1e" providerId="ADAL" clId="{14DE94AD-E44B-40F8-B136-629967EB4B1E}" dt="2021-02-25T14:45:47.313" v="4552" actId="165"/>
          <ac:spMkLst>
            <pc:docMk/>
            <pc:sldMk cId="125384437" sldId="379"/>
            <ac:spMk id="77" creationId="{10EC4C70-3CFB-4B19-8003-E0387FEBB870}"/>
          </ac:spMkLst>
        </pc:spChg>
        <pc:spChg chg="mod">
          <ac:chgData name="Georg Pinne" userId="05574ceb-d5e8-42ed-bfd7-165f914e3d1e" providerId="ADAL" clId="{14DE94AD-E44B-40F8-B136-629967EB4B1E}" dt="2021-02-25T14:45:47.313" v="4552" actId="165"/>
          <ac:spMkLst>
            <pc:docMk/>
            <pc:sldMk cId="125384437" sldId="379"/>
            <ac:spMk id="78" creationId="{517838AF-A753-49A7-ADD0-F2E86E5CE951}"/>
          </ac:spMkLst>
        </pc:spChg>
        <pc:spChg chg="mod">
          <ac:chgData name="Georg Pinne" userId="05574ceb-d5e8-42ed-bfd7-165f914e3d1e" providerId="ADAL" clId="{14DE94AD-E44B-40F8-B136-629967EB4B1E}" dt="2021-02-25T14:45:47.313" v="4552" actId="165"/>
          <ac:spMkLst>
            <pc:docMk/>
            <pc:sldMk cId="125384437" sldId="379"/>
            <ac:spMk id="79" creationId="{3A76F9A2-D95E-430F-971F-F824099B1160}"/>
          </ac:spMkLst>
        </pc:spChg>
        <pc:spChg chg="mod">
          <ac:chgData name="Georg Pinne" userId="05574ceb-d5e8-42ed-bfd7-165f914e3d1e" providerId="ADAL" clId="{14DE94AD-E44B-40F8-B136-629967EB4B1E}" dt="2021-02-25T14:45:47.313" v="4552" actId="165"/>
          <ac:spMkLst>
            <pc:docMk/>
            <pc:sldMk cId="125384437" sldId="379"/>
            <ac:spMk id="80" creationId="{B2B12625-8781-44CB-A01D-EC1CCFD1BD28}"/>
          </ac:spMkLst>
        </pc:spChg>
        <pc:spChg chg="mod">
          <ac:chgData name="Georg Pinne" userId="05574ceb-d5e8-42ed-bfd7-165f914e3d1e" providerId="ADAL" clId="{14DE94AD-E44B-40F8-B136-629967EB4B1E}" dt="2021-02-25T14:45:47.313" v="4552" actId="165"/>
          <ac:spMkLst>
            <pc:docMk/>
            <pc:sldMk cId="125384437" sldId="379"/>
            <ac:spMk id="81" creationId="{123953F4-FAEC-4D5B-B330-494B298C5FFF}"/>
          </ac:spMkLst>
        </pc:spChg>
        <pc:spChg chg="mod">
          <ac:chgData name="Georg Pinne" userId="05574ceb-d5e8-42ed-bfd7-165f914e3d1e" providerId="ADAL" clId="{14DE94AD-E44B-40F8-B136-629967EB4B1E}" dt="2021-02-25T14:45:47.313" v="4552" actId="165"/>
          <ac:spMkLst>
            <pc:docMk/>
            <pc:sldMk cId="125384437" sldId="379"/>
            <ac:spMk id="82" creationId="{FE042AFB-A8A8-484D-B9CB-F31EBDC9828B}"/>
          </ac:spMkLst>
        </pc:spChg>
        <pc:spChg chg="mod">
          <ac:chgData name="Georg Pinne" userId="05574ceb-d5e8-42ed-bfd7-165f914e3d1e" providerId="ADAL" clId="{14DE94AD-E44B-40F8-B136-629967EB4B1E}" dt="2021-02-25T14:45:47.313" v="4552" actId="165"/>
          <ac:spMkLst>
            <pc:docMk/>
            <pc:sldMk cId="125384437" sldId="379"/>
            <ac:spMk id="83" creationId="{52E9197B-E2DB-46B6-A76E-A0B77F748A16}"/>
          </ac:spMkLst>
        </pc:spChg>
        <pc:spChg chg="mod topLvl">
          <ac:chgData name="Georg Pinne" userId="05574ceb-d5e8-42ed-bfd7-165f914e3d1e" providerId="ADAL" clId="{14DE94AD-E44B-40F8-B136-629967EB4B1E}" dt="2021-02-25T14:45:47.313" v="4552" actId="165"/>
          <ac:spMkLst>
            <pc:docMk/>
            <pc:sldMk cId="125384437" sldId="379"/>
            <ac:spMk id="84" creationId="{09B6FFA9-E582-4709-9C6B-A1181F5D6279}"/>
          </ac:spMkLst>
        </pc:spChg>
        <pc:spChg chg="mod">
          <ac:chgData name="Georg Pinne" userId="05574ceb-d5e8-42ed-bfd7-165f914e3d1e" providerId="ADAL" clId="{14DE94AD-E44B-40F8-B136-629967EB4B1E}" dt="2021-02-25T11:44:18.136" v="3401" actId="1036"/>
          <ac:spMkLst>
            <pc:docMk/>
            <pc:sldMk cId="125384437" sldId="379"/>
            <ac:spMk id="115" creationId="{A686083D-A73C-4181-8F80-70B0097F306C}"/>
          </ac:spMkLst>
        </pc:spChg>
        <pc:spChg chg="mod">
          <ac:chgData name="Georg Pinne" userId="05574ceb-d5e8-42ed-bfd7-165f914e3d1e" providerId="ADAL" clId="{14DE94AD-E44B-40F8-B136-629967EB4B1E}" dt="2021-02-25T12:22:29.200" v="3636" actId="1036"/>
          <ac:spMkLst>
            <pc:docMk/>
            <pc:sldMk cId="125384437" sldId="379"/>
            <ac:spMk id="116" creationId="{914ED75B-1853-4F04-ADD6-84A2FC646EF2}"/>
          </ac:spMkLst>
        </pc:spChg>
        <pc:grpChg chg="mod topLvl">
          <ac:chgData name="Georg Pinne" userId="05574ceb-d5e8-42ed-bfd7-165f914e3d1e" providerId="ADAL" clId="{14DE94AD-E44B-40F8-B136-629967EB4B1E}" dt="2021-02-25T14:45:47.313" v="4552" actId="165"/>
          <ac:grpSpMkLst>
            <pc:docMk/>
            <pc:sldMk cId="125384437" sldId="379"/>
            <ac:grpSpMk id="13" creationId="{FA523177-DF56-44A9-A488-C88D5CFDDB41}"/>
          </ac:grpSpMkLst>
        </pc:grpChg>
        <pc:grpChg chg="del mod">
          <ac:chgData name="Georg Pinne" userId="05574ceb-d5e8-42ed-bfd7-165f914e3d1e" providerId="ADAL" clId="{14DE94AD-E44B-40F8-B136-629967EB4B1E}" dt="2021-02-25T14:45:47.313" v="4552" actId="165"/>
          <ac:grpSpMkLst>
            <pc:docMk/>
            <pc:sldMk cId="125384437" sldId="379"/>
            <ac:grpSpMk id="14" creationId="{A7CFD36D-D213-4350-BE7D-56780CF87885}"/>
          </ac:grpSpMkLst>
        </pc:grpChg>
        <pc:graphicFrameChg chg="mod modGraphic">
          <ac:chgData name="Georg Pinne" userId="05574ceb-d5e8-42ed-bfd7-165f914e3d1e" providerId="ADAL" clId="{14DE94AD-E44B-40F8-B136-629967EB4B1E}" dt="2021-02-26T15:45:46.402" v="7782" actId="20577"/>
          <ac:graphicFrameMkLst>
            <pc:docMk/>
            <pc:sldMk cId="125384437" sldId="379"/>
            <ac:graphicFrameMk id="64" creationId="{CAA5639F-EFFF-4E8C-8B90-3730429B4757}"/>
          </ac:graphicFrameMkLst>
        </pc:graphicFrameChg>
        <pc:graphicFrameChg chg="mod modGraphic">
          <ac:chgData name="Georg Pinne" userId="05574ceb-d5e8-42ed-bfd7-165f914e3d1e" providerId="ADAL" clId="{14DE94AD-E44B-40F8-B136-629967EB4B1E}" dt="2021-02-25T12:22:29.200" v="3636" actId="1036"/>
          <ac:graphicFrameMkLst>
            <pc:docMk/>
            <pc:sldMk cId="125384437" sldId="379"/>
            <ac:graphicFrameMk id="65" creationId="{97966EA8-3912-4A1E-9AB0-35497AC25E5B}"/>
          </ac:graphicFrameMkLst>
        </pc:graphicFrameChg>
        <pc:graphicFrameChg chg="mod modGraphic">
          <ac:chgData name="Georg Pinne" userId="05574ceb-d5e8-42ed-bfd7-165f914e3d1e" providerId="ADAL" clId="{14DE94AD-E44B-40F8-B136-629967EB4B1E}" dt="2021-02-25T14:45:38.857" v="4551" actId="1038"/>
          <ac:graphicFrameMkLst>
            <pc:docMk/>
            <pc:sldMk cId="125384437" sldId="379"/>
            <ac:graphicFrameMk id="73" creationId="{41405FEF-F756-4997-A107-DE5F231CA5E0}"/>
          </ac:graphicFrameMkLst>
        </pc:graphicFrameChg>
      </pc:sldChg>
      <pc:sldChg chg="add del">
        <pc:chgData name="Georg Pinne" userId="05574ceb-d5e8-42ed-bfd7-165f914e3d1e" providerId="ADAL" clId="{14DE94AD-E44B-40F8-B136-629967EB4B1E}" dt="2021-02-25T15:28:56.124" v="4781" actId="47"/>
        <pc:sldMkLst>
          <pc:docMk/>
          <pc:sldMk cId="1181494989" sldId="380"/>
        </pc:sldMkLst>
      </pc:sldChg>
      <pc:sldChg chg="addSp delSp modSp add mod">
        <pc:chgData name="Georg Pinne" userId="05574ceb-d5e8-42ed-bfd7-165f914e3d1e" providerId="ADAL" clId="{14DE94AD-E44B-40F8-B136-629967EB4B1E}" dt="2021-02-26T16:31:08.562" v="8509" actId="1076"/>
        <pc:sldMkLst>
          <pc:docMk/>
          <pc:sldMk cId="3039519431" sldId="380"/>
        </pc:sldMkLst>
        <pc:spChg chg="del">
          <ac:chgData name="Georg Pinne" userId="05574ceb-d5e8-42ed-bfd7-165f914e3d1e" providerId="ADAL" clId="{14DE94AD-E44B-40F8-B136-629967EB4B1E}" dt="2021-02-25T18:51:44.373" v="6936" actId="478"/>
          <ac:spMkLst>
            <pc:docMk/>
            <pc:sldMk cId="3039519431" sldId="380"/>
            <ac:spMk id="9" creationId="{69390331-B8FE-4F32-8C9E-7A53BB4BC07A}"/>
          </ac:spMkLst>
        </pc:spChg>
        <pc:spChg chg="del">
          <ac:chgData name="Georg Pinne" userId="05574ceb-d5e8-42ed-bfd7-165f914e3d1e" providerId="ADAL" clId="{14DE94AD-E44B-40F8-B136-629967EB4B1E}" dt="2021-02-25T18:51:44.373" v="6936" actId="478"/>
          <ac:spMkLst>
            <pc:docMk/>
            <pc:sldMk cId="3039519431" sldId="380"/>
            <ac:spMk id="10" creationId="{9DCE7BD6-779C-4D5A-85DB-52B81C95F673}"/>
          </ac:spMkLst>
        </pc:spChg>
        <pc:spChg chg="del">
          <ac:chgData name="Georg Pinne" userId="05574ceb-d5e8-42ed-bfd7-165f914e3d1e" providerId="ADAL" clId="{14DE94AD-E44B-40F8-B136-629967EB4B1E}" dt="2021-02-25T18:51:44.373" v="6936" actId="478"/>
          <ac:spMkLst>
            <pc:docMk/>
            <pc:sldMk cId="3039519431" sldId="380"/>
            <ac:spMk id="12" creationId="{226E2483-4984-47B5-89D4-AF32616235DB}"/>
          </ac:spMkLst>
        </pc:spChg>
        <pc:spChg chg="del">
          <ac:chgData name="Georg Pinne" userId="05574ceb-d5e8-42ed-bfd7-165f914e3d1e" providerId="ADAL" clId="{14DE94AD-E44B-40F8-B136-629967EB4B1E}" dt="2021-02-25T18:51:44.373" v="6936" actId="478"/>
          <ac:spMkLst>
            <pc:docMk/>
            <pc:sldMk cId="3039519431" sldId="380"/>
            <ac:spMk id="13" creationId="{61196F15-3DDF-4AB5-B427-B5EEF770068F}"/>
          </ac:spMkLst>
        </pc:spChg>
        <pc:spChg chg="del">
          <ac:chgData name="Georg Pinne" userId="05574ceb-d5e8-42ed-bfd7-165f914e3d1e" providerId="ADAL" clId="{14DE94AD-E44B-40F8-B136-629967EB4B1E}" dt="2021-02-25T18:51:44.373" v="6936" actId="478"/>
          <ac:spMkLst>
            <pc:docMk/>
            <pc:sldMk cId="3039519431" sldId="380"/>
            <ac:spMk id="14" creationId="{746F2A60-761B-4C81-867D-F42D54E74E78}"/>
          </ac:spMkLst>
        </pc:spChg>
        <pc:spChg chg="del">
          <ac:chgData name="Georg Pinne" userId="05574ceb-d5e8-42ed-bfd7-165f914e3d1e" providerId="ADAL" clId="{14DE94AD-E44B-40F8-B136-629967EB4B1E}" dt="2021-02-25T18:51:44.373" v="6936" actId="478"/>
          <ac:spMkLst>
            <pc:docMk/>
            <pc:sldMk cId="3039519431" sldId="380"/>
            <ac:spMk id="15" creationId="{F7D5B727-7977-434A-A531-89B6797F2FFD}"/>
          </ac:spMkLst>
        </pc:spChg>
        <pc:spChg chg="del">
          <ac:chgData name="Georg Pinne" userId="05574ceb-d5e8-42ed-bfd7-165f914e3d1e" providerId="ADAL" clId="{14DE94AD-E44B-40F8-B136-629967EB4B1E}" dt="2021-02-25T18:51:44.373" v="6936" actId="478"/>
          <ac:spMkLst>
            <pc:docMk/>
            <pc:sldMk cId="3039519431" sldId="380"/>
            <ac:spMk id="17" creationId="{6463A356-41CB-431A-B64A-82A08D020821}"/>
          </ac:spMkLst>
        </pc:spChg>
        <pc:spChg chg="add mod">
          <ac:chgData name="Georg Pinne" userId="05574ceb-d5e8-42ed-bfd7-165f914e3d1e" providerId="ADAL" clId="{14DE94AD-E44B-40F8-B136-629967EB4B1E}" dt="2021-02-26T16:29:53.392" v="8498" actId="20577"/>
          <ac:spMkLst>
            <pc:docMk/>
            <pc:sldMk cId="3039519431" sldId="380"/>
            <ac:spMk id="18" creationId="{9603644A-10B6-42A8-B65C-617222C58FB2}"/>
          </ac:spMkLst>
        </pc:spChg>
        <pc:spChg chg="add mod">
          <ac:chgData name="Georg Pinne" userId="05574ceb-d5e8-42ed-bfd7-165f914e3d1e" providerId="ADAL" clId="{14DE94AD-E44B-40F8-B136-629967EB4B1E}" dt="2021-02-25T19:00:30.685" v="6962" actId="14100"/>
          <ac:spMkLst>
            <pc:docMk/>
            <pc:sldMk cId="3039519431" sldId="380"/>
            <ac:spMk id="19" creationId="{119462EC-D93D-4EF9-92CD-81CDE8862681}"/>
          </ac:spMkLst>
        </pc:spChg>
        <pc:spChg chg="add del mod">
          <ac:chgData name="Georg Pinne" userId="05574ceb-d5e8-42ed-bfd7-165f914e3d1e" providerId="ADAL" clId="{14DE94AD-E44B-40F8-B136-629967EB4B1E}" dt="2021-02-25T19:01:43.076" v="6975" actId="478"/>
          <ac:spMkLst>
            <pc:docMk/>
            <pc:sldMk cId="3039519431" sldId="380"/>
            <ac:spMk id="20" creationId="{C7A5BC40-6E7C-43EA-9A6D-3DAD9F028314}"/>
          </ac:spMkLst>
        </pc:spChg>
        <pc:spChg chg="add mod">
          <ac:chgData name="Georg Pinne" userId="05574ceb-d5e8-42ed-bfd7-165f914e3d1e" providerId="ADAL" clId="{14DE94AD-E44B-40F8-B136-629967EB4B1E}" dt="2021-02-26T16:04:37.120" v="8271" actId="403"/>
          <ac:spMkLst>
            <pc:docMk/>
            <pc:sldMk cId="3039519431" sldId="380"/>
            <ac:spMk id="21" creationId="{0087B16B-951C-4F7D-9727-F87E69B64DFC}"/>
          </ac:spMkLst>
        </pc:spChg>
        <pc:spChg chg="add del mod">
          <ac:chgData name="Georg Pinne" userId="05574ceb-d5e8-42ed-bfd7-165f914e3d1e" providerId="ADAL" clId="{14DE94AD-E44B-40F8-B136-629967EB4B1E}" dt="2021-02-25T19:00:02.574" v="6956" actId="478"/>
          <ac:spMkLst>
            <pc:docMk/>
            <pc:sldMk cId="3039519431" sldId="380"/>
            <ac:spMk id="22" creationId="{9224080E-2201-4CD1-BB0E-3452F77F7834}"/>
          </ac:spMkLst>
        </pc:spChg>
        <pc:spChg chg="add mod">
          <ac:chgData name="Georg Pinne" userId="05574ceb-d5e8-42ed-bfd7-165f914e3d1e" providerId="ADAL" clId="{14DE94AD-E44B-40F8-B136-629967EB4B1E}" dt="2021-02-25T19:00:30.685" v="6962" actId="14100"/>
          <ac:spMkLst>
            <pc:docMk/>
            <pc:sldMk cId="3039519431" sldId="380"/>
            <ac:spMk id="23" creationId="{4C8CE6B1-FCA5-47DC-AD14-41601D544431}"/>
          </ac:spMkLst>
        </pc:spChg>
        <pc:spChg chg="add mod">
          <ac:chgData name="Georg Pinne" userId="05574ceb-d5e8-42ed-bfd7-165f914e3d1e" providerId="ADAL" clId="{14DE94AD-E44B-40F8-B136-629967EB4B1E}" dt="2021-02-25T19:00:30.685" v="6962" actId="14100"/>
          <ac:spMkLst>
            <pc:docMk/>
            <pc:sldMk cId="3039519431" sldId="380"/>
            <ac:spMk id="24" creationId="{31DCE643-6CBA-4C4F-8487-C712DA8E7BFE}"/>
          </ac:spMkLst>
        </pc:spChg>
        <pc:spChg chg="add del mod">
          <ac:chgData name="Georg Pinne" userId="05574ceb-d5e8-42ed-bfd7-165f914e3d1e" providerId="ADAL" clId="{14DE94AD-E44B-40F8-B136-629967EB4B1E}" dt="2021-02-25T19:01:10.210" v="6965"/>
          <ac:spMkLst>
            <pc:docMk/>
            <pc:sldMk cId="3039519431" sldId="380"/>
            <ac:spMk id="25" creationId="{33F55210-7A50-42AE-B6E3-1595775D292C}"/>
          </ac:spMkLst>
        </pc:spChg>
        <pc:spChg chg="add mod">
          <ac:chgData name="Georg Pinne" userId="05574ceb-d5e8-42ed-bfd7-165f914e3d1e" providerId="ADAL" clId="{14DE94AD-E44B-40F8-B136-629967EB4B1E}" dt="2021-02-25T19:02:23.099" v="6982" actId="20577"/>
          <ac:spMkLst>
            <pc:docMk/>
            <pc:sldMk cId="3039519431" sldId="380"/>
            <ac:spMk id="26" creationId="{087D094E-6B39-4F1A-9C59-DA8D121CD644}"/>
          </ac:spMkLst>
        </pc:spChg>
        <pc:spChg chg="add mod">
          <ac:chgData name="Georg Pinne" userId="05574ceb-d5e8-42ed-bfd7-165f914e3d1e" providerId="ADAL" clId="{14DE94AD-E44B-40F8-B136-629967EB4B1E}" dt="2021-02-25T19:41:12.718" v="7238" actId="14100"/>
          <ac:spMkLst>
            <pc:docMk/>
            <pc:sldMk cId="3039519431" sldId="380"/>
            <ac:spMk id="27" creationId="{2A932261-1FCB-4516-B84E-D709A537ADFB}"/>
          </ac:spMkLst>
        </pc:spChg>
        <pc:spChg chg="add del">
          <ac:chgData name="Georg Pinne" userId="05574ceb-d5e8-42ed-bfd7-165f914e3d1e" providerId="ADAL" clId="{14DE94AD-E44B-40F8-B136-629967EB4B1E}" dt="2021-02-26T16:30:15.836" v="8503" actId="478"/>
          <ac:spMkLst>
            <pc:docMk/>
            <pc:sldMk cId="3039519431" sldId="380"/>
            <ac:spMk id="28" creationId="{3E900B34-19CF-4CBD-AFB1-2760CAEEBD4A}"/>
          </ac:spMkLst>
        </pc:spChg>
        <pc:spChg chg="add mod">
          <ac:chgData name="Georg Pinne" userId="05574ceb-d5e8-42ed-bfd7-165f914e3d1e" providerId="ADAL" clId="{14DE94AD-E44B-40F8-B136-629967EB4B1E}" dt="2021-02-26T16:31:08.562" v="8509" actId="1076"/>
          <ac:spMkLst>
            <pc:docMk/>
            <pc:sldMk cId="3039519431" sldId="380"/>
            <ac:spMk id="29" creationId="{E51BAE91-799E-4F2C-9C1C-CB955DD1FBFB}"/>
          </ac:spMkLst>
        </pc:spChg>
      </pc:sldChg>
      <pc:sldChg chg="addSp delSp add del mod">
        <pc:chgData name="Georg Pinne" userId="05574ceb-d5e8-42ed-bfd7-165f914e3d1e" providerId="ADAL" clId="{14DE94AD-E44B-40F8-B136-629967EB4B1E}" dt="2021-02-25T17:56:13.943" v="6623" actId="47"/>
        <pc:sldMkLst>
          <pc:docMk/>
          <pc:sldMk cId="3055027245" sldId="380"/>
        </pc:sldMkLst>
        <pc:spChg chg="add del">
          <ac:chgData name="Georg Pinne" userId="05574ceb-d5e8-42ed-bfd7-165f914e3d1e" providerId="ADAL" clId="{14DE94AD-E44B-40F8-B136-629967EB4B1E}" dt="2021-02-25T17:44:53.249" v="6488" actId="21"/>
          <ac:spMkLst>
            <pc:docMk/>
            <pc:sldMk cId="3055027245" sldId="380"/>
            <ac:spMk id="3" creationId="{8D9789FF-64F0-4E74-8240-90BA7552928E}"/>
          </ac:spMkLst>
        </pc:spChg>
        <pc:spChg chg="add del">
          <ac:chgData name="Georg Pinne" userId="05574ceb-d5e8-42ed-bfd7-165f914e3d1e" providerId="ADAL" clId="{14DE94AD-E44B-40F8-B136-629967EB4B1E}" dt="2021-02-25T17:44:53.249" v="6488" actId="21"/>
          <ac:spMkLst>
            <pc:docMk/>
            <pc:sldMk cId="3055027245" sldId="380"/>
            <ac:spMk id="4" creationId="{729481F2-6864-4627-B1CA-7663EFBA050B}"/>
          </ac:spMkLst>
        </pc:spChg>
        <pc:spChg chg="add del">
          <ac:chgData name="Georg Pinne" userId="05574ceb-d5e8-42ed-bfd7-165f914e3d1e" providerId="ADAL" clId="{14DE94AD-E44B-40F8-B136-629967EB4B1E}" dt="2021-02-25T17:44:53.249" v="6488" actId="21"/>
          <ac:spMkLst>
            <pc:docMk/>
            <pc:sldMk cId="3055027245" sldId="380"/>
            <ac:spMk id="5" creationId="{FAF63DFA-F348-47C1-AFCC-3D90FAC214A6}"/>
          </ac:spMkLst>
        </pc:spChg>
        <pc:spChg chg="add del">
          <ac:chgData name="Georg Pinne" userId="05574ceb-d5e8-42ed-bfd7-165f914e3d1e" providerId="ADAL" clId="{14DE94AD-E44B-40F8-B136-629967EB4B1E}" dt="2021-02-25T17:44:53.249" v="6488" actId="21"/>
          <ac:spMkLst>
            <pc:docMk/>
            <pc:sldMk cId="3055027245" sldId="380"/>
            <ac:spMk id="6" creationId="{B66F4B24-2EED-475B-9519-C2C5C9837F24}"/>
          </ac:spMkLst>
        </pc:spChg>
        <pc:spChg chg="add del">
          <ac:chgData name="Georg Pinne" userId="05574ceb-d5e8-42ed-bfd7-165f914e3d1e" providerId="ADAL" clId="{14DE94AD-E44B-40F8-B136-629967EB4B1E}" dt="2021-02-25T17:44:53.249" v="6488" actId="21"/>
          <ac:spMkLst>
            <pc:docMk/>
            <pc:sldMk cId="3055027245" sldId="380"/>
            <ac:spMk id="8" creationId="{8935360C-74B5-4AA4-9C03-ADCF982D668E}"/>
          </ac:spMkLst>
        </pc:spChg>
        <pc:spChg chg="add del">
          <ac:chgData name="Georg Pinne" userId="05574ceb-d5e8-42ed-bfd7-165f914e3d1e" providerId="ADAL" clId="{14DE94AD-E44B-40F8-B136-629967EB4B1E}" dt="2021-02-25T17:44:53.249" v="6488" actId="21"/>
          <ac:spMkLst>
            <pc:docMk/>
            <pc:sldMk cId="3055027245" sldId="380"/>
            <ac:spMk id="10" creationId="{F329F055-97EC-472D-85D3-38649926F1E4}"/>
          </ac:spMkLst>
        </pc:spChg>
        <pc:spChg chg="add del">
          <ac:chgData name="Georg Pinne" userId="05574ceb-d5e8-42ed-bfd7-165f914e3d1e" providerId="ADAL" clId="{14DE94AD-E44B-40F8-B136-629967EB4B1E}" dt="2021-02-25T17:44:53.249" v="6488" actId="21"/>
          <ac:spMkLst>
            <pc:docMk/>
            <pc:sldMk cId="3055027245" sldId="380"/>
            <ac:spMk id="12" creationId="{1701A476-DE6F-44A6-9000-ED2FA76B35A4}"/>
          </ac:spMkLst>
        </pc:spChg>
        <pc:spChg chg="add del">
          <ac:chgData name="Georg Pinne" userId="05574ceb-d5e8-42ed-bfd7-165f914e3d1e" providerId="ADAL" clId="{14DE94AD-E44B-40F8-B136-629967EB4B1E}" dt="2021-02-25T17:44:53.249" v="6488" actId="21"/>
          <ac:spMkLst>
            <pc:docMk/>
            <pc:sldMk cId="3055027245" sldId="380"/>
            <ac:spMk id="16" creationId="{A4E3864B-D6FB-4AB6-8B56-8D4E2C0D8605}"/>
          </ac:spMkLst>
        </pc:spChg>
        <pc:spChg chg="add del">
          <ac:chgData name="Georg Pinne" userId="05574ceb-d5e8-42ed-bfd7-165f914e3d1e" providerId="ADAL" clId="{14DE94AD-E44B-40F8-B136-629967EB4B1E}" dt="2021-02-25T17:44:53.249" v="6488" actId="21"/>
          <ac:spMkLst>
            <pc:docMk/>
            <pc:sldMk cId="3055027245" sldId="380"/>
            <ac:spMk id="39" creationId="{A721CB0F-9158-4356-91D3-0D34BFC5774F}"/>
          </ac:spMkLst>
        </pc:spChg>
        <pc:spChg chg="add del">
          <ac:chgData name="Georg Pinne" userId="05574ceb-d5e8-42ed-bfd7-165f914e3d1e" providerId="ADAL" clId="{14DE94AD-E44B-40F8-B136-629967EB4B1E}" dt="2021-02-25T17:44:53.249" v="6488" actId="21"/>
          <ac:spMkLst>
            <pc:docMk/>
            <pc:sldMk cId="3055027245" sldId="380"/>
            <ac:spMk id="41" creationId="{B09A1FAF-4FF0-48BC-A4A8-DB2723C02D12}"/>
          </ac:spMkLst>
        </pc:spChg>
        <pc:spChg chg="add del">
          <ac:chgData name="Georg Pinne" userId="05574ceb-d5e8-42ed-bfd7-165f914e3d1e" providerId="ADAL" clId="{14DE94AD-E44B-40F8-B136-629967EB4B1E}" dt="2021-02-25T17:44:53.249" v="6488" actId="21"/>
          <ac:spMkLst>
            <pc:docMk/>
            <pc:sldMk cId="3055027245" sldId="380"/>
            <ac:spMk id="45" creationId="{DF2F4452-CD50-4F73-90A2-0C843270C3B0}"/>
          </ac:spMkLst>
        </pc:spChg>
        <pc:spChg chg="add del">
          <ac:chgData name="Georg Pinne" userId="05574ceb-d5e8-42ed-bfd7-165f914e3d1e" providerId="ADAL" clId="{14DE94AD-E44B-40F8-B136-629967EB4B1E}" dt="2021-02-25T17:44:53.249" v="6488" actId="21"/>
          <ac:spMkLst>
            <pc:docMk/>
            <pc:sldMk cId="3055027245" sldId="380"/>
            <ac:spMk id="46" creationId="{6B7A164E-47BC-45D4-A228-7FA2FFBA2BAC}"/>
          </ac:spMkLst>
        </pc:spChg>
        <pc:spChg chg="add del">
          <ac:chgData name="Georg Pinne" userId="05574ceb-d5e8-42ed-bfd7-165f914e3d1e" providerId="ADAL" clId="{14DE94AD-E44B-40F8-B136-629967EB4B1E}" dt="2021-02-25T17:44:53.249" v="6488" actId="21"/>
          <ac:spMkLst>
            <pc:docMk/>
            <pc:sldMk cId="3055027245" sldId="380"/>
            <ac:spMk id="48" creationId="{D1812EA0-3905-48B8-9D52-1B435A12B288}"/>
          </ac:spMkLst>
        </pc:spChg>
        <pc:spChg chg="add del">
          <ac:chgData name="Georg Pinne" userId="05574ceb-d5e8-42ed-bfd7-165f914e3d1e" providerId="ADAL" clId="{14DE94AD-E44B-40F8-B136-629967EB4B1E}" dt="2021-02-25T17:44:53.249" v="6488" actId="21"/>
          <ac:spMkLst>
            <pc:docMk/>
            <pc:sldMk cId="3055027245" sldId="380"/>
            <ac:spMk id="49" creationId="{08074E95-518D-4BA2-BA1E-6B9074EDBC26}"/>
          </ac:spMkLst>
        </pc:spChg>
        <pc:spChg chg="add del">
          <ac:chgData name="Georg Pinne" userId="05574ceb-d5e8-42ed-bfd7-165f914e3d1e" providerId="ADAL" clId="{14DE94AD-E44B-40F8-B136-629967EB4B1E}" dt="2021-02-25T17:44:53.249" v="6488" actId="21"/>
          <ac:spMkLst>
            <pc:docMk/>
            <pc:sldMk cId="3055027245" sldId="380"/>
            <ac:spMk id="50" creationId="{B12BE484-73B6-4BBC-8238-F18CE7E692BB}"/>
          </ac:spMkLst>
        </pc:spChg>
        <pc:spChg chg="add del">
          <ac:chgData name="Georg Pinne" userId="05574ceb-d5e8-42ed-bfd7-165f914e3d1e" providerId="ADAL" clId="{14DE94AD-E44B-40F8-B136-629967EB4B1E}" dt="2021-02-25T17:44:53.249" v="6488" actId="21"/>
          <ac:spMkLst>
            <pc:docMk/>
            <pc:sldMk cId="3055027245" sldId="380"/>
            <ac:spMk id="51" creationId="{BA408729-DFE2-4B73-8079-255ABC8EE996}"/>
          </ac:spMkLst>
        </pc:spChg>
        <pc:spChg chg="add del">
          <ac:chgData name="Georg Pinne" userId="05574ceb-d5e8-42ed-bfd7-165f914e3d1e" providerId="ADAL" clId="{14DE94AD-E44B-40F8-B136-629967EB4B1E}" dt="2021-02-25T17:44:53.249" v="6488" actId="21"/>
          <ac:spMkLst>
            <pc:docMk/>
            <pc:sldMk cId="3055027245" sldId="380"/>
            <ac:spMk id="52" creationId="{9F1CE815-C383-49CA-9309-34C69C7EFED3}"/>
          </ac:spMkLst>
        </pc:spChg>
        <pc:spChg chg="add del">
          <ac:chgData name="Georg Pinne" userId="05574ceb-d5e8-42ed-bfd7-165f914e3d1e" providerId="ADAL" clId="{14DE94AD-E44B-40F8-B136-629967EB4B1E}" dt="2021-02-25T17:44:53.249" v="6488" actId="21"/>
          <ac:spMkLst>
            <pc:docMk/>
            <pc:sldMk cId="3055027245" sldId="380"/>
            <ac:spMk id="54" creationId="{A71F5ECD-F2E0-4E51-B3F2-154B42D7C7C9}"/>
          </ac:spMkLst>
        </pc:spChg>
        <pc:spChg chg="add del">
          <ac:chgData name="Georg Pinne" userId="05574ceb-d5e8-42ed-bfd7-165f914e3d1e" providerId="ADAL" clId="{14DE94AD-E44B-40F8-B136-629967EB4B1E}" dt="2021-02-25T17:44:53.249" v="6488" actId="21"/>
          <ac:spMkLst>
            <pc:docMk/>
            <pc:sldMk cId="3055027245" sldId="380"/>
            <ac:spMk id="55" creationId="{4980BADD-2AF9-4B3D-ADF0-3B044D5B4760}"/>
          </ac:spMkLst>
        </pc:spChg>
        <pc:spChg chg="add del">
          <ac:chgData name="Georg Pinne" userId="05574ceb-d5e8-42ed-bfd7-165f914e3d1e" providerId="ADAL" clId="{14DE94AD-E44B-40F8-B136-629967EB4B1E}" dt="2021-02-25T17:44:53.249" v="6488" actId="21"/>
          <ac:spMkLst>
            <pc:docMk/>
            <pc:sldMk cId="3055027245" sldId="380"/>
            <ac:spMk id="56" creationId="{96775F65-8962-41DA-858D-808D2D95A145}"/>
          </ac:spMkLst>
        </pc:spChg>
        <pc:spChg chg="add del">
          <ac:chgData name="Georg Pinne" userId="05574ceb-d5e8-42ed-bfd7-165f914e3d1e" providerId="ADAL" clId="{14DE94AD-E44B-40F8-B136-629967EB4B1E}" dt="2021-02-25T17:44:53.249" v="6488" actId="21"/>
          <ac:spMkLst>
            <pc:docMk/>
            <pc:sldMk cId="3055027245" sldId="380"/>
            <ac:spMk id="58" creationId="{9372D3B0-B44E-443D-A6F4-52F4709B8736}"/>
          </ac:spMkLst>
        </pc:spChg>
        <pc:spChg chg="add del">
          <ac:chgData name="Georg Pinne" userId="05574ceb-d5e8-42ed-bfd7-165f914e3d1e" providerId="ADAL" clId="{14DE94AD-E44B-40F8-B136-629967EB4B1E}" dt="2021-02-25T17:44:53.249" v="6488" actId="21"/>
          <ac:spMkLst>
            <pc:docMk/>
            <pc:sldMk cId="3055027245" sldId="380"/>
            <ac:spMk id="60" creationId="{5697E7F3-54D8-4E78-86D7-89EF64DA327A}"/>
          </ac:spMkLst>
        </pc:spChg>
        <pc:spChg chg="add del">
          <ac:chgData name="Georg Pinne" userId="05574ceb-d5e8-42ed-bfd7-165f914e3d1e" providerId="ADAL" clId="{14DE94AD-E44B-40F8-B136-629967EB4B1E}" dt="2021-02-25T17:44:53.249" v="6488" actId="21"/>
          <ac:spMkLst>
            <pc:docMk/>
            <pc:sldMk cId="3055027245" sldId="380"/>
            <ac:spMk id="62" creationId="{CF5DD90A-1E52-4FF3-A1E0-B83FD9E3AFA3}"/>
          </ac:spMkLst>
        </pc:spChg>
        <pc:spChg chg="add del">
          <ac:chgData name="Georg Pinne" userId="05574ceb-d5e8-42ed-bfd7-165f914e3d1e" providerId="ADAL" clId="{14DE94AD-E44B-40F8-B136-629967EB4B1E}" dt="2021-02-25T17:44:53.249" v="6488" actId="21"/>
          <ac:spMkLst>
            <pc:docMk/>
            <pc:sldMk cId="3055027245" sldId="380"/>
            <ac:spMk id="64" creationId="{F5F3E1A6-9084-47FC-A634-372C2423208D}"/>
          </ac:spMkLst>
        </pc:spChg>
        <pc:spChg chg="add del">
          <ac:chgData name="Georg Pinne" userId="05574ceb-d5e8-42ed-bfd7-165f914e3d1e" providerId="ADAL" clId="{14DE94AD-E44B-40F8-B136-629967EB4B1E}" dt="2021-02-25T17:44:53.249" v="6488" actId="21"/>
          <ac:spMkLst>
            <pc:docMk/>
            <pc:sldMk cId="3055027245" sldId="380"/>
            <ac:spMk id="70" creationId="{F0418DAA-80D1-41E7-AB72-2CB84EE32F35}"/>
          </ac:spMkLst>
        </pc:spChg>
        <pc:spChg chg="add del">
          <ac:chgData name="Georg Pinne" userId="05574ceb-d5e8-42ed-bfd7-165f914e3d1e" providerId="ADAL" clId="{14DE94AD-E44B-40F8-B136-629967EB4B1E}" dt="2021-02-25T17:44:53.249" v="6488" actId="21"/>
          <ac:spMkLst>
            <pc:docMk/>
            <pc:sldMk cId="3055027245" sldId="380"/>
            <ac:spMk id="71" creationId="{413BAF9B-4869-4203-85D6-8797096D6FE7}"/>
          </ac:spMkLst>
        </pc:spChg>
        <pc:spChg chg="add del">
          <ac:chgData name="Georg Pinne" userId="05574ceb-d5e8-42ed-bfd7-165f914e3d1e" providerId="ADAL" clId="{14DE94AD-E44B-40F8-B136-629967EB4B1E}" dt="2021-02-25T17:44:53.249" v="6488" actId="21"/>
          <ac:spMkLst>
            <pc:docMk/>
            <pc:sldMk cId="3055027245" sldId="380"/>
            <ac:spMk id="72" creationId="{C4900AE7-1D53-4069-BCB2-04C7C49A9626}"/>
          </ac:spMkLst>
        </pc:spChg>
        <pc:spChg chg="add del">
          <ac:chgData name="Georg Pinne" userId="05574ceb-d5e8-42ed-bfd7-165f914e3d1e" providerId="ADAL" clId="{14DE94AD-E44B-40F8-B136-629967EB4B1E}" dt="2021-02-25T17:44:53.249" v="6488" actId="21"/>
          <ac:spMkLst>
            <pc:docMk/>
            <pc:sldMk cId="3055027245" sldId="380"/>
            <ac:spMk id="73" creationId="{05F22786-EF3E-4E81-81ED-8AAF395241F8}"/>
          </ac:spMkLst>
        </pc:spChg>
        <pc:spChg chg="add del">
          <ac:chgData name="Georg Pinne" userId="05574ceb-d5e8-42ed-bfd7-165f914e3d1e" providerId="ADAL" clId="{14DE94AD-E44B-40F8-B136-629967EB4B1E}" dt="2021-02-25T17:44:53.249" v="6488" actId="21"/>
          <ac:spMkLst>
            <pc:docMk/>
            <pc:sldMk cId="3055027245" sldId="380"/>
            <ac:spMk id="74" creationId="{DB24A6C1-49ED-4477-8878-489C61E2CDD8}"/>
          </ac:spMkLst>
        </pc:spChg>
        <pc:spChg chg="add del">
          <ac:chgData name="Georg Pinne" userId="05574ceb-d5e8-42ed-bfd7-165f914e3d1e" providerId="ADAL" clId="{14DE94AD-E44B-40F8-B136-629967EB4B1E}" dt="2021-02-25T17:44:53.249" v="6488" actId="21"/>
          <ac:spMkLst>
            <pc:docMk/>
            <pc:sldMk cId="3055027245" sldId="380"/>
            <ac:spMk id="75" creationId="{0AC05239-FDC9-4C28-9D7A-3F02484905EB}"/>
          </ac:spMkLst>
        </pc:spChg>
        <pc:spChg chg="add del">
          <ac:chgData name="Georg Pinne" userId="05574ceb-d5e8-42ed-bfd7-165f914e3d1e" providerId="ADAL" clId="{14DE94AD-E44B-40F8-B136-629967EB4B1E}" dt="2021-02-25T17:44:53.249" v="6488" actId="21"/>
          <ac:spMkLst>
            <pc:docMk/>
            <pc:sldMk cId="3055027245" sldId="380"/>
            <ac:spMk id="77" creationId="{5CCCD021-0B3A-4761-9014-9F6D2981B016}"/>
          </ac:spMkLst>
        </pc:spChg>
        <pc:spChg chg="add del">
          <ac:chgData name="Georg Pinne" userId="05574ceb-d5e8-42ed-bfd7-165f914e3d1e" providerId="ADAL" clId="{14DE94AD-E44B-40F8-B136-629967EB4B1E}" dt="2021-02-25T17:44:53.249" v="6488" actId="21"/>
          <ac:spMkLst>
            <pc:docMk/>
            <pc:sldMk cId="3055027245" sldId="380"/>
            <ac:spMk id="78" creationId="{BB19B2C5-7A87-4A11-8895-3F7E3D3FA52D}"/>
          </ac:spMkLst>
        </pc:spChg>
        <pc:spChg chg="add del">
          <ac:chgData name="Georg Pinne" userId="05574ceb-d5e8-42ed-bfd7-165f914e3d1e" providerId="ADAL" clId="{14DE94AD-E44B-40F8-B136-629967EB4B1E}" dt="2021-02-25T17:44:53.249" v="6488" actId="21"/>
          <ac:spMkLst>
            <pc:docMk/>
            <pc:sldMk cId="3055027245" sldId="380"/>
            <ac:spMk id="79" creationId="{04400493-071B-4370-BFC8-DE47F6E4B451}"/>
          </ac:spMkLst>
        </pc:spChg>
        <pc:spChg chg="add del">
          <ac:chgData name="Georg Pinne" userId="05574ceb-d5e8-42ed-bfd7-165f914e3d1e" providerId="ADAL" clId="{14DE94AD-E44B-40F8-B136-629967EB4B1E}" dt="2021-02-25T17:44:53.249" v="6488" actId="21"/>
          <ac:spMkLst>
            <pc:docMk/>
            <pc:sldMk cId="3055027245" sldId="380"/>
            <ac:spMk id="81" creationId="{E6EA73A6-32D4-48B0-9488-627B28DDB6D5}"/>
          </ac:spMkLst>
        </pc:spChg>
        <pc:spChg chg="add del">
          <ac:chgData name="Georg Pinne" userId="05574ceb-d5e8-42ed-bfd7-165f914e3d1e" providerId="ADAL" clId="{14DE94AD-E44B-40F8-B136-629967EB4B1E}" dt="2021-02-25T17:44:53.249" v="6488" actId="21"/>
          <ac:spMkLst>
            <pc:docMk/>
            <pc:sldMk cId="3055027245" sldId="380"/>
            <ac:spMk id="84" creationId="{59CF519C-B78C-421E-87E6-45ECB2680BB4}"/>
          </ac:spMkLst>
        </pc:spChg>
        <pc:grpChg chg="add del">
          <ac:chgData name="Georg Pinne" userId="05574ceb-d5e8-42ed-bfd7-165f914e3d1e" providerId="ADAL" clId="{14DE94AD-E44B-40F8-B136-629967EB4B1E}" dt="2021-02-25T17:44:53.249" v="6488" actId="21"/>
          <ac:grpSpMkLst>
            <pc:docMk/>
            <pc:sldMk cId="3055027245" sldId="380"/>
            <ac:grpSpMk id="9" creationId="{5EBA13E2-EA61-4CB5-80F7-E262944DA56F}"/>
          </ac:grpSpMkLst>
        </pc:grpChg>
        <pc:graphicFrameChg chg="add del">
          <ac:chgData name="Georg Pinne" userId="05574ceb-d5e8-42ed-bfd7-165f914e3d1e" providerId="ADAL" clId="{14DE94AD-E44B-40F8-B136-629967EB4B1E}" dt="2021-02-25T17:44:53.249" v="6488" actId="21"/>
          <ac:graphicFrameMkLst>
            <pc:docMk/>
            <pc:sldMk cId="3055027245" sldId="380"/>
            <ac:graphicFrameMk id="11" creationId="{5F9EFB35-A766-4E11-A3DC-1DB71009D81A}"/>
          </ac:graphicFrameMkLst>
        </pc:graphicFrameChg>
        <pc:graphicFrameChg chg="add del">
          <ac:chgData name="Georg Pinne" userId="05574ceb-d5e8-42ed-bfd7-165f914e3d1e" providerId="ADAL" clId="{14DE94AD-E44B-40F8-B136-629967EB4B1E}" dt="2021-02-25T17:44:53.249" v="6488" actId="21"/>
          <ac:graphicFrameMkLst>
            <pc:docMk/>
            <pc:sldMk cId="3055027245" sldId="380"/>
            <ac:graphicFrameMk id="21" creationId="{F3D885F7-9E12-4F88-8CC4-AD508CAB81B4}"/>
          </ac:graphicFrameMkLst>
        </pc:graphicFrameChg>
        <pc:graphicFrameChg chg="add del">
          <ac:chgData name="Georg Pinne" userId="05574ceb-d5e8-42ed-bfd7-165f914e3d1e" providerId="ADAL" clId="{14DE94AD-E44B-40F8-B136-629967EB4B1E}" dt="2021-02-25T17:44:53.249" v="6488" actId="21"/>
          <ac:graphicFrameMkLst>
            <pc:docMk/>
            <pc:sldMk cId="3055027245" sldId="380"/>
            <ac:graphicFrameMk id="44" creationId="{5C9A6323-E1C8-4152-9ABD-71593D48BBC1}"/>
          </ac:graphicFrameMkLst>
        </pc:graphicFrameChg>
        <pc:cxnChg chg="add del">
          <ac:chgData name="Georg Pinne" userId="05574ceb-d5e8-42ed-bfd7-165f914e3d1e" providerId="ADAL" clId="{14DE94AD-E44B-40F8-B136-629967EB4B1E}" dt="2021-02-25T17:44:53.249" v="6488" actId="21"/>
          <ac:cxnSpMkLst>
            <pc:docMk/>
            <pc:sldMk cId="3055027245" sldId="380"/>
            <ac:cxnSpMk id="17" creationId="{24005C22-C458-462C-8BA8-BEE64C7911EF}"/>
          </ac:cxnSpMkLst>
        </pc:cxnChg>
        <pc:cxnChg chg="add del">
          <ac:chgData name="Georg Pinne" userId="05574ceb-d5e8-42ed-bfd7-165f914e3d1e" providerId="ADAL" clId="{14DE94AD-E44B-40F8-B136-629967EB4B1E}" dt="2021-02-25T17:44:53.249" v="6488" actId="21"/>
          <ac:cxnSpMkLst>
            <pc:docMk/>
            <pc:sldMk cId="3055027245" sldId="380"/>
            <ac:cxnSpMk id="76" creationId="{93FC1C9E-A0E4-45BC-AA36-896AEA614EB9}"/>
          </ac:cxnSpMkLst>
        </pc:cxnChg>
      </pc:sldChg>
      <pc:sldChg chg="add del">
        <pc:chgData name="Georg Pinne" userId="05574ceb-d5e8-42ed-bfd7-165f914e3d1e" providerId="ADAL" clId="{14DE94AD-E44B-40F8-B136-629967EB4B1E}" dt="2021-02-25T18:11:46.919" v="6728" actId="47"/>
        <pc:sldMkLst>
          <pc:docMk/>
          <pc:sldMk cId="3711108998" sldId="380"/>
        </pc:sldMkLst>
      </pc:sldChg>
      <pc:sldChg chg="add del">
        <pc:chgData name="Georg Pinne" userId="05574ceb-d5e8-42ed-bfd7-165f914e3d1e" providerId="ADAL" clId="{14DE94AD-E44B-40F8-B136-629967EB4B1E}" dt="2021-02-25T17:56:39.577" v="6626"/>
        <pc:sldMkLst>
          <pc:docMk/>
          <pc:sldMk cId="2090208989" sldId="381"/>
        </pc:sldMkLst>
      </pc:sldChg>
      <pc:sldChg chg="addSp delSp modSp add mod ord">
        <pc:chgData name="Georg Pinne" userId="05574ceb-d5e8-42ed-bfd7-165f914e3d1e" providerId="ADAL" clId="{14DE94AD-E44B-40F8-B136-629967EB4B1E}" dt="2021-02-26T16:09:26.570" v="8321" actId="404"/>
        <pc:sldMkLst>
          <pc:docMk/>
          <pc:sldMk cId="2436420133" sldId="381"/>
        </pc:sldMkLst>
        <pc:spChg chg="mod">
          <ac:chgData name="Georg Pinne" userId="05574ceb-d5e8-42ed-bfd7-165f914e3d1e" providerId="ADAL" clId="{14DE94AD-E44B-40F8-B136-629967EB4B1E}" dt="2021-02-25T19:48:50.519" v="7380" actId="20577"/>
          <ac:spMkLst>
            <pc:docMk/>
            <pc:sldMk cId="2436420133" sldId="381"/>
            <ac:spMk id="2" creationId="{C1E6EBE8-3874-48DF-964A-B23A7CC7B215}"/>
          </ac:spMkLst>
        </pc:spChg>
        <pc:spChg chg="add mod">
          <ac:chgData name="Georg Pinne" userId="05574ceb-d5e8-42ed-bfd7-165f914e3d1e" providerId="ADAL" clId="{14DE94AD-E44B-40F8-B136-629967EB4B1E}" dt="2021-02-26T16:09:10.453" v="8318" actId="1076"/>
          <ac:spMkLst>
            <pc:docMk/>
            <pc:sldMk cId="2436420133" sldId="381"/>
            <ac:spMk id="12" creationId="{16A91DB2-C5AA-41E3-B780-F9F3382045CC}"/>
          </ac:spMkLst>
        </pc:spChg>
        <pc:spChg chg="add del">
          <ac:chgData name="Georg Pinne" userId="05574ceb-d5e8-42ed-bfd7-165f914e3d1e" providerId="ADAL" clId="{14DE94AD-E44B-40F8-B136-629967EB4B1E}" dt="2021-02-25T19:49:46.622" v="7390" actId="22"/>
          <ac:spMkLst>
            <pc:docMk/>
            <pc:sldMk cId="2436420133" sldId="381"/>
            <ac:spMk id="15" creationId="{F93AF081-8BD0-4C5E-BF97-BFDFFC390007}"/>
          </ac:spMkLst>
        </pc:spChg>
        <pc:spChg chg="add mod">
          <ac:chgData name="Georg Pinne" userId="05574ceb-d5e8-42ed-bfd7-165f914e3d1e" providerId="ADAL" clId="{14DE94AD-E44B-40F8-B136-629967EB4B1E}" dt="2021-02-26T16:09:26.570" v="8321" actId="404"/>
          <ac:spMkLst>
            <pc:docMk/>
            <pc:sldMk cId="2436420133" sldId="381"/>
            <ac:spMk id="17" creationId="{FFD2E105-D6F5-4567-AA48-8A5E738BE5BA}"/>
          </ac:spMkLst>
        </pc:spChg>
        <pc:spChg chg="add del mod ord">
          <ac:chgData name="Georg Pinne" userId="05574ceb-d5e8-42ed-bfd7-165f914e3d1e" providerId="ADAL" clId="{14DE94AD-E44B-40F8-B136-629967EB4B1E}" dt="2021-02-25T19:52:08.407" v="7437"/>
          <ac:spMkLst>
            <pc:docMk/>
            <pc:sldMk cId="2436420133" sldId="381"/>
            <ac:spMk id="18" creationId="{E7ECE65D-BB62-4E40-A9F8-AC324240C8CB}"/>
          </ac:spMkLst>
        </pc:spChg>
        <pc:spChg chg="add mod ord">
          <ac:chgData name="Georg Pinne" userId="05574ceb-d5e8-42ed-bfd7-165f914e3d1e" providerId="ADAL" clId="{14DE94AD-E44B-40F8-B136-629967EB4B1E}" dt="2021-02-25T19:57:52.914" v="7508" actId="1035"/>
          <ac:spMkLst>
            <pc:docMk/>
            <pc:sldMk cId="2436420133" sldId="381"/>
            <ac:spMk id="19" creationId="{0BEE1A38-4097-43CC-BA3B-2579F4766BCB}"/>
          </ac:spMkLst>
        </pc:spChg>
        <pc:spChg chg="add mod ord">
          <ac:chgData name="Georg Pinne" userId="05574ceb-d5e8-42ed-bfd7-165f914e3d1e" providerId="ADAL" clId="{14DE94AD-E44B-40F8-B136-629967EB4B1E}" dt="2021-02-25T19:52:41.890" v="7447" actId="167"/>
          <ac:spMkLst>
            <pc:docMk/>
            <pc:sldMk cId="2436420133" sldId="381"/>
            <ac:spMk id="20" creationId="{2E4A5120-418F-458E-87FD-29EA320865F5}"/>
          </ac:spMkLst>
        </pc:spChg>
        <pc:spChg chg="del mod">
          <ac:chgData name="Georg Pinne" userId="05574ceb-d5e8-42ed-bfd7-165f914e3d1e" providerId="ADAL" clId="{14DE94AD-E44B-40F8-B136-629967EB4B1E}" dt="2021-02-25T19:52:38.431" v="7445" actId="478"/>
          <ac:spMkLst>
            <pc:docMk/>
            <pc:sldMk cId="2436420133" sldId="381"/>
            <ac:spMk id="29" creationId="{C529938F-8975-46FA-BDF8-16B7141D21E0}"/>
          </ac:spMkLst>
        </pc:spChg>
        <pc:spChg chg="del mod">
          <ac:chgData name="Georg Pinne" userId="05574ceb-d5e8-42ed-bfd7-165f914e3d1e" providerId="ADAL" clId="{14DE94AD-E44B-40F8-B136-629967EB4B1E}" dt="2021-02-25T19:52:10.244" v="7438" actId="478"/>
          <ac:spMkLst>
            <pc:docMk/>
            <pc:sldMk cId="2436420133" sldId="381"/>
            <ac:spMk id="31" creationId="{D7AE6437-C4AF-4713-8C6F-0E4497058174}"/>
          </ac:spMkLst>
        </pc:spChg>
        <pc:spChg chg="del mod">
          <ac:chgData name="Georg Pinne" userId="05574ceb-d5e8-42ed-bfd7-165f914e3d1e" providerId="ADAL" clId="{14DE94AD-E44B-40F8-B136-629967EB4B1E}" dt="2021-02-25T19:47:59.594" v="7311" actId="478"/>
          <ac:spMkLst>
            <pc:docMk/>
            <pc:sldMk cId="2436420133" sldId="381"/>
            <ac:spMk id="32" creationId="{E36FB202-51B9-48EB-BD30-3E8177226F20}"/>
          </ac:spMkLst>
        </pc:spChg>
        <pc:spChg chg="mod">
          <ac:chgData name="Georg Pinne" userId="05574ceb-d5e8-42ed-bfd7-165f914e3d1e" providerId="ADAL" clId="{14DE94AD-E44B-40F8-B136-629967EB4B1E}" dt="2021-02-26T16:09:14.699" v="8320" actId="1035"/>
          <ac:spMkLst>
            <pc:docMk/>
            <pc:sldMk cId="2436420133" sldId="381"/>
            <ac:spMk id="37" creationId="{A8AE5655-7F48-4276-8446-5749987D77B8}"/>
          </ac:spMkLst>
        </pc:spChg>
        <pc:spChg chg="add del mod">
          <ac:chgData name="Georg Pinne" userId="05574ceb-d5e8-42ed-bfd7-165f914e3d1e" providerId="ADAL" clId="{14DE94AD-E44B-40F8-B136-629967EB4B1E}" dt="2021-02-25T19:49:49.275" v="7392" actId="478"/>
          <ac:spMkLst>
            <pc:docMk/>
            <pc:sldMk cId="2436420133" sldId="381"/>
            <ac:spMk id="39" creationId="{31A890B4-BC19-4F53-B4EC-BA571D8E6C6E}"/>
          </ac:spMkLst>
        </pc:spChg>
        <pc:spChg chg="mod">
          <ac:chgData name="Georg Pinne" userId="05574ceb-d5e8-42ed-bfd7-165f914e3d1e" providerId="ADAL" clId="{14DE94AD-E44B-40F8-B136-629967EB4B1E}" dt="2021-02-25T19:53:44.576" v="7456" actId="207"/>
          <ac:spMkLst>
            <pc:docMk/>
            <pc:sldMk cId="2436420133" sldId="381"/>
            <ac:spMk id="42" creationId="{636855C7-C16A-45A0-93A5-923705817DF8}"/>
          </ac:spMkLst>
        </pc:spChg>
        <pc:graphicFrameChg chg="add mod">
          <ac:chgData name="Georg Pinne" userId="05574ceb-d5e8-42ed-bfd7-165f914e3d1e" providerId="ADAL" clId="{14DE94AD-E44B-40F8-B136-629967EB4B1E}" dt="2021-02-25T19:49:23.985" v="7385" actId="1076"/>
          <ac:graphicFrameMkLst>
            <pc:docMk/>
            <pc:sldMk cId="2436420133" sldId="381"/>
            <ac:graphicFrameMk id="13" creationId="{6227651A-17FE-4530-9E6E-D2F19FBA343A}"/>
          </ac:graphicFrameMkLst>
        </pc:graphicFrameChg>
        <pc:graphicFrameChg chg="del">
          <ac:chgData name="Georg Pinne" userId="05574ceb-d5e8-42ed-bfd7-165f914e3d1e" providerId="ADAL" clId="{14DE94AD-E44B-40F8-B136-629967EB4B1E}" dt="2021-02-25T19:48:53.935" v="7381" actId="478"/>
          <ac:graphicFrameMkLst>
            <pc:docMk/>
            <pc:sldMk cId="2436420133" sldId="381"/>
            <ac:graphicFrameMk id="43" creationId="{C781436B-8FDE-48C3-83F9-A13AFBB7A4BC}"/>
          </ac:graphicFrameMkLst>
        </pc:graphicFrameChg>
      </pc:sldChg>
      <pc:sldChg chg="add del">
        <pc:chgData name="Georg Pinne" userId="05574ceb-d5e8-42ed-bfd7-165f914e3d1e" providerId="ADAL" clId="{14DE94AD-E44B-40F8-B136-629967EB4B1E}" dt="2021-02-25T19:39:07.562" v="7221" actId="47"/>
        <pc:sldMkLst>
          <pc:docMk/>
          <pc:sldMk cId="2492971845" sldId="381"/>
        </pc:sldMkLst>
      </pc:sldChg>
      <pc:sldChg chg="addSp delSp modSp add mod ord">
        <pc:chgData name="Georg Pinne" userId="05574ceb-d5e8-42ed-bfd7-165f914e3d1e" providerId="ADAL" clId="{14DE94AD-E44B-40F8-B136-629967EB4B1E}" dt="2021-02-26T16:12:12.862" v="8343" actId="404"/>
        <pc:sldMkLst>
          <pc:docMk/>
          <pc:sldMk cId="1220646678" sldId="382"/>
        </pc:sldMkLst>
        <pc:spChg chg="mod">
          <ac:chgData name="Georg Pinne" userId="05574ceb-d5e8-42ed-bfd7-165f914e3d1e" providerId="ADAL" clId="{14DE94AD-E44B-40F8-B136-629967EB4B1E}" dt="2021-02-25T19:50:42.558" v="7401"/>
          <ac:spMkLst>
            <pc:docMk/>
            <pc:sldMk cId="1220646678" sldId="382"/>
            <ac:spMk id="2" creationId="{C1E6EBE8-3874-48DF-964A-B23A7CC7B215}"/>
          </ac:spMkLst>
        </pc:spChg>
        <pc:spChg chg="add mod">
          <ac:chgData name="Georg Pinne" userId="05574ceb-d5e8-42ed-bfd7-165f914e3d1e" providerId="ADAL" clId="{14DE94AD-E44B-40F8-B136-629967EB4B1E}" dt="2021-02-26T16:12:12.862" v="8343" actId="404"/>
          <ac:spMkLst>
            <pc:docMk/>
            <pc:sldMk cId="1220646678" sldId="382"/>
            <ac:spMk id="13" creationId="{B557AE5B-BFD0-4D34-8BB4-FC9076FE1661}"/>
          </ac:spMkLst>
        </pc:spChg>
        <pc:spChg chg="add mod ord">
          <ac:chgData name="Georg Pinne" userId="05574ceb-d5e8-42ed-bfd7-165f914e3d1e" providerId="ADAL" clId="{14DE94AD-E44B-40F8-B136-629967EB4B1E}" dt="2021-02-25T19:52:49.580" v="7450" actId="167"/>
          <ac:spMkLst>
            <pc:docMk/>
            <pc:sldMk cId="1220646678" sldId="382"/>
            <ac:spMk id="14" creationId="{97A2A77E-83F7-4653-BD19-7C76DC1DD3CE}"/>
          </ac:spMkLst>
        </pc:spChg>
        <pc:spChg chg="add del mod">
          <ac:chgData name="Georg Pinne" userId="05574ceb-d5e8-42ed-bfd7-165f914e3d1e" providerId="ADAL" clId="{14DE94AD-E44B-40F8-B136-629967EB4B1E}" dt="2021-02-25T19:54:39.332" v="7470"/>
          <ac:spMkLst>
            <pc:docMk/>
            <pc:sldMk cId="1220646678" sldId="382"/>
            <ac:spMk id="15" creationId="{25F24780-5805-4C54-B88D-DB5E28128D9C}"/>
          </ac:spMkLst>
        </pc:spChg>
        <pc:spChg chg="add mod">
          <ac:chgData name="Georg Pinne" userId="05574ceb-d5e8-42ed-bfd7-165f914e3d1e" providerId="ADAL" clId="{14DE94AD-E44B-40F8-B136-629967EB4B1E}" dt="2021-02-26T16:09:37.416" v="8322" actId="404"/>
          <ac:spMkLst>
            <pc:docMk/>
            <pc:sldMk cId="1220646678" sldId="382"/>
            <ac:spMk id="17" creationId="{59966631-2799-46E9-8FCD-6519C639A459}"/>
          </ac:spMkLst>
        </pc:spChg>
        <pc:spChg chg="del">
          <ac:chgData name="Georg Pinne" userId="05574ceb-d5e8-42ed-bfd7-165f914e3d1e" providerId="ADAL" clId="{14DE94AD-E44B-40F8-B136-629967EB4B1E}" dt="2021-02-25T19:52:47.403" v="7448" actId="478"/>
          <ac:spMkLst>
            <pc:docMk/>
            <pc:sldMk cId="1220646678" sldId="382"/>
            <ac:spMk id="29" creationId="{C529938F-8975-46FA-BDF8-16B7141D21E0}"/>
          </ac:spMkLst>
        </pc:spChg>
        <pc:spChg chg="mod">
          <ac:chgData name="Georg Pinne" userId="05574ceb-d5e8-42ed-bfd7-165f914e3d1e" providerId="ADAL" clId="{14DE94AD-E44B-40F8-B136-629967EB4B1E}" dt="2021-02-25T19:57:49.933" v="7507" actId="1035"/>
          <ac:spMkLst>
            <pc:docMk/>
            <pc:sldMk cId="1220646678" sldId="382"/>
            <ac:spMk id="31" creationId="{D7AE6437-C4AF-4713-8C6F-0E4497058174}"/>
          </ac:spMkLst>
        </pc:spChg>
        <pc:spChg chg="del">
          <ac:chgData name="Georg Pinne" userId="05574ceb-d5e8-42ed-bfd7-165f914e3d1e" providerId="ADAL" clId="{14DE94AD-E44B-40F8-B136-629967EB4B1E}" dt="2021-02-25T19:51:17.802" v="7429" actId="478"/>
          <ac:spMkLst>
            <pc:docMk/>
            <pc:sldMk cId="1220646678" sldId="382"/>
            <ac:spMk id="32" creationId="{E36FB202-51B9-48EB-BD30-3E8177226F20}"/>
          </ac:spMkLst>
        </pc:spChg>
        <pc:spChg chg="mod">
          <ac:chgData name="Georg Pinne" userId="05574ceb-d5e8-42ed-bfd7-165f914e3d1e" providerId="ADAL" clId="{14DE94AD-E44B-40F8-B136-629967EB4B1E}" dt="2021-02-25T19:51:33.138" v="7431" actId="1035"/>
          <ac:spMkLst>
            <pc:docMk/>
            <pc:sldMk cId="1220646678" sldId="382"/>
            <ac:spMk id="37" creationId="{A8AE5655-7F48-4276-8446-5749987D77B8}"/>
          </ac:spMkLst>
        </pc:spChg>
        <pc:spChg chg="add del mod">
          <ac:chgData name="Georg Pinne" userId="05574ceb-d5e8-42ed-bfd7-165f914e3d1e" providerId="ADAL" clId="{14DE94AD-E44B-40F8-B136-629967EB4B1E}" dt="2021-02-25T19:55:27.147" v="7481" actId="478"/>
          <ac:spMkLst>
            <pc:docMk/>
            <pc:sldMk cId="1220646678" sldId="382"/>
            <ac:spMk id="39" creationId="{31A890B4-BC19-4F53-B4EC-BA571D8E6C6E}"/>
          </ac:spMkLst>
        </pc:spChg>
        <pc:spChg chg="add del">
          <ac:chgData name="Georg Pinne" userId="05574ceb-d5e8-42ed-bfd7-165f914e3d1e" providerId="ADAL" clId="{14DE94AD-E44B-40F8-B136-629967EB4B1E}" dt="2021-02-25T19:54:18.820" v="7464" actId="478"/>
          <ac:spMkLst>
            <pc:docMk/>
            <pc:sldMk cId="1220646678" sldId="382"/>
            <ac:spMk id="42" creationId="{636855C7-C16A-45A0-93A5-923705817DF8}"/>
          </ac:spMkLst>
        </pc:spChg>
        <pc:graphicFrameChg chg="del">
          <ac:chgData name="Georg Pinne" userId="05574ceb-d5e8-42ed-bfd7-165f914e3d1e" providerId="ADAL" clId="{14DE94AD-E44B-40F8-B136-629967EB4B1E}" dt="2021-02-25T19:50:27.760" v="7398" actId="478"/>
          <ac:graphicFrameMkLst>
            <pc:docMk/>
            <pc:sldMk cId="1220646678" sldId="382"/>
            <ac:graphicFrameMk id="43" creationId="{C781436B-8FDE-48C3-83F9-A13AFBB7A4BC}"/>
          </ac:graphicFrameMkLst>
        </pc:graphicFrameChg>
        <pc:picChg chg="add mod">
          <ac:chgData name="Georg Pinne" userId="05574ceb-d5e8-42ed-bfd7-165f914e3d1e" providerId="ADAL" clId="{14DE94AD-E44B-40F8-B136-629967EB4B1E}" dt="2021-02-25T20:06:18.345" v="7555" actId="14100"/>
          <ac:picMkLst>
            <pc:docMk/>
            <pc:sldMk cId="1220646678" sldId="382"/>
            <ac:picMk id="12" creationId="{58221CAD-6680-41E1-881C-E830A3BF7209}"/>
          </ac:picMkLst>
        </pc:picChg>
      </pc:sldChg>
    </pc:docChg>
  </pc:docChgLst>
  <pc:docChgLst>
    <pc:chgData name="Georg Pinne" userId="05574ceb-d5e8-42ed-bfd7-165f914e3d1e" providerId="ADAL" clId="{FEF30A8E-DEB8-46F7-920E-E132806F317C}"/>
    <pc:docChg chg="undo redo custSel addSld delSld modSld">
      <pc:chgData name="Georg Pinne" userId="05574ceb-d5e8-42ed-bfd7-165f914e3d1e" providerId="ADAL" clId="{FEF30A8E-DEB8-46F7-920E-E132806F317C}" dt="2021-02-12T17:21:20.856" v="4926" actId="1076"/>
      <pc:docMkLst>
        <pc:docMk/>
      </pc:docMkLst>
      <pc:sldChg chg="addSp modSp mod">
        <pc:chgData name="Georg Pinne" userId="05574ceb-d5e8-42ed-bfd7-165f914e3d1e" providerId="ADAL" clId="{FEF30A8E-DEB8-46F7-920E-E132806F317C}" dt="2021-02-12T09:12:02.567" v="4693" actId="1076"/>
        <pc:sldMkLst>
          <pc:docMk/>
          <pc:sldMk cId="2673889257" sldId="298"/>
        </pc:sldMkLst>
        <pc:spChg chg="mod">
          <ac:chgData name="Georg Pinne" userId="05574ceb-d5e8-42ed-bfd7-165f914e3d1e" providerId="ADAL" clId="{FEF30A8E-DEB8-46F7-920E-E132806F317C}" dt="2021-02-12T09:10:52.365" v="4676" actId="1037"/>
          <ac:spMkLst>
            <pc:docMk/>
            <pc:sldMk cId="2673889257" sldId="298"/>
            <ac:spMk id="5" creationId="{0ED05580-045B-4248-9A02-571FC98122AF}"/>
          </ac:spMkLst>
        </pc:spChg>
        <pc:spChg chg="mod">
          <ac:chgData name="Georg Pinne" userId="05574ceb-d5e8-42ed-bfd7-165f914e3d1e" providerId="ADAL" clId="{FEF30A8E-DEB8-46F7-920E-E132806F317C}" dt="2021-02-12T09:10:53.642" v="4678" actId="1037"/>
          <ac:spMkLst>
            <pc:docMk/>
            <pc:sldMk cId="2673889257" sldId="298"/>
            <ac:spMk id="58" creationId="{A239F8DC-4CC0-499B-BE67-E8A188703D74}"/>
          </ac:spMkLst>
        </pc:spChg>
        <pc:spChg chg="add mod">
          <ac:chgData name="Georg Pinne" userId="05574ceb-d5e8-42ed-bfd7-165f914e3d1e" providerId="ADAL" clId="{FEF30A8E-DEB8-46F7-920E-E132806F317C}" dt="2021-02-12T09:12:02.567" v="4693" actId="1076"/>
          <ac:spMkLst>
            <pc:docMk/>
            <pc:sldMk cId="2673889257" sldId="298"/>
            <ac:spMk id="70" creationId="{81C2FD57-644F-47AD-AEE5-9BE8C08AF65F}"/>
          </ac:spMkLst>
        </pc:spChg>
        <pc:graphicFrameChg chg="mod">
          <ac:chgData name="Georg Pinne" userId="05574ceb-d5e8-42ed-bfd7-165f914e3d1e" providerId="ADAL" clId="{FEF30A8E-DEB8-46F7-920E-E132806F317C}" dt="2021-02-12T09:11:17.143" v="4679" actId="207"/>
          <ac:graphicFrameMkLst>
            <pc:docMk/>
            <pc:sldMk cId="2673889257" sldId="298"/>
            <ac:graphicFrameMk id="68" creationId="{C5EFB841-0FB0-47B2-9DC6-EF4F581D800F}"/>
          </ac:graphicFrameMkLst>
        </pc:graphicFrameChg>
      </pc:sldChg>
      <pc:sldChg chg="modSp mod">
        <pc:chgData name="Georg Pinne" userId="05574ceb-d5e8-42ed-bfd7-165f914e3d1e" providerId="ADAL" clId="{FEF30A8E-DEB8-46F7-920E-E132806F317C}" dt="2021-02-12T05:47:48.851" v="411" actId="14100"/>
        <pc:sldMkLst>
          <pc:docMk/>
          <pc:sldMk cId="1301093302" sldId="306"/>
        </pc:sldMkLst>
        <pc:spChg chg="mod">
          <ac:chgData name="Georg Pinne" userId="05574ceb-d5e8-42ed-bfd7-165f914e3d1e" providerId="ADAL" clId="{FEF30A8E-DEB8-46F7-920E-E132806F317C}" dt="2021-02-12T05:47:48.851" v="411" actId="14100"/>
          <ac:spMkLst>
            <pc:docMk/>
            <pc:sldMk cId="1301093302" sldId="306"/>
            <ac:spMk id="12" creationId="{4CC89DFB-4752-4101-A187-80D3AA67AC04}"/>
          </ac:spMkLst>
        </pc:spChg>
      </pc:sldChg>
      <pc:sldChg chg="modSp mod">
        <pc:chgData name="Georg Pinne" userId="05574ceb-d5e8-42ed-bfd7-165f914e3d1e" providerId="ADAL" clId="{FEF30A8E-DEB8-46F7-920E-E132806F317C}" dt="2021-02-12T09:04:02.473" v="4627" actId="1076"/>
        <pc:sldMkLst>
          <pc:docMk/>
          <pc:sldMk cId="3952975784" sldId="307"/>
        </pc:sldMkLst>
        <pc:spChg chg="mod">
          <ac:chgData name="Georg Pinne" userId="05574ceb-d5e8-42ed-bfd7-165f914e3d1e" providerId="ADAL" clId="{FEF30A8E-DEB8-46F7-920E-E132806F317C}" dt="2021-02-12T09:04:02.473" v="4627" actId="1076"/>
          <ac:spMkLst>
            <pc:docMk/>
            <pc:sldMk cId="3952975784" sldId="307"/>
            <ac:spMk id="1225" creationId="{49A87BE2-8B57-4CBE-A33E-A28F03E4E6DE}"/>
          </ac:spMkLst>
        </pc:spChg>
        <pc:spChg chg="mod">
          <ac:chgData name="Georg Pinne" userId="05574ceb-d5e8-42ed-bfd7-165f914e3d1e" providerId="ADAL" clId="{FEF30A8E-DEB8-46F7-920E-E132806F317C}" dt="2021-02-12T09:03:53.376" v="4626" actId="14100"/>
          <ac:spMkLst>
            <pc:docMk/>
            <pc:sldMk cId="3952975784" sldId="307"/>
            <ac:spMk id="1229" creationId="{60FA084E-CB04-4ABA-991A-7BDB78D8408C}"/>
          </ac:spMkLst>
        </pc:spChg>
      </pc:sldChg>
      <pc:sldChg chg="addSp modSp mod">
        <pc:chgData name="Georg Pinne" userId="05574ceb-d5e8-42ed-bfd7-165f914e3d1e" providerId="ADAL" clId="{FEF30A8E-DEB8-46F7-920E-E132806F317C}" dt="2021-02-12T08:08:26.948" v="4226"/>
        <pc:sldMkLst>
          <pc:docMk/>
          <pc:sldMk cId="3083379284" sldId="308"/>
        </pc:sldMkLst>
        <pc:spChg chg="mod">
          <ac:chgData name="Georg Pinne" userId="05574ceb-d5e8-42ed-bfd7-165f914e3d1e" providerId="ADAL" clId="{FEF30A8E-DEB8-46F7-920E-E132806F317C}" dt="2021-02-12T05:51:46.271" v="710" actId="14100"/>
          <ac:spMkLst>
            <pc:docMk/>
            <pc:sldMk cId="3083379284" sldId="308"/>
            <ac:spMk id="22" creationId="{2201C571-E9A8-47C7-89FE-4181668F1B1A}"/>
          </ac:spMkLst>
        </pc:spChg>
        <pc:spChg chg="mod">
          <ac:chgData name="Georg Pinne" userId="05574ceb-d5e8-42ed-bfd7-165f914e3d1e" providerId="ADAL" clId="{FEF30A8E-DEB8-46F7-920E-E132806F317C}" dt="2021-02-12T05:53:16.237" v="796" actId="1038"/>
          <ac:spMkLst>
            <pc:docMk/>
            <pc:sldMk cId="3083379284" sldId="308"/>
            <ac:spMk id="23" creationId="{F644E9EA-9E38-43FB-829B-FF3EE569384B}"/>
          </ac:spMkLst>
        </pc:spChg>
        <pc:spChg chg="mod">
          <ac:chgData name="Georg Pinne" userId="05574ceb-d5e8-42ed-bfd7-165f914e3d1e" providerId="ADAL" clId="{FEF30A8E-DEB8-46F7-920E-E132806F317C}" dt="2021-02-12T05:53:18.232" v="797" actId="1038"/>
          <ac:spMkLst>
            <pc:docMk/>
            <pc:sldMk cId="3083379284" sldId="308"/>
            <ac:spMk id="24" creationId="{68116FC8-7FE8-40F1-8EDA-ABD8BF308E73}"/>
          </ac:spMkLst>
        </pc:spChg>
        <pc:spChg chg="mod">
          <ac:chgData name="Georg Pinne" userId="05574ceb-d5e8-42ed-bfd7-165f914e3d1e" providerId="ADAL" clId="{FEF30A8E-DEB8-46F7-920E-E132806F317C}" dt="2021-02-12T05:52:50.713" v="784" actId="14100"/>
          <ac:spMkLst>
            <pc:docMk/>
            <pc:sldMk cId="3083379284" sldId="308"/>
            <ac:spMk id="25" creationId="{A279CA34-68EC-4F51-B16E-FDD4F732387C}"/>
          </ac:spMkLst>
        </pc:spChg>
        <pc:spChg chg="mod">
          <ac:chgData name="Georg Pinne" userId="05574ceb-d5e8-42ed-bfd7-165f914e3d1e" providerId="ADAL" clId="{FEF30A8E-DEB8-46F7-920E-E132806F317C}" dt="2021-02-12T05:52:02.764" v="728" actId="14100"/>
          <ac:spMkLst>
            <pc:docMk/>
            <pc:sldMk cId="3083379284" sldId="308"/>
            <ac:spMk id="26" creationId="{D40C85FB-5ADF-47EE-B3C3-8AD11840A55F}"/>
          </ac:spMkLst>
        </pc:spChg>
        <pc:spChg chg="add mod">
          <ac:chgData name="Georg Pinne" userId="05574ceb-d5e8-42ed-bfd7-165f914e3d1e" providerId="ADAL" clId="{FEF30A8E-DEB8-46F7-920E-E132806F317C}" dt="2021-02-12T08:08:26.948" v="4226"/>
          <ac:spMkLst>
            <pc:docMk/>
            <pc:sldMk cId="3083379284" sldId="308"/>
            <ac:spMk id="29" creationId="{A33E3C10-5A43-4A51-8BAF-E7490925F03F}"/>
          </ac:spMkLst>
        </pc:spChg>
        <pc:spChg chg="mod">
          <ac:chgData name="Georg Pinne" userId="05574ceb-d5e8-42ed-bfd7-165f914e3d1e" providerId="ADAL" clId="{FEF30A8E-DEB8-46F7-920E-E132806F317C}" dt="2021-02-12T05:52:43.686" v="775" actId="1037"/>
          <ac:spMkLst>
            <pc:docMk/>
            <pc:sldMk cId="3083379284" sldId="308"/>
            <ac:spMk id="33" creationId="{AB8DBA95-53CC-46AB-AE50-624959846BD9}"/>
          </ac:spMkLst>
        </pc:spChg>
        <pc:spChg chg="mod">
          <ac:chgData name="Georg Pinne" userId="05574ceb-d5e8-42ed-bfd7-165f914e3d1e" providerId="ADAL" clId="{FEF30A8E-DEB8-46F7-920E-E132806F317C}" dt="2021-02-12T05:52:43.686" v="775" actId="1037"/>
          <ac:spMkLst>
            <pc:docMk/>
            <pc:sldMk cId="3083379284" sldId="308"/>
            <ac:spMk id="34" creationId="{45B4DD9B-8CEB-4942-B148-D3C12C413064}"/>
          </ac:spMkLst>
        </pc:spChg>
        <pc:spChg chg="mod">
          <ac:chgData name="Georg Pinne" userId="05574ceb-d5e8-42ed-bfd7-165f914e3d1e" providerId="ADAL" clId="{FEF30A8E-DEB8-46F7-920E-E132806F317C}" dt="2021-02-12T05:52:43.686" v="775" actId="1037"/>
          <ac:spMkLst>
            <pc:docMk/>
            <pc:sldMk cId="3083379284" sldId="308"/>
            <ac:spMk id="35" creationId="{9CC031F2-2889-49B3-98A5-53A3C97A816A}"/>
          </ac:spMkLst>
        </pc:spChg>
        <pc:spChg chg="mod">
          <ac:chgData name="Georg Pinne" userId="05574ceb-d5e8-42ed-bfd7-165f914e3d1e" providerId="ADAL" clId="{FEF30A8E-DEB8-46F7-920E-E132806F317C}" dt="2021-02-12T05:52:43.686" v="775" actId="1037"/>
          <ac:spMkLst>
            <pc:docMk/>
            <pc:sldMk cId="3083379284" sldId="308"/>
            <ac:spMk id="36" creationId="{F0EDDBE0-E772-465F-840B-C4BE4C5271CE}"/>
          </ac:spMkLst>
        </pc:spChg>
        <pc:spChg chg="mod">
          <ac:chgData name="Georg Pinne" userId="05574ceb-d5e8-42ed-bfd7-165f914e3d1e" providerId="ADAL" clId="{FEF30A8E-DEB8-46F7-920E-E132806F317C}" dt="2021-02-12T05:52:43.686" v="775" actId="1037"/>
          <ac:spMkLst>
            <pc:docMk/>
            <pc:sldMk cId="3083379284" sldId="308"/>
            <ac:spMk id="37" creationId="{EEBBCACE-323A-4A0F-8C5D-A55336AD73C2}"/>
          </ac:spMkLst>
        </pc:spChg>
        <pc:spChg chg="mod">
          <ac:chgData name="Georg Pinne" userId="05574ceb-d5e8-42ed-bfd7-165f914e3d1e" providerId="ADAL" clId="{FEF30A8E-DEB8-46F7-920E-E132806F317C}" dt="2021-02-12T05:52:43.686" v="775" actId="1037"/>
          <ac:spMkLst>
            <pc:docMk/>
            <pc:sldMk cId="3083379284" sldId="308"/>
            <ac:spMk id="38" creationId="{560F89B2-A5AA-49B2-A840-8163D0F745EE}"/>
          </ac:spMkLst>
        </pc:spChg>
        <pc:spChg chg="mod">
          <ac:chgData name="Georg Pinne" userId="05574ceb-d5e8-42ed-bfd7-165f914e3d1e" providerId="ADAL" clId="{FEF30A8E-DEB8-46F7-920E-E132806F317C}" dt="2021-02-12T05:52:43.686" v="775" actId="1037"/>
          <ac:spMkLst>
            <pc:docMk/>
            <pc:sldMk cId="3083379284" sldId="308"/>
            <ac:spMk id="39" creationId="{9038C4B6-969C-4569-86D7-388FB2CB8A86}"/>
          </ac:spMkLst>
        </pc:spChg>
        <pc:spChg chg="mod">
          <ac:chgData name="Georg Pinne" userId="05574ceb-d5e8-42ed-bfd7-165f914e3d1e" providerId="ADAL" clId="{FEF30A8E-DEB8-46F7-920E-E132806F317C}" dt="2021-02-12T05:52:43.686" v="775" actId="1037"/>
          <ac:spMkLst>
            <pc:docMk/>
            <pc:sldMk cId="3083379284" sldId="308"/>
            <ac:spMk id="40" creationId="{9959EEF3-7F92-447E-AB50-7FAA37C91FEB}"/>
          </ac:spMkLst>
        </pc:spChg>
        <pc:spChg chg="mod">
          <ac:chgData name="Georg Pinne" userId="05574ceb-d5e8-42ed-bfd7-165f914e3d1e" providerId="ADAL" clId="{FEF30A8E-DEB8-46F7-920E-E132806F317C}" dt="2021-02-12T05:52:43.686" v="775" actId="1037"/>
          <ac:spMkLst>
            <pc:docMk/>
            <pc:sldMk cId="3083379284" sldId="308"/>
            <ac:spMk id="41" creationId="{A4EB03A9-BCA5-4909-98CF-0139F48ADE0A}"/>
          </ac:spMkLst>
        </pc:spChg>
        <pc:spChg chg="mod">
          <ac:chgData name="Georg Pinne" userId="05574ceb-d5e8-42ed-bfd7-165f914e3d1e" providerId="ADAL" clId="{FEF30A8E-DEB8-46F7-920E-E132806F317C}" dt="2021-02-12T05:52:43.686" v="775" actId="1037"/>
          <ac:spMkLst>
            <pc:docMk/>
            <pc:sldMk cId="3083379284" sldId="308"/>
            <ac:spMk id="42" creationId="{B17C7946-8439-4587-A419-B41C5EA59D82}"/>
          </ac:spMkLst>
        </pc:spChg>
        <pc:spChg chg="mod">
          <ac:chgData name="Georg Pinne" userId="05574ceb-d5e8-42ed-bfd7-165f914e3d1e" providerId="ADAL" clId="{FEF30A8E-DEB8-46F7-920E-E132806F317C}" dt="2021-02-12T05:52:43.686" v="775" actId="1037"/>
          <ac:spMkLst>
            <pc:docMk/>
            <pc:sldMk cId="3083379284" sldId="308"/>
            <ac:spMk id="43" creationId="{8A225BCA-C166-4B15-AD15-3DCF95B15635}"/>
          </ac:spMkLst>
        </pc:spChg>
        <pc:spChg chg="mod">
          <ac:chgData name="Georg Pinne" userId="05574ceb-d5e8-42ed-bfd7-165f914e3d1e" providerId="ADAL" clId="{FEF30A8E-DEB8-46F7-920E-E132806F317C}" dt="2021-02-12T05:52:43.686" v="775" actId="1037"/>
          <ac:spMkLst>
            <pc:docMk/>
            <pc:sldMk cId="3083379284" sldId="308"/>
            <ac:spMk id="44" creationId="{83E95059-6F64-4511-A947-CB333193AFDB}"/>
          </ac:spMkLst>
        </pc:spChg>
        <pc:spChg chg="mod">
          <ac:chgData name="Georg Pinne" userId="05574ceb-d5e8-42ed-bfd7-165f914e3d1e" providerId="ADAL" clId="{FEF30A8E-DEB8-46F7-920E-E132806F317C}" dt="2021-02-12T05:52:43.686" v="775" actId="1037"/>
          <ac:spMkLst>
            <pc:docMk/>
            <pc:sldMk cId="3083379284" sldId="308"/>
            <ac:spMk id="45" creationId="{FCE6EA61-C84E-4783-A261-7CF987F4CE6A}"/>
          </ac:spMkLst>
        </pc:spChg>
        <pc:cxnChg chg="mod">
          <ac:chgData name="Georg Pinne" userId="05574ceb-d5e8-42ed-bfd7-165f914e3d1e" providerId="ADAL" clId="{FEF30A8E-DEB8-46F7-920E-E132806F317C}" dt="2021-02-12T05:53:31.568" v="800" actId="14100"/>
          <ac:cxnSpMkLst>
            <pc:docMk/>
            <pc:sldMk cId="3083379284" sldId="308"/>
            <ac:cxnSpMk id="13" creationId="{7CFFA58D-1B53-44FE-9116-5983740A5BAE}"/>
          </ac:cxnSpMkLst>
        </pc:cxnChg>
      </pc:sldChg>
      <pc:sldChg chg="addSp delSp modSp mod">
        <pc:chgData name="Georg Pinne" userId="05574ceb-d5e8-42ed-bfd7-165f914e3d1e" providerId="ADAL" clId="{FEF30A8E-DEB8-46F7-920E-E132806F317C}" dt="2021-02-12T08:08:34.242" v="4229"/>
        <pc:sldMkLst>
          <pc:docMk/>
          <pc:sldMk cId="895173213" sldId="317"/>
        </pc:sldMkLst>
        <pc:spChg chg="mod">
          <ac:chgData name="Georg Pinne" userId="05574ceb-d5e8-42ed-bfd7-165f914e3d1e" providerId="ADAL" clId="{FEF30A8E-DEB8-46F7-920E-E132806F317C}" dt="2021-02-12T06:18:00.236" v="1323" actId="13926"/>
          <ac:spMkLst>
            <pc:docMk/>
            <pc:sldMk cId="895173213" sldId="317"/>
            <ac:spMk id="2" creationId="{C1E6EBE8-3874-48DF-964A-B23A7CC7B215}"/>
          </ac:spMkLst>
        </pc:spChg>
        <pc:spChg chg="del">
          <ac:chgData name="Georg Pinne" userId="05574ceb-d5e8-42ed-bfd7-165f914e3d1e" providerId="ADAL" clId="{FEF30A8E-DEB8-46F7-920E-E132806F317C}" dt="2021-02-12T06:06:04.681" v="894" actId="478"/>
          <ac:spMkLst>
            <pc:docMk/>
            <pc:sldMk cId="895173213" sldId="317"/>
            <ac:spMk id="4" creationId="{BFD031EA-35B0-4770-85B9-441D69E9DEED}"/>
          </ac:spMkLst>
        </pc:spChg>
        <pc:spChg chg="del">
          <ac:chgData name="Georg Pinne" userId="05574ceb-d5e8-42ed-bfd7-165f914e3d1e" providerId="ADAL" clId="{FEF30A8E-DEB8-46F7-920E-E132806F317C}" dt="2021-02-12T06:06:04.681" v="894" actId="478"/>
          <ac:spMkLst>
            <pc:docMk/>
            <pc:sldMk cId="895173213" sldId="317"/>
            <ac:spMk id="7" creationId="{A32EBBEB-1248-4009-AFE7-A8E42BEBEDFB}"/>
          </ac:spMkLst>
        </pc:spChg>
        <pc:spChg chg="del">
          <ac:chgData name="Georg Pinne" userId="05574ceb-d5e8-42ed-bfd7-165f914e3d1e" providerId="ADAL" clId="{FEF30A8E-DEB8-46F7-920E-E132806F317C}" dt="2021-02-12T06:06:04.681" v="894" actId="478"/>
          <ac:spMkLst>
            <pc:docMk/>
            <pc:sldMk cId="895173213" sldId="317"/>
            <ac:spMk id="9" creationId="{76753498-DBC1-4D1B-89FF-A73BE8CB273B}"/>
          </ac:spMkLst>
        </pc:spChg>
        <pc:spChg chg="del">
          <ac:chgData name="Georg Pinne" userId="05574ceb-d5e8-42ed-bfd7-165f914e3d1e" providerId="ADAL" clId="{FEF30A8E-DEB8-46F7-920E-E132806F317C}" dt="2021-02-12T06:06:04.681" v="894" actId="478"/>
          <ac:spMkLst>
            <pc:docMk/>
            <pc:sldMk cId="895173213" sldId="317"/>
            <ac:spMk id="11" creationId="{74A755E5-99D8-4575-B98A-E27C768FF5A1}"/>
          </ac:spMkLst>
        </pc:spChg>
        <pc:spChg chg="del">
          <ac:chgData name="Georg Pinne" userId="05574ceb-d5e8-42ed-bfd7-165f914e3d1e" providerId="ADAL" clId="{FEF30A8E-DEB8-46F7-920E-E132806F317C}" dt="2021-02-12T06:06:04.681" v="894" actId="478"/>
          <ac:spMkLst>
            <pc:docMk/>
            <pc:sldMk cId="895173213" sldId="317"/>
            <ac:spMk id="13" creationId="{1150A429-AA7C-492A-82A9-2BFC180B9CEB}"/>
          </ac:spMkLst>
        </pc:spChg>
        <pc:spChg chg="del">
          <ac:chgData name="Georg Pinne" userId="05574ceb-d5e8-42ed-bfd7-165f914e3d1e" providerId="ADAL" clId="{FEF30A8E-DEB8-46F7-920E-E132806F317C}" dt="2021-02-12T06:06:04.681" v="894" actId="478"/>
          <ac:spMkLst>
            <pc:docMk/>
            <pc:sldMk cId="895173213" sldId="317"/>
            <ac:spMk id="15" creationId="{5E9F5248-48CB-462C-9516-892A21DC6D25}"/>
          </ac:spMkLst>
        </pc:spChg>
        <pc:spChg chg="del">
          <ac:chgData name="Georg Pinne" userId="05574ceb-d5e8-42ed-bfd7-165f914e3d1e" providerId="ADAL" clId="{FEF30A8E-DEB8-46F7-920E-E132806F317C}" dt="2021-02-12T06:06:04.681" v="894" actId="478"/>
          <ac:spMkLst>
            <pc:docMk/>
            <pc:sldMk cId="895173213" sldId="317"/>
            <ac:spMk id="17" creationId="{796D39A6-395D-4316-B68A-262047C5D462}"/>
          </ac:spMkLst>
        </pc:spChg>
        <pc:spChg chg="del">
          <ac:chgData name="Georg Pinne" userId="05574ceb-d5e8-42ed-bfd7-165f914e3d1e" providerId="ADAL" clId="{FEF30A8E-DEB8-46F7-920E-E132806F317C}" dt="2021-02-12T06:06:04.681" v="894" actId="478"/>
          <ac:spMkLst>
            <pc:docMk/>
            <pc:sldMk cId="895173213" sldId="317"/>
            <ac:spMk id="19" creationId="{71A1FDC2-89C0-417E-9455-37E53437BAFC}"/>
          </ac:spMkLst>
        </pc:spChg>
        <pc:spChg chg="del">
          <ac:chgData name="Georg Pinne" userId="05574ceb-d5e8-42ed-bfd7-165f914e3d1e" providerId="ADAL" clId="{FEF30A8E-DEB8-46F7-920E-E132806F317C}" dt="2021-02-12T06:06:04.681" v="894" actId="478"/>
          <ac:spMkLst>
            <pc:docMk/>
            <pc:sldMk cId="895173213" sldId="317"/>
            <ac:spMk id="21" creationId="{86A76B2D-EAD0-489E-BACD-13BA47981D15}"/>
          </ac:spMkLst>
        </pc:spChg>
        <pc:spChg chg="del">
          <ac:chgData name="Georg Pinne" userId="05574ceb-d5e8-42ed-bfd7-165f914e3d1e" providerId="ADAL" clId="{FEF30A8E-DEB8-46F7-920E-E132806F317C}" dt="2021-02-12T06:06:04.681" v="894" actId="478"/>
          <ac:spMkLst>
            <pc:docMk/>
            <pc:sldMk cId="895173213" sldId="317"/>
            <ac:spMk id="23" creationId="{94089C26-352F-4633-A60D-DA45333CCA10}"/>
          </ac:spMkLst>
        </pc:spChg>
        <pc:spChg chg="del">
          <ac:chgData name="Georg Pinne" userId="05574ceb-d5e8-42ed-bfd7-165f914e3d1e" providerId="ADAL" clId="{FEF30A8E-DEB8-46F7-920E-E132806F317C}" dt="2021-02-12T06:06:04.681" v="894" actId="478"/>
          <ac:spMkLst>
            <pc:docMk/>
            <pc:sldMk cId="895173213" sldId="317"/>
            <ac:spMk id="25" creationId="{671F0C06-6533-4F6F-A986-CC04CA208913}"/>
          </ac:spMkLst>
        </pc:spChg>
        <pc:spChg chg="del">
          <ac:chgData name="Georg Pinne" userId="05574ceb-d5e8-42ed-bfd7-165f914e3d1e" providerId="ADAL" clId="{FEF30A8E-DEB8-46F7-920E-E132806F317C}" dt="2021-02-12T06:06:04.681" v="894" actId="478"/>
          <ac:spMkLst>
            <pc:docMk/>
            <pc:sldMk cId="895173213" sldId="317"/>
            <ac:spMk id="27" creationId="{17180FB4-EE92-47EC-9268-A84BB2BFE9CC}"/>
          </ac:spMkLst>
        </pc:spChg>
        <pc:spChg chg="del">
          <ac:chgData name="Georg Pinne" userId="05574ceb-d5e8-42ed-bfd7-165f914e3d1e" providerId="ADAL" clId="{FEF30A8E-DEB8-46F7-920E-E132806F317C}" dt="2021-02-12T06:06:04.681" v="894" actId="478"/>
          <ac:spMkLst>
            <pc:docMk/>
            <pc:sldMk cId="895173213" sldId="317"/>
            <ac:spMk id="29" creationId="{1DA46C34-EBAB-4998-AF2A-59D740997774}"/>
          </ac:spMkLst>
        </pc:spChg>
        <pc:spChg chg="del">
          <ac:chgData name="Georg Pinne" userId="05574ceb-d5e8-42ed-bfd7-165f914e3d1e" providerId="ADAL" clId="{FEF30A8E-DEB8-46F7-920E-E132806F317C}" dt="2021-02-12T06:06:04.681" v="894" actId="478"/>
          <ac:spMkLst>
            <pc:docMk/>
            <pc:sldMk cId="895173213" sldId="317"/>
            <ac:spMk id="31" creationId="{002F348E-1D7B-4E71-951D-BF9049E5D2BF}"/>
          </ac:spMkLst>
        </pc:spChg>
        <pc:spChg chg="del">
          <ac:chgData name="Georg Pinne" userId="05574ceb-d5e8-42ed-bfd7-165f914e3d1e" providerId="ADAL" clId="{FEF30A8E-DEB8-46F7-920E-E132806F317C}" dt="2021-02-12T06:06:04.681" v="894" actId="478"/>
          <ac:spMkLst>
            <pc:docMk/>
            <pc:sldMk cId="895173213" sldId="317"/>
            <ac:spMk id="33" creationId="{37275B2A-74BA-4239-9708-6CE57894F2FB}"/>
          </ac:spMkLst>
        </pc:spChg>
        <pc:spChg chg="del">
          <ac:chgData name="Georg Pinne" userId="05574ceb-d5e8-42ed-bfd7-165f914e3d1e" providerId="ADAL" clId="{FEF30A8E-DEB8-46F7-920E-E132806F317C}" dt="2021-02-12T06:06:04.681" v="894" actId="478"/>
          <ac:spMkLst>
            <pc:docMk/>
            <pc:sldMk cId="895173213" sldId="317"/>
            <ac:spMk id="35" creationId="{8665D6A1-2E8E-4D52-B075-97D0935D5103}"/>
          </ac:spMkLst>
        </pc:spChg>
        <pc:spChg chg="del">
          <ac:chgData name="Georg Pinne" userId="05574ceb-d5e8-42ed-bfd7-165f914e3d1e" providerId="ADAL" clId="{FEF30A8E-DEB8-46F7-920E-E132806F317C}" dt="2021-02-12T06:06:04.681" v="894" actId="478"/>
          <ac:spMkLst>
            <pc:docMk/>
            <pc:sldMk cId="895173213" sldId="317"/>
            <ac:spMk id="37" creationId="{984FF820-9269-4979-ABC4-6A7A2AED8322}"/>
          </ac:spMkLst>
        </pc:spChg>
        <pc:spChg chg="del">
          <ac:chgData name="Georg Pinne" userId="05574ceb-d5e8-42ed-bfd7-165f914e3d1e" providerId="ADAL" clId="{FEF30A8E-DEB8-46F7-920E-E132806F317C}" dt="2021-02-12T06:06:04.681" v="894" actId="478"/>
          <ac:spMkLst>
            <pc:docMk/>
            <pc:sldMk cId="895173213" sldId="317"/>
            <ac:spMk id="39" creationId="{5791230E-9D87-4926-8DFC-DA20E042BF1A}"/>
          </ac:spMkLst>
        </pc:spChg>
        <pc:spChg chg="del">
          <ac:chgData name="Georg Pinne" userId="05574ceb-d5e8-42ed-bfd7-165f914e3d1e" providerId="ADAL" clId="{FEF30A8E-DEB8-46F7-920E-E132806F317C}" dt="2021-02-12T06:06:04.681" v="894" actId="478"/>
          <ac:spMkLst>
            <pc:docMk/>
            <pc:sldMk cId="895173213" sldId="317"/>
            <ac:spMk id="41" creationId="{AC512C06-E31C-45EA-B41D-858C53692190}"/>
          </ac:spMkLst>
        </pc:spChg>
        <pc:spChg chg="del">
          <ac:chgData name="Georg Pinne" userId="05574ceb-d5e8-42ed-bfd7-165f914e3d1e" providerId="ADAL" clId="{FEF30A8E-DEB8-46F7-920E-E132806F317C}" dt="2021-02-12T06:06:04.681" v="894" actId="478"/>
          <ac:spMkLst>
            <pc:docMk/>
            <pc:sldMk cId="895173213" sldId="317"/>
            <ac:spMk id="43" creationId="{3A79DEDE-2A3A-463A-80FB-4ED8E77069A0}"/>
          </ac:spMkLst>
        </pc:spChg>
        <pc:spChg chg="del">
          <ac:chgData name="Georg Pinne" userId="05574ceb-d5e8-42ed-bfd7-165f914e3d1e" providerId="ADAL" clId="{FEF30A8E-DEB8-46F7-920E-E132806F317C}" dt="2021-02-12T06:06:04.681" v="894" actId="478"/>
          <ac:spMkLst>
            <pc:docMk/>
            <pc:sldMk cId="895173213" sldId="317"/>
            <ac:spMk id="45" creationId="{6A81C774-C9FD-49DD-960D-A77979451270}"/>
          </ac:spMkLst>
        </pc:spChg>
        <pc:spChg chg="del">
          <ac:chgData name="Georg Pinne" userId="05574ceb-d5e8-42ed-bfd7-165f914e3d1e" providerId="ADAL" clId="{FEF30A8E-DEB8-46F7-920E-E132806F317C}" dt="2021-02-12T06:06:04.681" v="894" actId="478"/>
          <ac:spMkLst>
            <pc:docMk/>
            <pc:sldMk cId="895173213" sldId="317"/>
            <ac:spMk id="47" creationId="{C2A37369-A4A7-4739-BD2E-E71B0C19627B}"/>
          </ac:spMkLst>
        </pc:spChg>
        <pc:spChg chg="del">
          <ac:chgData name="Georg Pinne" userId="05574ceb-d5e8-42ed-bfd7-165f914e3d1e" providerId="ADAL" clId="{FEF30A8E-DEB8-46F7-920E-E132806F317C}" dt="2021-02-12T06:06:04.681" v="894" actId="478"/>
          <ac:spMkLst>
            <pc:docMk/>
            <pc:sldMk cId="895173213" sldId="317"/>
            <ac:spMk id="49" creationId="{11E490A1-A3F8-4E18-9DF2-5B8F2CFCC716}"/>
          </ac:spMkLst>
        </pc:spChg>
        <pc:spChg chg="del">
          <ac:chgData name="Georg Pinne" userId="05574ceb-d5e8-42ed-bfd7-165f914e3d1e" providerId="ADAL" clId="{FEF30A8E-DEB8-46F7-920E-E132806F317C}" dt="2021-02-12T06:06:04.681" v="894" actId="478"/>
          <ac:spMkLst>
            <pc:docMk/>
            <pc:sldMk cId="895173213" sldId="317"/>
            <ac:spMk id="51" creationId="{52E83749-8877-493D-AB2C-415E1D0A0421}"/>
          </ac:spMkLst>
        </pc:spChg>
        <pc:spChg chg="del">
          <ac:chgData name="Georg Pinne" userId="05574ceb-d5e8-42ed-bfd7-165f914e3d1e" providerId="ADAL" clId="{FEF30A8E-DEB8-46F7-920E-E132806F317C}" dt="2021-02-12T06:06:04.681" v="894" actId="478"/>
          <ac:spMkLst>
            <pc:docMk/>
            <pc:sldMk cId="895173213" sldId="317"/>
            <ac:spMk id="53" creationId="{6FC57FFE-53FC-49C6-BE61-3A1D917636A6}"/>
          </ac:spMkLst>
        </pc:spChg>
        <pc:spChg chg="del">
          <ac:chgData name="Georg Pinne" userId="05574ceb-d5e8-42ed-bfd7-165f914e3d1e" providerId="ADAL" clId="{FEF30A8E-DEB8-46F7-920E-E132806F317C}" dt="2021-02-12T06:06:04.681" v="894" actId="478"/>
          <ac:spMkLst>
            <pc:docMk/>
            <pc:sldMk cId="895173213" sldId="317"/>
            <ac:spMk id="55" creationId="{7F2F9C90-471B-40EC-A985-4EB8DBC31789}"/>
          </ac:spMkLst>
        </pc:spChg>
        <pc:spChg chg="del">
          <ac:chgData name="Georg Pinne" userId="05574ceb-d5e8-42ed-bfd7-165f914e3d1e" providerId="ADAL" clId="{FEF30A8E-DEB8-46F7-920E-E132806F317C}" dt="2021-02-12T06:06:04.681" v="894" actId="478"/>
          <ac:spMkLst>
            <pc:docMk/>
            <pc:sldMk cId="895173213" sldId="317"/>
            <ac:spMk id="57" creationId="{67D6009E-CF15-4502-B53D-658072332FB5}"/>
          </ac:spMkLst>
        </pc:spChg>
        <pc:spChg chg="del">
          <ac:chgData name="Georg Pinne" userId="05574ceb-d5e8-42ed-bfd7-165f914e3d1e" providerId="ADAL" clId="{FEF30A8E-DEB8-46F7-920E-E132806F317C}" dt="2021-02-12T06:06:04.681" v="894" actId="478"/>
          <ac:spMkLst>
            <pc:docMk/>
            <pc:sldMk cId="895173213" sldId="317"/>
            <ac:spMk id="59" creationId="{E61D8C6C-BB62-4E30-B1A1-902B5876ACE8}"/>
          </ac:spMkLst>
        </pc:spChg>
        <pc:spChg chg="del">
          <ac:chgData name="Georg Pinne" userId="05574ceb-d5e8-42ed-bfd7-165f914e3d1e" providerId="ADAL" clId="{FEF30A8E-DEB8-46F7-920E-E132806F317C}" dt="2021-02-12T06:06:04.681" v="894" actId="478"/>
          <ac:spMkLst>
            <pc:docMk/>
            <pc:sldMk cId="895173213" sldId="317"/>
            <ac:spMk id="61" creationId="{67AF9D1B-03E8-4D1E-BBE8-5183553EEA67}"/>
          </ac:spMkLst>
        </pc:spChg>
        <pc:spChg chg="del">
          <ac:chgData name="Georg Pinne" userId="05574ceb-d5e8-42ed-bfd7-165f914e3d1e" providerId="ADAL" clId="{FEF30A8E-DEB8-46F7-920E-E132806F317C}" dt="2021-02-12T06:06:04.681" v="894" actId="478"/>
          <ac:spMkLst>
            <pc:docMk/>
            <pc:sldMk cId="895173213" sldId="317"/>
            <ac:spMk id="63" creationId="{8ECD96B6-599B-4A52-B863-625DA6B66B07}"/>
          </ac:spMkLst>
        </pc:spChg>
        <pc:spChg chg="del">
          <ac:chgData name="Georg Pinne" userId="05574ceb-d5e8-42ed-bfd7-165f914e3d1e" providerId="ADAL" clId="{FEF30A8E-DEB8-46F7-920E-E132806F317C}" dt="2021-02-12T06:06:04.681" v="894" actId="478"/>
          <ac:spMkLst>
            <pc:docMk/>
            <pc:sldMk cId="895173213" sldId="317"/>
            <ac:spMk id="67" creationId="{71CA11C5-A7FA-40EF-88E7-91D519EC7C9A}"/>
          </ac:spMkLst>
        </pc:spChg>
        <pc:spChg chg="del">
          <ac:chgData name="Georg Pinne" userId="05574ceb-d5e8-42ed-bfd7-165f914e3d1e" providerId="ADAL" clId="{FEF30A8E-DEB8-46F7-920E-E132806F317C}" dt="2021-02-12T06:06:04.681" v="894" actId="478"/>
          <ac:spMkLst>
            <pc:docMk/>
            <pc:sldMk cId="895173213" sldId="317"/>
            <ac:spMk id="69" creationId="{2D67A28D-C885-42F1-B1B0-7D671085EE4E}"/>
          </ac:spMkLst>
        </pc:spChg>
        <pc:spChg chg="del">
          <ac:chgData name="Georg Pinne" userId="05574ceb-d5e8-42ed-bfd7-165f914e3d1e" providerId="ADAL" clId="{FEF30A8E-DEB8-46F7-920E-E132806F317C}" dt="2021-02-12T06:06:04.681" v="894" actId="478"/>
          <ac:spMkLst>
            <pc:docMk/>
            <pc:sldMk cId="895173213" sldId="317"/>
            <ac:spMk id="71" creationId="{95B68267-5122-467F-9E80-FC449554656B}"/>
          </ac:spMkLst>
        </pc:spChg>
        <pc:spChg chg="del">
          <ac:chgData name="Georg Pinne" userId="05574ceb-d5e8-42ed-bfd7-165f914e3d1e" providerId="ADAL" clId="{FEF30A8E-DEB8-46F7-920E-E132806F317C}" dt="2021-02-12T06:06:04.681" v="894" actId="478"/>
          <ac:spMkLst>
            <pc:docMk/>
            <pc:sldMk cId="895173213" sldId="317"/>
            <ac:spMk id="73" creationId="{D2C066BA-6BB2-4E3C-A38E-0B5623BB6DCD}"/>
          </ac:spMkLst>
        </pc:spChg>
        <pc:spChg chg="del">
          <ac:chgData name="Georg Pinne" userId="05574ceb-d5e8-42ed-bfd7-165f914e3d1e" providerId="ADAL" clId="{FEF30A8E-DEB8-46F7-920E-E132806F317C}" dt="2021-02-12T06:06:04.681" v="894" actId="478"/>
          <ac:spMkLst>
            <pc:docMk/>
            <pc:sldMk cId="895173213" sldId="317"/>
            <ac:spMk id="75" creationId="{661BAA93-BCC3-4233-8A48-CA637FC0C45D}"/>
          </ac:spMkLst>
        </pc:spChg>
        <pc:spChg chg="del">
          <ac:chgData name="Georg Pinne" userId="05574ceb-d5e8-42ed-bfd7-165f914e3d1e" providerId="ADAL" clId="{FEF30A8E-DEB8-46F7-920E-E132806F317C}" dt="2021-02-12T06:06:04.681" v="894" actId="478"/>
          <ac:spMkLst>
            <pc:docMk/>
            <pc:sldMk cId="895173213" sldId="317"/>
            <ac:spMk id="77" creationId="{1B1C7212-E605-4137-94E6-927262155D47}"/>
          </ac:spMkLst>
        </pc:spChg>
        <pc:spChg chg="del">
          <ac:chgData name="Georg Pinne" userId="05574ceb-d5e8-42ed-bfd7-165f914e3d1e" providerId="ADAL" clId="{FEF30A8E-DEB8-46F7-920E-E132806F317C}" dt="2021-02-12T06:06:04.681" v="894" actId="478"/>
          <ac:spMkLst>
            <pc:docMk/>
            <pc:sldMk cId="895173213" sldId="317"/>
            <ac:spMk id="79" creationId="{981A3F96-7C2D-49E2-BE7A-3723B001FA2E}"/>
          </ac:spMkLst>
        </pc:spChg>
        <pc:spChg chg="del">
          <ac:chgData name="Georg Pinne" userId="05574ceb-d5e8-42ed-bfd7-165f914e3d1e" providerId="ADAL" clId="{FEF30A8E-DEB8-46F7-920E-E132806F317C}" dt="2021-02-12T06:06:04.681" v="894" actId="478"/>
          <ac:spMkLst>
            <pc:docMk/>
            <pc:sldMk cId="895173213" sldId="317"/>
            <ac:spMk id="81" creationId="{48DA8E26-5423-4173-84CF-CD40AA900F80}"/>
          </ac:spMkLst>
        </pc:spChg>
        <pc:spChg chg="del">
          <ac:chgData name="Georg Pinne" userId="05574ceb-d5e8-42ed-bfd7-165f914e3d1e" providerId="ADAL" clId="{FEF30A8E-DEB8-46F7-920E-E132806F317C}" dt="2021-02-12T06:06:04.681" v="894" actId="478"/>
          <ac:spMkLst>
            <pc:docMk/>
            <pc:sldMk cId="895173213" sldId="317"/>
            <ac:spMk id="83" creationId="{50824E6F-318F-4696-8FE1-F83660D5479F}"/>
          </ac:spMkLst>
        </pc:spChg>
        <pc:spChg chg="del">
          <ac:chgData name="Georg Pinne" userId="05574ceb-d5e8-42ed-bfd7-165f914e3d1e" providerId="ADAL" clId="{FEF30A8E-DEB8-46F7-920E-E132806F317C}" dt="2021-02-12T06:06:04.681" v="894" actId="478"/>
          <ac:spMkLst>
            <pc:docMk/>
            <pc:sldMk cId="895173213" sldId="317"/>
            <ac:spMk id="85" creationId="{F9AC08CE-29D5-4BC5-BF1E-C03005CFD60B}"/>
          </ac:spMkLst>
        </pc:spChg>
        <pc:spChg chg="del">
          <ac:chgData name="Georg Pinne" userId="05574ceb-d5e8-42ed-bfd7-165f914e3d1e" providerId="ADAL" clId="{FEF30A8E-DEB8-46F7-920E-E132806F317C}" dt="2021-02-12T06:06:04.681" v="894" actId="478"/>
          <ac:spMkLst>
            <pc:docMk/>
            <pc:sldMk cId="895173213" sldId="317"/>
            <ac:spMk id="87" creationId="{CC31335C-97B1-44A8-8883-6EC574365298}"/>
          </ac:spMkLst>
        </pc:spChg>
        <pc:spChg chg="del">
          <ac:chgData name="Georg Pinne" userId="05574ceb-d5e8-42ed-bfd7-165f914e3d1e" providerId="ADAL" clId="{FEF30A8E-DEB8-46F7-920E-E132806F317C}" dt="2021-02-12T06:06:04.681" v="894" actId="478"/>
          <ac:spMkLst>
            <pc:docMk/>
            <pc:sldMk cId="895173213" sldId="317"/>
            <ac:spMk id="89" creationId="{A5D30FEB-C363-449F-B95F-18F77BB48028}"/>
          </ac:spMkLst>
        </pc:spChg>
        <pc:spChg chg="del">
          <ac:chgData name="Georg Pinne" userId="05574ceb-d5e8-42ed-bfd7-165f914e3d1e" providerId="ADAL" clId="{FEF30A8E-DEB8-46F7-920E-E132806F317C}" dt="2021-02-12T06:06:04.681" v="894" actId="478"/>
          <ac:spMkLst>
            <pc:docMk/>
            <pc:sldMk cId="895173213" sldId="317"/>
            <ac:spMk id="91" creationId="{7625D3B8-6996-42C4-98C2-B8E623FE8954}"/>
          </ac:spMkLst>
        </pc:spChg>
        <pc:spChg chg="del">
          <ac:chgData name="Georg Pinne" userId="05574ceb-d5e8-42ed-bfd7-165f914e3d1e" providerId="ADAL" clId="{FEF30A8E-DEB8-46F7-920E-E132806F317C}" dt="2021-02-12T06:06:04.681" v="894" actId="478"/>
          <ac:spMkLst>
            <pc:docMk/>
            <pc:sldMk cId="895173213" sldId="317"/>
            <ac:spMk id="93" creationId="{19012D28-87F8-46A1-AE94-048F14D6EEC9}"/>
          </ac:spMkLst>
        </pc:spChg>
        <pc:spChg chg="del">
          <ac:chgData name="Georg Pinne" userId="05574ceb-d5e8-42ed-bfd7-165f914e3d1e" providerId="ADAL" clId="{FEF30A8E-DEB8-46F7-920E-E132806F317C}" dt="2021-02-12T06:06:04.681" v="894" actId="478"/>
          <ac:spMkLst>
            <pc:docMk/>
            <pc:sldMk cId="895173213" sldId="317"/>
            <ac:spMk id="95" creationId="{15CC3795-8C19-4135-9720-2FB179F82DFF}"/>
          </ac:spMkLst>
        </pc:spChg>
        <pc:spChg chg="del">
          <ac:chgData name="Georg Pinne" userId="05574ceb-d5e8-42ed-bfd7-165f914e3d1e" providerId="ADAL" clId="{FEF30A8E-DEB8-46F7-920E-E132806F317C}" dt="2021-02-12T06:06:04.681" v="894" actId="478"/>
          <ac:spMkLst>
            <pc:docMk/>
            <pc:sldMk cId="895173213" sldId="317"/>
            <ac:spMk id="97" creationId="{B25C7D8B-6837-4AE3-92AB-D713C29F90B5}"/>
          </ac:spMkLst>
        </pc:spChg>
        <pc:spChg chg="del">
          <ac:chgData name="Georg Pinne" userId="05574ceb-d5e8-42ed-bfd7-165f914e3d1e" providerId="ADAL" clId="{FEF30A8E-DEB8-46F7-920E-E132806F317C}" dt="2021-02-12T06:06:04.681" v="894" actId="478"/>
          <ac:spMkLst>
            <pc:docMk/>
            <pc:sldMk cId="895173213" sldId="317"/>
            <ac:spMk id="99" creationId="{7AD7C0C7-DDD7-48E9-88DC-67D4A3274365}"/>
          </ac:spMkLst>
        </pc:spChg>
        <pc:spChg chg="del">
          <ac:chgData name="Georg Pinne" userId="05574ceb-d5e8-42ed-bfd7-165f914e3d1e" providerId="ADAL" clId="{FEF30A8E-DEB8-46F7-920E-E132806F317C}" dt="2021-02-12T06:06:04.681" v="894" actId="478"/>
          <ac:spMkLst>
            <pc:docMk/>
            <pc:sldMk cId="895173213" sldId="317"/>
            <ac:spMk id="101" creationId="{E9462BAE-0319-4411-9E4E-37D3553F1B85}"/>
          </ac:spMkLst>
        </pc:spChg>
        <pc:spChg chg="del">
          <ac:chgData name="Georg Pinne" userId="05574ceb-d5e8-42ed-bfd7-165f914e3d1e" providerId="ADAL" clId="{FEF30A8E-DEB8-46F7-920E-E132806F317C}" dt="2021-02-12T06:06:04.681" v="894" actId="478"/>
          <ac:spMkLst>
            <pc:docMk/>
            <pc:sldMk cId="895173213" sldId="317"/>
            <ac:spMk id="103" creationId="{CB8BBFEC-F19A-4BA1-9064-AF08DB9C0AA5}"/>
          </ac:spMkLst>
        </pc:spChg>
        <pc:spChg chg="del">
          <ac:chgData name="Georg Pinne" userId="05574ceb-d5e8-42ed-bfd7-165f914e3d1e" providerId="ADAL" clId="{FEF30A8E-DEB8-46F7-920E-E132806F317C}" dt="2021-02-12T06:06:04.681" v="894" actId="478"/>
          <ac:spMkLst>
            <pc:docMk/>
            <pc:sldMk cId="895173213" sldId="317"/>
            <ac:spMk id="105" creationId="{12FC7314-EB00-4E0A-BF46-0F86970A2E6B}"/>
          </ac:spMkLst>
        </pc:spChg>
        <pc:spChg chg="del">
          <ac:chgData name="Georg Pinne" userId="05574ceb-d5e8-42ed-bfd7-165f914e3d1e" providerId="ADAL" clId="{FEF30A8E-DEB8-46F7-920E-E132806F317C}" dt="2021-02-12T06:06:04.681" v="894" actId="478"/>
          <ac:spMkLst>
            <pc:docMk/>
            <pc:sldMk cId="895173213" sldId="317"/>
            <ac:spMk id="107" creationId="{FB567B19-9F59-4906-9E20-BEC17FB77424}"/>
          </ac:spMkLst>
        </pc:spChg>
        <pc:spChg chg="del">
          <ac:chgData name="Georg Pinne" userId="05574ceb-d5e8-42ed-bfd7-165f914e3d1e" providerId="ADAL" clId="{FEF30A8E-DEB8-46F7-920E-E132806F317C}" dt="2021-02-12T06:06:04.681" v="894" actId="478"/>
          <ac:spMkLst>
            <pc:docMk/>
            <pc:sldMk cId="895173213" sldId="317"/>
            <ac:spMk id="109" creationId="{6E788C46-432F-49C6-932F-6A5201080693}"/>
          </ac:spMkLst>
        </pc:spChg>
        <pc:spChg chg="del">
          <ac:chgData name="Georg Pinne" userId="05574ceb-d5e8-42ed-bfd7-165f914e3d1e" providerId="ADAL" clId="{FEF30A8E-DEB8-46F7-920E-E132806F317C}" dt="2021-02-12T06:06:04.681" v="894" actId="478"/>
          <ac:spMkLst>
            <pc:docMk/>
            <pc:sldMk cId="895173213" sldId="317"/>
            <ac:spMk id="111" creationId="{F8859FD8-D5FA-4647-B567-D74CDFAF5ADB}"/>
          </ac:spMkLst>
        </pc:spChg>
        <pc:spChg chg="del">
          <ac:chgData name="Georg Pinne" userId="05574ceb-d5e8-42ed-bfd7-165f914e3d1e" providerId="ADAL" clId="{FEF30A8E-DEB8-46F7-920E-E132806F317C}" dt="2021-02-12T06:06:04.681" v="894" actId="478"/>
          <ac:spMkLst>
            <pc:docMk/>
            <pc:sldMk cId="895173213" sldId="317"/>
            <ac:spMk id="113" creationId="{72056E20-44CE-403D-A77A-74A68A21D7DD}"/>
          </ac:spMkLst>
        </pc:spChg>
        <pc:spChg chg="del">
          <ac:chgData name="Georg Pinne" userId="05574ceb-d5e8-42ed-bfd7-165f914e3d1e" providerId="ADAL" clId="{FEF30A8E-DEB8-46F7-920E-E132806F317C}" dt="2021-02-12T06:06:04.681" v="894" actId="478"/>
          <ac:spMkLst>
            <pc:docMk/>
            <pc:sldMk cId="895173213" sldId="317"/>
            <ac:spMk id="115" creationId="{3EF23B10-D01F-4FEB-B23C-585681C033F8}"/>
          </ac:spMkLst>
        </pc:spChg>
        <pc:spChg chg="del">
          <ac:chgData name="Georg Pinne" userId="05574ceb-d5e8-42ed-bfd7-165f914e3d1e" providerId="ADAL" clId="{FEF30A8E-DEB8-46F7-920E-E132806F317C}" dt="2021-02-12T06:06:04.681" v="894" actId="478"/>
          <ac:spMkLst>
            <pc:docMk/>
            <pc:sldMk cId="895173213" sldId="317"/>
            <ac:spMk id="117" creationId="{F895AD02-11D6-497F-BEED-779CA4A82027}"/>
          </ac:spMkLst>
        </pc:spChg>
        <pc:spChg chg="del">
          <ac:chgData name="Georg Pinne" userId="05574ceb-d5e8-42ed-bfd7-165f914e3d1e" providerId="ADAL" clId="{FEF30A8E-DEB8-46F7-920E-E132806F317C}" dt="2021-02-12T06:06:04.681" v="894" actId="478"/>
          <ac:spMkLst>
            <pc:docMk/>
            <pc:sldMk cId="895173213" sldId="317"/>
            <ac:spMk id="134" creationId="{44D93FFA-BF45-478A-A21E-18C893012D6C}"/>
          </ac:spMkLst>
        </pc:spChg>
        <pc:spChg chg="del">
          <ac:chgData name="Georg Pinne" userId="05574ceb-d5e8-42ed-bfd7-165f914e3d1e" providerId="ADAL" clId="{FEF30A8E-DEB8-46F7-920E-E132806F317C}" dt="2021-02-12T06:06:04.681" v="894" actId="478"/>
          <ac:spMkLst>
            <pc:docMk/>
            <pc:sldMk cId="895173213" sldId="317"/>
            <ac:spMk id="149" creationId="{292A0379-1587-471B-A4EC-9E35542FB05A}"/>
          </ac:spMkLst>
        </pc:spChg>
        <pc:spChg chg="del">
          <ac:chgData name="Georg Pinne" userId="05574ceb-d5e8-42ed-bfd7-165f914e3d1e" providerId="ADAL" clId="{FEF30A8E-DEB8-46F7-920E-E132806F317C}" dt="2021-02-12T06:06:04.681" v="894" actId="478"/>
          <ac:spMkLst>
            <pc:docMk/>
            <pc:sldMk cId="895173213" sldId="317"/>
            <ac:spMk id="151" creationId="{907D4BB6-5E17-4425-9E48-19653C9DACD8}"/>
          </ac:spMkLst>
        </pc:spChg>
        <pc:spChg chg="del">
          <ac:chgData name="Georg Pinne" userId="05574ceb-d5e8-42ed-bfd7-165f914e3d1e" providerId="ADAL" clId="{FEF30A8E-DEB8-46F7-920E-E132806F317C}" dt="2021-02-12T06:06:04.681" v="894" actId="478"/>
          <ac:spMkLst>
            <pc:docMk/>
            <pc:sldMk cId="895173213" sldId="317"/>
            <ac:spMk id="153" creationId="{2B4B8FFD-A971-4836-ACB4-2B18854990E6}"/>
          </ac:spMkLst>
        </pc:spChg>
        <pc:spChg chg="add mod">
          <ac:chgData name="Georg Pinne" userId="05574ceb-d5e8-42ed-bfd7-165f914e3d1e" providerId="ADAL" clId="{FEF30A8E-DEB8-46F7-920E-E132806F317C}" dt="2021-02-12T06:10:16.819" v="1109" actId="14100"/>
          <ac:spMkLst>
            <pc:docMk/>
            <pc:sldMk cId="895173213" sldId="317"/>
            <ac:spMk id="154" creationId="{67FE0D45-D3F1-40DF-B39D-33C41A602512}"/>
          </ac:spMkLst>
        </pc:spChg>
        <pc:spChg chg="del">
          <ac:chgData name="Georg Pinne" userId="05574ceb-d5e8-42ed-bfd7-165f914e3d1e" providerId="ADAL" clId="{FEF30A8E-DEB8-46F7-920E-E132806F317C}" dt="2021-02-12T06:06:04.681" v="894" actId="478"/>
          <ac:spMkLst>
            <pc:docMk/>
            <pc:sldMk cId="895173213" sldId="317"/>
            <ac:spMk id="155" creationId="{05AF81DF-D18F-4DAE-9B74-3A26A18EFC35}"/>
          </ac:spMkLst>
        </pc:spChg>
        <pc:spChg chg="add mod">
          <ac:chgData name="Georg Pinne" userId="05574ceb-d5e8-42ed-bfd7-165f914e3d1e" providerId="ADAL" clId="{FEF30A8E-DEB8-46F7-920E-E132806F317C}" dt="2021-02-12T06:11:26.645" v="1140" actId="14100"/>
          <ac:spMkLst>
            <pc:docMk/>
            <pc:sldMk cId="895173213" sldId="317"/>
            <ac:spMk id="156" creationId="{BCAA9927-71BC-48C5-A1CE-DAB6F75A295B}"/>
          </ac:spMkLst>
        </pc:spChg>
        <pc:spChg chg="del">
          <ac:chgData name="Georg Pinne" userId="05574ceb-d5e8-42ed-bfd7-165f914e3d1e" providerId="ADAL" clId="{FEF30A8E-DEB8-46F7-920E-E132806F317C}" dt="2021-02-12T06:06:04.681" v="894" actId="478"/>
          <ac:spMkLst>
            <pc:docMk/>
            <pc:sldMk cId="895173213" sldId="317"/>
            <ac:spMk id="157" creationId="{0928F7D9-5A30-4419-BB60-E58F83846BF2}"/>
          </ac:spMkLst>
        </pc:spChg>
        <pc:spChg chg="add mod">
          <ac:chgData name="Georg Pinne" userId="05574ceb-d5e8-42ed-bfd7-165f914e3d1e" providerId="ADAL" clId="{FEF30A8E-DEB8-46F7-920E-E132806F317C}" dt="2021-02-12T06:32:54.822" v="1420" actId="255"/>
          <ac:spMkLst>
            <pc:docMk/>
            <pc:sldMk cId="895173213" sldId="317"/>
            <ac:spMk id="158" creationId="{578817D8-7A72-434C-A790-B289042F28E0}"/>
          </ac:spMkLst>
        </pc:spChg>
        <pc:spChg chg="del">
          <ac:chgData name="Georg Pinne" userId="05574ceb-d5e8-42ed-bfd7-165f914e3d1e" providerId="ADAL" clId="{FEF30A8E-DEB8-46F7-920E-E132806F317C}" dt="2021-02-12T06:06:04.681" v="894" actId="478"/>
          <ac:spMkLst>
            <pc:docMk/>
            <pc:sldMk cId="895173213" sldId="317"/>
            <ac:spMk id="159" creationId="{5D96AD24-8853-4068-91D3-143A02FB1E1D}"/>
          </ac:spMkLst>
        </pc:spChg>
        <pc:spChg chg="add del mod">
          <ac:chgData name="Georg Pinne" userId="05574ceb-d5e8-42ed-bfd7-165f914e3d1e" providerId="ADAL" clId="{FEF30A8E-DEB8-46F7-920E-E132806F317C}" dt="2021-02-12T06:09:17.234" v="932"/>
          <ac:spMkLst>
            <pc:docMk/>
            <pc:sldMk cId="895173213" sldId="317"/>
            <ac:spMk id="160" creationId="{51181143-3F7F-477B-9E17-2C1088801FB8}"/>
          </ac:spMkLst>
        </pc:spChg>
        <pc:spChg chg="del">
          <ac:chgData name="Georg Pinne" userId="05574ceb-d5e8-42ed-bfd7-165f914e3d1e" providerId="ADAL" clId="{FEF30A8E-DEB8-46F7-920E-E132806F317C}" dt="2021-02-12T06:06:04.681" v="894" actId="478"/>
          <ac:spMkLst>
            <pc:docMk/>
            <pc:sldMk cId="895173213" sldId="317"/>
            <ac:spMk id="161" creationId="{D2D7000F-3DA8-4CF8-9BAA-F010773648E7}"/>
          </ac:spMkLst>
        </pc:spChg>
        <pc:spChg chg="add mod">
          <ac:chgData name="Georg Pinne" userId="05574ceb-d5e8-42ed-bfd7-165f914e3d1e" providerId="ADAL" clId="{FEF30A8E-DEB8-46F7-920E-E132806F317C}" dt="2021-02-12T06:10:58.047" v="1134" actId="1076"/>
          <ac:spMkLst>
            <pc:docMk/>
            <pc:sldMk cId="895173213" sldId="317"/>
            <ac:spMk id="162" creationId="{3E840FD3-D0A1-4168-9266-E921D2F165DD}"/>
          </ac:spMkLst>
        </pc:spChg>
        <pc:spChg chg="del">
          <ac:chgData name="Georg Pinne" userId="05574ceb-d5e8-42ed-bfd7-165f914e3d1e" providerId="ADAL" clId="{FEF30A8E-DEB8-46F7-920E-E132806F317C}" dt="2021-02-12T06:06:04.681" v="894" actId="478"/>
          <ac:spMkLst>
            <pc:docMk/>
            <pc:sldMk cId="895173213" sldId="317"/>
            <ac:spMk id="163" creationId="{E12D4783-1584-4C1C-9DDD-EBAC7700E029}"/>
          </ac:spMkLst>
        </pc:spChg>
        <pc:spChg chg="add mod">
          <ac:chgData name="Georg Pinne" userId="05574ceb-d5e8-42ed-bfd7-165f914e3d1e" providerId="ADAL" clId="{FEF30A8E-DEB8-46F7-920E-E132806F317C}" dt="2021-02-12T06:32:28.162" v="1412" actId="242"/>
          <ac:spMkLst>
            <pc:docMk/>
            <pc:sldMk cId="895173213" sldId="317"/>
            <ac:spMk id="164" creationId="{E596CA36-C257-40C7-BE7F-7290CF834DE8}"/>
          </ac:spMkLst>
        </pc:spChg>
        <pc:spChg chg="del">
          <ac:chgData name="Georg Pinne" userId="05574ceb-d5e8-42ed-bfd7-165f914e3d1e" providerId="ADAL" clId="{FEF30A8E-DEB8-46F7-920E-E132806F317C}" dt="2021-02-12T06:06:04.681" v="894" actId="478"/>
          <ac:spMkLst>
            <pc:docMk/>
            <pc:sldMk cId="895173213" sldId="317"/>
            <ac:spMk id="165" creationId="{14339587-214C-4698-B193-A821ED5D5879}"/>
          </ac:spMkLst>
        </pc:spChg>
        <pc:spChg chg="add del mod">
          <ac:chgData name="Georg Pinne" userId="05574ceb-d5e8-42ed-bfd7-165f914e3d1e" providerId="ADAL" clId="{FEF30A8E-DEB8-46F7-920E-E132806F317C}" dt="2021-02-12T06:11:42.366" v="1143" actId="478"/>
          <ac:spMkLst>
            <pc:docMk/>
            <pc:sldMk cId="895173213" sldId="317"/>
            <ac:spMk id="166" creationId="{2AE27C9F-5528-47F3-ADBC-CF48A64C2F50}"/>
          </ac:spMkLst>
        </pc:spChg>
        <pc:spChg chg="del">
          <ac:chgData name="Georg Pinne" userId="05574ceb-d5e8-42ed-bfd7-165f914e3d1e" providerId="ADAL" clId="{FEF30A8E-DEB8-46F7-920E-E132806F317C}" dt="2021-02-12T06:06:04.681" v="894" actId="478"/>
          <ac:spMkLst>
            <pc:docMk/>
            <pc:sldMk cId="895173213" sldId="317"/>
            <ac:spMk id="167" creationId="{EDA14190-A57E-4112-AE57-487855558CE8}"/>
          </ac:spMkLst>
        </pc:spChg>
        <pc:spChg chg="add del mod">
          <ac:chgData name="Georg Pinne" userId="05574ceb-d5e8-42ed-bfd7-165f914e3d1e" providerId="ADAL" clId="{FEF30A8E-DEB8-46F7-920E-E132806F317C}" dt="2021-02-12T06:11:42.366" v="1143" actId="478"/>
          <ac:spMkLst>
            <pc:docMk/>
            <pc:sldMk cId="895173213" sldId="317"/>
            <ac:spMk id="168" creationId="{9D063AE9-EE2D-426F-A001-AFC54D7F1F5D}"/>
          </ac:spMkLst>
        </pc:spChg>
        <pc:spChg chg="del">
          <ac:chgData name="Georg Pinne" userId="05574ceb-d5e8-42ed-bfd7-165f914e3d1e" providerId="ADAL" clId="{FEF30A8E-DEB8-46F7-920E-E132806F317C}" dt="2021-02-12T06:06:04.681" v="894" actId="478"/>
          <ac:spMkLst>
            <pc:docMk/>
            <pc:sldMk cId="895173213" sldId="317"/>
            <ac:spMk id="169" creationId="{72C71811-B7A1-4BFC-83EB-22CC714D6D64}"/>
          </ac:spMkLst>
        </pc:spChg>
        <pc:spChg chg="add del mod">
          <ac:chgData name="Georg Pinne" userId="05574ceb-d5e8-42ed-bfd7-165f914e3d1e" providerId="ADAL" clId="{FEF30A8E-DEB8-46F7-920E-E132806F317C}" dt="2021-02-12T06:11:42.366" v="1143" actId="478"/>
          <ac:spMkLst>
            <pc:docMk/>
            <pc:sldMk cId="895173213" sldId="317"/>
            <ac:spMk id="170" creationId="{43C148F2-E5AC-4E32-8DCC-1F243DE29ECE}"/>
          </ac:spMkLst>
        </pc:spChg>
        <pc:spChg chg="del">
          <ac:chgData name="Georg Pinne" userId="05574ceb-d5e8-42ed-bfd7-165f914e3d1e" providerId="ADAL" clId="{FEF30A8E-DEB8-46F7-920E-E132806F317C}" dt="2021-02-12T06:06:04.681" v="894" actId="478"/>
          <ac:spMkLst>
            <pc:docMk/>
            <pc:sldMk cId="895173213" sldId="317"/>
            <ac:spMk id="171" creationId="{5B2CBBCB-C749-42D4-9972-704C897B01E5}"/>
          </ac:spMkLst>
        </pc:spChg>
        <pc:spChg chg="add del mod">
          <ac:chgData name="Georg Pinne" userId="05574ceb-d5e8-42ed-bfd7-165f914e3d1e" providerId="ADAL" clId="{FEF30A8E-DEB8-46F7-920E-E132806F317C}" dt="2021-02-12T06:11:42.366" v="1143" actId="478"/>
          <ac:spMkLst>
            <pc:docMk/>
            <pc:sldMk cId="895173213" sldId="317"/>
            <ac:spMk id="172" creationId="{B982AED4-7B88-4114-96C0-1528F54D3421}"/>
          </ac:spMkLst>
        </pc:spChg>
        <pc:spChg chg="del">
          <ac:chgData name="Georg Pinne" userId="05574ceb-d5e8-42ed-bfd7-165f914e3d1e" providerId="ADAL" clId="{FEF30A8E-DEB8-46F7-920E-E132806F317C}" dt="2021-02-12T06:06:04.681" v="894" actId="478"/>
          <ac:spMkLst>
            <pc:docMk/>
            <pc:sldMk cId="895173213" sldId="317"/>
            <ac:spMk id="173" creationId="{9BB1D1A0-8F73-4E16-BB99-5DC9B9EF6EA8}"/>
          </ac:spMkLst>
        </pc:spChg>
        <pc:spChg chg="add mod">
          <ac:chgData name="Georg Pinne" userId="05574ceb-d5e8-42ed-bfd7-165f914e3d1e" providerId="ADAL" clId="{FEF30A8E-DEB8-46F7-920E-E132806F317C}" dt="2021-02-12T06:16:17.364" v="1255" actId="1038"/>
          <ac:spMkLst>
            <pc:docMk/>
            <pc:sldMk cId="895173213" sldId="317"/>
            <ac:spMk id="174" creationId="{1051DB07-3A5A-4B33-8AFD-75D5BD90443A}"/>
          </ac:spMkLst>
        </pc:spChg>
        <pc:spChg chg="del">
          <ac:chgData name="Georg Pinne" userId="05574ceb-d5e8-42ed-bfd7-165f914e3d1e" providerId="ADAL" clId="{FEF30A8E-DEB8-46F7-920E-E132806F317C}" dt="2021-02-12T06:06:04.681" v="894" actId="478"/>
          <ac:spMkLst>
            <pc:docMk/>
            <pc:sldMk cId="895173213" sldId="317"/>
            <ac:spMk id="175" creationId="{959F33AD-92B2-4629-AB1B-231BFE5A6856}"/>
          </ac:spMkLst>
        </pc:spChg>
        <pc:spChg chg="add del mod">
          <ac:chgData name="Georg Pinne" userId="05574ceb-d5e8-42ed-bfd7-165f914e3d1e" providerId="ADAL" clId="{FEF30A8E-DEB8-46F7-920E-E132806F317C}" dt="2021-02-12T06:11:42.366" v="1143" actId="478"/>
          <ac:spMkLst>
            <pc:docMk/>
            <pc:sldMk cId="895173213" sldId="317"/>
            <ac:spMk id="176" creationId="{8DA5A15B-9849-4284-A944-2F4780E0A792}"/>
          </ac:spMkLst>
        </pc:spChg>
        <pc:spChg chg="del">
          <ac:chgData name="Georg Pinne" userId="05574ceb-d5e8-42ed-bfd7-165f914e3d1e" providerId="ADAL" clId="{FEF30A8E-DEB8-46F7-920E-E132806F317C}" dt="2021-02-12T06:06:04.681" v="894" actId="478"/>
          <ac:spMkLst>
            <pc:docMk/>
            <pc:sldMk cId="895173213" sldId="317"/>
            <ac:spMk id="177" creationId="{31B5523C-2800-42C4-825D-8C3D78886A87}"/>
          </ac:spMkLst>
        </pc:spChg>
        <pc:spChg chg="add mod">
          <ac:chgData name="Georg Pinne" userId="05574ceb-d5e8-42ed-bfd7-165f914e3d1e" providerId="ADAL" clId="{FEF30A8E-DEB8-46F7-920E-E132806F317C}" dt="2021-02-12T06:11:51.327" v="1145" actId="1076"/>
          <ac:spMkLst>
            <pc:docMk/>
            <pc:sldMk cId="895173213" sldId="317"/>
            <ac:spMk id="178" creationId="{6395C42F-CA6B-4C90-9D89-C3EC88B482B1}"/>
          </ac:spMkLst>
        </pc:spChg>
        <pc:spChg chg="del">
          <ac:chgData name="Georg Pinne" userId="05574ceb-d5e8-42ed-bfd7-165f914e3d1e" providerId="ADAL" clId="{FEF30A8E-DEB8-46F7-920E-E132806F317C}" dt="2021-02-12T06:06:04.681" v="894" actId="478"/>
          <ac:spMkLst>
            <pc:docMk/>
            <pc:sldMk cId="895173213" sldId="317"/>
            <ac:spMk id="179" creationId="{8F399312-1EC3-4D0F-AFBE-6EB3C41BC565}"/>
          </ac:spMkLst>
        </pc:spChg>
        <pc:spChg chg="add mod">
          <ac:chgData name="Georg Pinne" userId="05574ceb-d5e8-42ed-bfd7-165f914e3d1e" providerId="ADAL" clId="{FEF30A8E-DEB8-46F7-920E-E132806F317C}" dt="2021-02-12T06:11:51.327" v="1145" actId="1076"/>
          <ac:spMkLst>
            <pc:docMk/>
            <pc:sldMk cId="895173213" sldId="317"/>
            <ac:spMk id="180" creationId="{63C559D0-234A-43B6-A3A9-5E4CF9E5CA20}"/>
          </ac:spMkLst>
        </pc:spChg>
        <pc:spChg chg="del">
          <ac:chgData name="Georg Pinne" userId="05574ceb-d5e8-42ed-bfd7-165f914e3d1e" providerId="ADAL" clId="{FEF30A8E-DEB8-46F7-920E-E132806F317C}" dt="2021-02-12T06:06:04.681" v="894" actId="478"/>
          <ac:spMkLst>
            <pc:docMk/>
            <pc:sldMk cId="895173213" sldId="317"/>
            <ac:spMk id="181" creationId="{A6440450-4987-42C9-87B6-578F0C23E88D}"/>
          </ac:spMkLst>
        </pc:spChg>
        <pc:spChg chg="add mod">
          <ac:chgData name="Georg Pinne" userId="05574ceb-d5e8-42ed-bfd7-165f914e3d1e" providerId="ADAL" clId="{FEF30A8E-DEB8-46F7-920E-E132806F317C}" dt="2021-02-12T06:32:31.491" v="1414" actId="404"/>
          <ac:spMkLst>
            <pc:docMk/>
            <pc:sldMk cId="895173213" sldId="317"/>
            <ac:spMk id="182" creationId="{7DD736B8-1BC8-41D6-BDB3-33213F7B40AE}"/>
          </ac:spMkLst>
        </pc:spChg>
        <pc:spChg chg="del">
          <ac:chgData name="Georg Pinne" userId="05574ceb-d5e8-42ed-bfd7-165f914e3d1e" providerId="ADAL" clId="{FEF30A8E-DEB8-46F7-920E-E132806F317C}" dt="2021-02-12T06:06:04.681" v="894" actId="478"/>
          <ac:spMkLst>
            <pc:docMk/>
            <pc:sldMk cId="895173213" sldId="317"/>
            <ac:spMk id="183" creationId="{AAA911F9-5193-4382-B25F-D614F70F64BD}"/>
          </ac:spMkLst>
        </pc:spChg>
        <pc:spChg chg="add mod">
          <ac:chgData name="Georg Pinne" userId="05574ceb-d5e8-42ed-bfd7-165f914e3d1e" providerId="ADAL" clId="{FEF30A8E-DEB8-46F7-920E-E132806F317C}" dt="2021-02-12T06:11:51.327" v="1145" actId="1076"/>
          <ac:spMkLst>
            <pc:docMk/>
            <pc:sldMk cId="895173213" sldId="317"/>
            <ac:spMk id="184" creationId="{6F753EA2-DA0D-450B-AD4B-AE4CA3D7C06F}"/>
          </ac:spMkLst>
        </pc:spChg>
        <pc:spChg chg="del">
          <ac:chgData name="Georg Pinne" userId="05574ceb-d5e8-42ed-bfd7-165f914e3d1e" providerId="ADAL" clId="{FEF30A8E-DEB8-46F7-920E-E132806F317C}" dt="2021-02-12T06:06:04.681" v="894" actId="478"/>
          <ac:spMkLst>
            <pc:docMk/>
            <pc:sldMk cId="895173213" sldId="317"/>
            <ac:spMk id="185" creationId="{5D752258-24F1-46B3-AC31-D508F2EAC19E}"/>
          </ac:spMkLst>
        </pc:spChg>
        <pc:spChg chg="add mod">
          <ac:chgData name="Georg Pinne" userId="05574ceb-d5e8-42ed-bfd7-165f914e3d1e" providerId="ADAL" clId="{FEF30A8E-DEB8-46F7-920E-E132806F317C}" dt="2021-02-12T06:32:46.551" v="1419" actId="403"/>
          <ac:spMkLst>
            <pc:docMk/>
            <pc:sldMk cId="895173213" sldId="317"/>
            <ac:spMk id="186" creationId="{F55D05B6-DE3F-491A-85B1-B58BA4368CF7}"/>
          </ac:spMkLst>
        </pc:spChg>
        <pc:spChg chg="del">
          <ac:chgData name="Georg Pinne" userId="05574ceb-d5e8-42ed-bfd7-165f914e3d1e" providerId="ADAL" clId="{FEF30A8E-DEB8-46F7-920E-E132806F317C}" dt="2021-02-12T06:06:04.681" v="894" actId="478"/>
          <ac:spMkLst>
            <pc:docMk/>
            <pc:sldMk cId="895173213" sldId="317"/>
            <ac:spMk id="187" creationId="{924E313A-5427-4FEB-87B9-6FECA9D3A3AF}"/>
          </ac:spMkLst>
        </pc:spChg>
        <pc:spChg chg="add mod">
          <ac:chgData name="Georg Pinne" userId="05574ceb-d5e8-42ed-bfd7-165f914e3d1e" providerId="ADAL" clId="{FEF30A8E-DEB8-46F7-920E-E132806F317C}" dt="2021-02-12T06:16:16.423" v="1253" actId="1038"/>
          <ac:spMkLst>
            <pc:docMk/>
            <pc:sldMk cId="895173213" sldId="317"/>
            <ac:spMk id="188" creationId="{456F0AD5-AEA8-4DEC-A1C2-2FF6F441A909}"/>
          </ac:spMkLst>
        </pc:spChg>
        <pc:spChg chg="del">
          <ac:chgData name="Georg Pinne" userId="05574ceb-d5e8-42ed-bfd7-165f914e3d1e" providerId="ADAL" clId="{FEF30A8E-DEB8-46F7-920E-E132806F317C}" dt="2021-02-12T06:06:04.681" v="894" actId="478"/>
          <ac:spMkLst>
            <pc:docMk/>
            <pc:sldMk cId="895173213" sldId="317"/>
            <ac:spMk id="189" creationId="{95DBA897-2838-4E90-910F-D7C99138DFE8}"/>
          </ac:spMkLst>
        </pc:spChg>
        <pc:spChg chg="add mod">
          <ac:chgData name="Georg Pinne" userId="05574ceb-d5e8-42ed-bfd7-165f914e3d1e" providerId="ADAL" clId="{FEF30A8E-DEB8-46F7-920E-E132806F317C}" dt="2021-02-12T06:15:42.281" v="1214" actId="1076"/>
          <ac:spMkLst>
            <pc:docMk/>
            <pc:sldMk cId="895173213" sldId="317"/>
            <ac:spMk id="190" creationId="{B36F91B8-CACB-4D52-86F5-3C4C5ADB9E75}"/>
          </ac:spMkLst>
        </pc:spChg>
        <pc:spChg chg="del">
          <ac:chgData name="Georg Pinne" userId="05574ceb-d5e8-42ed-bfd7-165f914e3d1e" providerId="ADAL" clId="{FEF30A8E-DEB8-46F7-920E-E132806F317C}" dt="2021-02-12T06:06:04.681" v="894" actId="478"/>
          <ac:spMkLst>
            <pc:docMk/>
            <pc:sldMk cId="895173213" sldId="317"/>
            <ac:spMk id="191" creationId="{E9915D3F-172A-4BBC-A62E-D52A4C81D30E}"/>
          </ac:spMkLst>
        </pc:spChg>
        <pc:spChg chg="add mod">
          <ac:chgData name="Georg Pinne" userId="05574ceb-d5e8-42ed-bfd7-165f914e3d1e" providerId="ADAL" clId="{FEF30A8E-DEB8-46F7-920E-E132806F317C}" dt="2021-02-12T06:17:51.796" v="1322" actId="403"/>
          <ac:spMkLst>
            <pc:docMk/>
            <pc:sldMk cId="895173213" sldId="317"/>
            <ac:spMk id="192" creationId="{621866F1-DD34-4D18-9772-2A5E97A09756}"/>
          </ac:spMkLst>
        </pc:spChg>
        <pc:spChg chg="del">
          <ac:chgData name="Georg Pinne" userId="05574ceb-d5e8-42ed-bfd7-165f914e3d1e" providerId="ADAL" clId="{FEF30A8E-DEB8-46F7-920E-E132806F317C}" dt="2021-02-12T06:06:04.681" v="894" actId="478"/>
          <ac:spMkLst>
            <pc:docMk/>
            <pc:sldMk cId="895173213" sldId="317"/>
            <ac:spMk id="193" creationId="{78C64EAB-4D79-4A97-B07F-E9DE29C0ADEB}"/>
          </ac:spMkLst>
        </pc:spChg>
        <pc:spChg chg="add mod">
          <ac:chgData name="Georg Pinne" userId="05574ceb-d5e8-42ed-bfd7-165f914e3d1e" providerId="ADAL" clId="{FEF30A8E-DEB8-46F7-920E-E132806F317C}" dt="2021-02-12T06:16:00.777" v="1230" actId="1038"/>
          <ac:spMkLst>
            <pc:docMk/>
            <pc:sldMk cId="895173213" sldId="317"/>
            <ac:spMk id="194" creationId="{1A3DD6CF-FE04-4692-B441-E84FCE4C6E25}"/>
          </ac:spMkLst>
        </pc:spChg>
        <pc:spChg chg="del">
          <ac:chgData name="Georg Pinne" userId="05574ceb-d5e8-42ed-bfd7-165f914e3d1e" providerId="ADAL" clId="{FEF30A8E-DEB8-46F7-920E-E132806F317C}" dt="2021-02-12T06:06:04.681" v="894" actId="478"/>
          <ac:spMkLst>
            <pc:docMk/>
            <pc:sldMk cId="895173213" sldId="317"/>
            <ac:spMk id="195" creationId="{18330E13-A7F6-4BEB-9B1D-2871DC756152}"/>
          </ac:spMkLst>
        </pc:spChg>
        <pc:spChg chg="add mod">
          <ac:chgData name="Georg Pinne" userId="05574ceb-d5e8-42ed-bfd7-165f914e3d1e" providerId="ADAL" clId="{FEF30A8E-DEB8-46F7-920E-E132806F317C}" dt="2021-02-12T06:17:48.592" v="1321" actId="404"/>
          <ac:spMkLst>
            <pc:docMk/>
            <pc:sldMk cId="895173213" sldId="317"/>
            <ac:spMk id="196" creationId="{88E5B558-559F-47F9-88B0-45A726266B83}"/>
          </ac:spMkLst>
        </pc:spChg>
        <pc:spChg chg="del">
          <ac:chgData name="Georg Pinne" userId="05574ceb-d5e8-42ed-bfd7-165f914e3d1e" providerId="ADAL" clId="{FEF30A8E-DEB8-46F7-920E-E132806F317C}" dt="2021-02-12T06:06:04.681" v="894" actId="478"/>
          <ac:spMkLst>
            <pc:docMk/>
            <pc:sldMk cId="895173213" sldId="317"/>
            <ac:spMk id="197" creationId="{FA5E1784-BD13-4B09-9615-DEA8A667EEBF}"/>
          </ac:spMkLst>
        </pc:spChg>
        <pc:spChg chg="add mod">
          <ac:chgData name="Georg Pinne" userId="05574ceb-d5e8-42ed-bfd7-165f914e3d1e" providerId="ADAL" clId="{FEF30A8E-DEB8-46F7-920E-E132806F317C}" dt="2021-02-12T08:08:34.242" v="4229"/>
          <ac:spMkLst>
            <pc:docMk/>
            <pc:sldMk cId="895173213" sldId="317"/>
            <ac:spMk id="198" creationId="{BA43853D-E1EA-452B-A392-5257D0754C18}"/>
          </ac:spMkLst>
        </pc:spChg>
        <pc:spChg chg="del">
          <ac:chgData name="Georg Pinne" userId="05574ceb-d5e8-42ed-bfd7-165f914e3d1e" providerId="ADAL" clId="{FEF30A8E-DEB8-46F7-920E-E132806F317C}" dt="2021-02-12T06:06:04.681" v="894" actId="478"/>
          <ac:spMkLst>
            <pc:docMk/>
            <pc:sldMk cId="895173213" sldId="317"/>
            <ac:spMk id="199" creationId="{A022E7BD-D924-4EB9-92F3-35F7F9D8A659}"/>
          </ac:spMkLst>
        </pc:spChg>
        <pc:spChg chg="del">
          <ac:chgData name="Georg Pinne" userId="05574ceb-d5e8-42ed-bfd7-165f914e3d1e" providerId="ADAL" clId="{FEF30A8E-DEB8-46F7-920E-E132806F317C}" dt="2021-02-12T06:06:04.681" v="894" actId="478"/>
          <ac:spMkLst>
            <pc:docMk/>
            <pc:sldMk cId="895173213" sldId="317"/>
            <ac:spMk id="201" creationId="{969E7501-5E9E-40D8-B254-E65296303465}"/>
          </ac:spMkLst>
        </pc:spChg>
        <pc:spChg chg="del">
          <ac:chgData name="Georg Pinne" userId="05574ceb-d5e8-42ed-bfd7-165f914e3d1e" providerId="ADAL" clId="{FEF30A8E-DEB8-46F7-920E-E132806F317C}" dt="2021-02-12T06:06:04.681" v="894" actId="478"/>
          <ac:spMkLst>
            <pc:docMk/>
            <pc:sldMk cId="895173213" sldId="317"/>
            <ac:spMk id="203" creationId="{11D81CCE-B5EB-470A-BED3-DCDE5DCDDC3A}"/>
          </ac:spMkLst>
        </pc:spChg>
        <pc:spChg chg="del">
          <ac:chgData name="Georg Pinne" userId="05574ceb-d5e8-42ed-bfd7-165f914e3d1e" providerId="ADAL" clId="{FEF30A8E-DEB8-46F7-920E-E132806F317C}" dt="2021-02-12T06:06:04.681" v="894" actId="478"/>
          <ac:spMkLst>
            <pc:docMk/>
            <pc:sldMk cId="895173213" sldId="317"/>
            <ac:spMk id="205" creationId="{3DA8E7B0-D6F3-4716-8770-384197F83A7E}"/>
          </ac:spMkLst>
        </pc:spChg>
        <pc:spChg chg="del">
          <ac:chgData name="Georg Pinne" userId="05574ceb-d5e8-42ed-bfd7-165f914e3d1e" providerId="ADAL" clId="{FEF30A8E-DEB8-46F7-920E-E132806F317C}" dt="2021-02-12T06:06:04.681" v="894" actId="478"/>
          <ac:spMkLst>
            <pc:docMk/>
            <pc:sldMk cId="895173213" sldId="317"/>
            <ac:spMk id="207" creationId="{AA0D9119-030E-4EE0-AC40-327E2C1104B8}"/>
          </ac:spMkLst>
        </pc:spChg>
        <pc:spChg chg="del">
          <ac:chgData name="Georg Pinne" userId="05574ceb-d5e8-42ed-bfd7-165f914e3d1e" providerId="ADAL" clId="{FEF30A8E-DEB8-46F7-920E-E132806F317C}" dt="2021-02-12T06:06:04.681" v="894" actId="478"/>
          <ac:spMkLst>
            <pc:docMk/>
            <pc:sldMk cId="895173213" sldId="317"/>
            <ac:spMk id="209" creationId="{C99A5565-9524-4587-89FA-1C1A92188F6C}"/>
          </ac:spMkLst>
        </pc:spChg>
        <pc:spChg chg="del">
          <ac:chgData name="Georg Pinne" userId="05574ceb-d5e8-42ed-bfd7-165f914e3d1e" providerId="ADAL" clId="{FEF30A8E-DEB8-46F7-920E-E132806F317C}" dt="2021-02-12T06:06:04.681" v="894" actId="478"/>
          <ac:spMkLst>
            <pc:docMk/>
            <pc:sldMk cId="895173213" sldId="317"/>
            <ac:spMk id="211" creationId="{E56EF2CD-4607-423E-95F0-0F60BE487F7D}"/>
          </ac:spMkLst>
        </pc:spChg>
        <pc:spChg chg="del">
          <ac:chgData name="Georg Pinne" userId="05574ceb-d5e8-42ed-bfd7-165f914e3d1e" providerId="ADAL" clId="{FEF30A8E-DEB8-46F7-920E-E132806F317C}" dt="2021-02-12T06:06:04.681" v="894" actId="478"/>
          <ac:spMkLst>
            <pc:docMk/>
            <pc:sldMk cId="895173213" sldId="317"/>
            <ac:spMk id="213" creationId="{D9385571-FD90-408B-8DD3-EAAA5DC122E3}"/>
          </ac:spMkLst>
        </pc:spChg>
        <pc:spChg chg="del">
          <ac:chgData name="Georg Pinne" userId="05574ceb-d5e8-42ed-bfd7-165f914e3d1e" providerId="ADAL" clId="{FEF30A8E-DEB8-46F7-920E-E132806F317C}" dt="2021-02-12T06:06:04.681" v="894" actId="478"/>
          <ac:spMkLst>
            <pc:docMk/>
            <pc:sldMk cId="895173213" sldId="317"/>
            <ac:spMk id="215" creationId="{331B13E7-159F-4E82-8BF8-CBF14F85CA44}"/>
          </ac:spMkLst>
        </pc:spChg>
        <pc:spChg chg="del">
          <ac:chgData name="Georg Pinne" userId="05574ceb-d5e8-42ed-bfd7-165f914e3d1e" providerId="ADAL" clId="{FEF30A8E-DEB8-46F7-920E-E132806F317C}" dt="2021-02-12T06:06:04.681" v="894" actId="478"/>
          <ac:spMkLst>
            <pc:docMk/>
            <pc:sldMk cId="895173213" sldId="317"/>
            <ac:spMk id="217" creationId="{B00FA4E7-FCCF-4E8A-9941-F703D46CCC0E}"/>
          </ac:spMkLst>
        </pc:spChg>
        <pc:spChg chg="del">
          <ac:chgData name="Georg Pinne" userId="05574ceb-d5e8-42ed-bfd7-165f914e3d1e" providerId="ADAL" clId="{FEF30A8E-DEB8-46F7-920E-E132806F317C}" dt="2021-02-12T06:06:04.681" v="894" actId="478"/>
          <ac:spMkLst>
            <pc:docMk/>
            <pc:sldMk cId="895173213" sldId="317"/>
            <ac:spMk id="219" creationId="{FF4AFC37-3725-453C-956C-54DFEDC609C9}"/>
          </ac:spMkLst>
        </pc:spChg>
        <pc:spChg chg="del">
          <ac:chgData name="Georg Pinne" userId="05574ceb-d5e8-42ed-bfd7-165f914e3d1e" providerId="ADAL" clId="{FEF30A8E-DEB8-46F7-920E-E132806F317C}" dt="2021-02-12T06:06:04.681" v="894" actId="478"/>
          <ac:spMkLst>
            <pc:docMk/>
            <pc:sldMk cId="895173213" sldId="317"/>
            <ac:spMk id="221" creationId="{BE8AC9A8-FE8C-44C6-8A54-D3D90CCC2F59}"/>
          </ac:spMkLst>
        </pc:spChg>
        <pc:spChg chg="del">
          <ac:chgData name="Georg Pinne" userId="05574ceb-d5e8-42ed-bfd7-165f914e3d1e" providerId="ADAL" clId="{FEF30A8E-DEB8-46F7-920E-E132806F317C}" dt="2021-02-12T06:06:04.681" v="894" actId="478"/>
          <ac:spMkLst>
            <pc:docMk/>
            <pc:sldMk cId="895173213" sldId="317"/>
            <ac:spMk id="223" creationId="{B4A9B33C-1EA6-43A5-88DE-151DBD76595B}"/>
          </ac:spMkLst>
        </pc:spChg>
        <pc:spChg chg="del">
          <ac:chgData name="Georg Pinne" userId="05574ceb-d5e8-42ed-bfd7-165f914e3d1e" providerId="ADAL" clId="{FEF30A8E-DEB8-46F7-920E-E132806F317C}" dt="2021-02-12T06:06:04.681" v="894" actId="478"/>
          <ac:spMkLst>
            <pc:docMk/>
            <pc:sldMk cId="895173213" sldId="317"/>
            <ac:spMk id="225" creationId="{CFCA2C7B-139B-4F45-A382-3FF465510DCF}"/>
          </ac:spMkLst>
        </pc:spChg>
        <pc:spChg chg="del">
          <ac:chgData name="Georg Pinne" userId="05574ceb-d5e8-42ed-bfd7-165f914e3d1e" providerId="ADAL" clId="{FEF30A8E-DEB8-46F7-920E-E132806F317C}" dt="2021-02-12T06:06:04.681" v="894" actId="478"/>
          <ac:spMkLst>
            <pc:docMk/>
            <pc:sldMk cId="895173213" sldId="317"/>
            <ac:spMk id="227" creationId="{A925981D-B9FD-4EB9-A71F-FF989CBF0AA7}"/>
          </ac:spMkLst>
        </pc:spChg>
        <pc:spChg chg="del">
          <ac:chgData name="Georg Pinne" userId="05574ceb-d5e8-42ed-bfd7-165f914e3d1e" providerId="ADAL" clId="{FEF30A8E-DEB8-46F7-920E-E132806F317C}" dt="2021-02-12T06:06:04.681" v="894" actId="478"/>
          <ac:spMkLst>
            <pc:docMk/>
            <pc:sldMk cId="895173213" sldId="317"/>
            <ac:spMk id="229" creationId="{F7A5151C-14C4-4883-903F-11FB1360015E}"/>
          </ac:spMkLst>
        </pc:spChg>
        <pc:spChg chg="del">
          <ac:chgData name="Georg Pinne" userId="05574ceb-d5e8-42ed-bfd7-165f914e3d1e" providerId="ADAL" clId="{FEF30A8E-DEB8-46F7-920E-E132806F317C}" dt="2021-02-12T06:06:04.681" v="894" actId="478"/>
          <ac:spMkLst>
            <pc:docMk/>
            <pc:sldMk cId="895173213" sldId="317"/>
            <ac:spMk id="231" creationId="{A2AAA1BC-4DAD-4ECC-8402-EF4209C4190B}"/>
          </ac:spMkLst>
        </pc:spChg>
        <pc:spChg chg="del">
          <ac:chgData name="Georg Pinne" userId="05574ceb-d5e8-42ed-bfd7-165f914e3d1e" providerId="ADAL" clId="{FEF30A8E-DEB8-46F7-920E-E132806F317C}" dt="2021-02-12T06:06:04.681" v="894" actId="478"/>
          <ac:spMkLst>
            <pc:docMk/>
            <pc:sldMk cId="895173213" sldId="317"/>
            <ac:spMk id="232" creationId="{D8120542-34FF-48B7-A1A7-FDBB8F691BB4}"/>
          </ac:spMkLst>
        </pc:spChg>
        <pc:spChg chg="del">
          <ac:chgData name="Georg Pinne" userId="05574ceb-d5e8-42ed-bfd7-165f914e3d1e" providerId="ADAL" clId="{FEF30A8E-DEB8-46F7-920E-E132806F317C}" dt="2021-02-12T06:06:04.681" v="894" actId="478"/>
          <ac:spMkLst>
            <pc:docMk/>
            <pc:sldMk cId="895173213" sldId="317"/>
            <ac:spMk id="233" creationId="{B6367DD3-EEC0-482B-9072-2A10B8CF51C0}"/>
          </ac:spMkLst>
        </pc:spChg>
        <pc:spChg chg="del">
          <ac:chgData name="Georg Pinne" userId="05574ceb-d5e8-42ed-bfd7-165f914e3d1e" providerId="ADAL" clId="{FEF30A8E-DEB8-46F7-920E-E132806F317C}" dt="2021-02-12T06:06:04.681" v="894" actId="478"/>
          <ac:spMkLst>
            <pc:docMk/>
            <pc:sldMk cId="895173213" sldId="317"/>
            <ac:spMk id="234" creationId="{65E1554F-5C14-4D0D-A419-B41980188D2B}"/>
          </ac:spMkLst>
        </pc:spChg>
        <pc:spChg chg="del">
          <ac:chgData name="Georg Pinne" userId="05574ceb-d5e8-42ed-bfd7-165f914e3d1e" providerId="ADAL" clId="{FEF30A8E-DEB8-46F7-920E-E132806F317C}" dt="2021-02-12T06:06:04.681" v="894" actId="478"/>
          <ac:spMkLst>
            <pc:docMk/>
            <pc:sldMk cId="895173213" sldId="317"/>
            <ac:spMk id="235" creationId="{B1961D72-8BF6-4F58-A6A3-2D4663A982C2}"/>
          </ac:spMkLst>
        </pc:spChg>
        <pc:spChg chg="del">
          <ac:chgData name="Georg Pinne" userId="05574ceb-d5e8-42ed-bfd7-165f914e3d1e" providerId="ADAL" clId="{FEF30A8E-DEB8-46F7-920E-E132806F317C}" dt="2021-02-12T06:06:04.681" v="894" actId="478"/>
          <ac:spMkLst>
            <pc:docMk/>
            <pc:sldMk cId="895173213" sldId="317"/>
            <ac:spMk id="236" creationId="{1FE799DA-80CB-419C-BC2A-0E9C1FEA717C}"/>
          </ac:spMkLst>
        </pc:spChg>
        <pc:spChg chg="del">
          <ac:chgData name="Georg Pinne" userId="05574ceb-d5e8-42ed-bfd7-165f914e3d1e" providerId="ADAL" clId="{FEF30A8E-DEB8-46F7-920E-E132806F317C}" dt="2021-02-12T06:06:04.681" v="894" actId="478"/>
          <ac:spMkLst>
            <pc:docMk/>
            <pc:sldMk cId="895173213" sldId="317"/>
            <ac:spMk id="237" creationId="{3F3134DB-77CF-4BBF-B9D7-BC98A1AE4451}"/>
          </ac:spMkLst>
        </pc:spChg>
        <pc:spChg chg="del">
          <ac:chgData name="Georg Pinne" userId="05574ceb-d5e8-42ed-bfd7-165f914e3d1e" providerId="ADAL" clId="{FEF30A8E-DEB8-46F7-920E-E132806F317C}" dt="2021-02-12T06:06:04.681" v="894" actId="478"/>
          <ac:spMkLst>
            <pc:docMk/>
            <pc:sldMk cId="895173213" sldId="317"/>
            <ac:spMk id="238" creationId="{FA37046F-5B4B-4805-9DB3-718F7F4EF870}"/>
          </ac:spMkLst>
        </pc:spChg>
        <pc:spChg chg="del">
          <ac:chgData name="Georg Pinne" userId="05574ceb-d5e8-42ed-bfd7-165f914e3d1e" providerId="ADAL" clId="{FEF30A8E-DEB8-46F7-920E-E132806F317C}" dt="2021-02-12T06:06:04.681" v="894" actId="478"/>
          <ac:spMkLst>
            <pc:docMk/>
            <pc:sldMk cId="895173213" sldId="317"/>
            <ac:spMk id="239" creationId="{0ABC1A90-93B9-4E6D-85AC-80ECB477C2B2}"/>
          </ac:spMkLst>
        </pc:spChg>
        <pc:spChg chg="del">
          <ac:chgData name="Georg Pinne" userId="05574ceb-d5e8-42ed-bfd7-165f914e3d1e" providerId="ADAL" clId="{FEF30A8E-DEB8-46F7-920E-E132806F317C}" dt="2021-02-12T06:06:04.681" v="894" actId="478"/>
          <ac:spMkLst>
            <pc:docMk/>
            <pc:sldMk cId="895173213" sldId="317"/>
            <ac:spMk id="240" creationId="{D215DD4B-44C1-4B05-8144-BB97182BE572}"/>
          </ac:spMkLst>
        </pc:spChg>
        <pc:spChg chg="del">
          <ac:chgData name="Georg Pinne" userId="05574ceb-d5e8-42ed-bfd7-165f914e3d1e" providerId="ADAL" clId="{FEF30A8E-DEB8-46F7-920E-E132806F317C}" dt="2021-02-12T06:06:04.681" v="894" actId="478"/>
          <ac:spMkLst>
            <pc:docMk/>
            <pc:sldMk cId="895173213" sldId="317"/>
            <ac:spMk id="241" creationId="{DFF7765F-8D59-4BA4-A7E3-15DD006902B0}"/>
          </ac:spMkLst>
        </pc:spChg>
        <pc:spChg chg="del">
          <ac:chgData name="Georg Pinne" userId="05574ceb-d5e8-42ed-bfd7-165f914e3d1e" providerId="ADAL" clId="{FEF30A8E-DEB8-46F7-920E-E132806F317C}" dt="2021-02-12T06:06:04.681" v="894" actId="478"/>
          <ac:spMkLst>
            <pc:docMk/>
            <pc:sldMk cId="895173213" sldId="317"/>
            <ac:spMk id="242" creationId="{C134B3D9-B9FF-4871-8BD3-88C4DCAD4EE3}"/>
          </ac:spMkLst>
        </pc:spChg>
        <pc:spChg chg="del">
          <ac:chgData name="Georg Pinne" userId="05574ceb-d5e8-42ed-bfd7-165f914e3d1e" providerId="ADAL" clId="{FEF30A8E-DEB8-46F7-920E-E132806F317C}" dt="2021-02-12T06:06:04.681" v="894" actId="478"/>
          <ac:spMkLst>
            <pc:docMk/>
            <pc:sldMk cId="895173213" sldId="317"/>
            <ac:spMk id="243" creationId="{7859C9A4-D3F5-4520-9229-59BDCD92AFC4}"/>
          </ac:spMkLst>
        </pc:spChg>
        <pc:spChg chg="del">
          <ac:chgData name="Georg Pinne" userId="05574ceb-d5e8-42ed-bfd7-165f914e3d1e" providerId="ADAL" clId="{FEF30A8E-DEB8-46F7-920E-E132806F317C}" dt="2021-02-12T06:06:04.681" v="894" actId="478"/>
          <ac:spMkLst>
            <pc:docMk/>
            <pc:sldMk cId="895173213" sldId="317"/>
            <ac:spMk id="244" creationId="{CD4FDE9C-457A-4B69-82AC-C4F87F7D9C7D}"/>
          </ac:spMkLst>
        </pc:spChg>
        <pc:spChg chg="del">
          <ac:chgData name="Georg Pinne" userId="05574ceb-d5e8-42ed-bfd7-165f914e3d1e" providerId="ADAL" clId="{FEF30A8E-DEB8-46F7-920E-E132806F317C}" dt="2021-02-12T06:06:04.681" v="894" actId="478"/>
          <ac:spMkLst>
            <pc:docMk/>
            <pc:sldMk cId="895173213" sldId="317"/>
            <ac:spMk id="245" creationId="{3B55FD9F-48B3-4DF6-BC87-8F520750EEE3}"/>
          </ac:spMkLst>
        </pc:spChg>
        <pc:spChg chg="del">
          <ac:chgData name="Georg Pinne" userId="05574ceb-d5e8-42ed-bfd7-165f914e3d1e" providerId="ADAL" clId="{FEF30A8E-DEB8-46F7-920E-E132806F317C}" dt="2021-02-12T06:06:04.681" v="894" actId="478"/>
          <ac:spMkLst>
            <pc:docMk/>
            <pc:sldMk cId="895173213" sldId="317"/>
            <ac:spMk id="246" creationId="{C2DC3D23-82D5-4BA5-A666-212AE7945D5C}"/>
          </ac:spMkLst>
        </pc:spChg>
        <pc:spChg chg="del">
          <ac:chgData name="Georg Pinne" userId="05574ceb-d5e8-42ed-bfd7-165f914e3d1e" providerId="ADAL" clId="{FEF30A8E-DEB8-46F7-920E-E132806F317C}" dt="2021-02-12T06:06:04.681" v="894" actId="478"/>
          <ac:spMkLst>
            <pc:docMk/>
            <pc:sldMk cId="895173213" sldId="317"/>
            <ac:spMk id="247" creationId="{FD2B9544-876F-41FB-BDEB-CA254567703D}"/>
          </ac:spMkLst>
        </pc:spChg>
        <pc:spChg chg="del">
          <ac:chgData name="Georg Pinne" userId="05574ceb-d5e8-42ed-bfd7-165f914e3d1e" providerId="ADAL" clId="{FEF30A8E-DEB8-46F7-920E-E132806F317C}" dt="2021-02-12T06:06:04.681" v="894" actId="478"/>
          <ac:spMkLst>
            <pc:docMk/>
            <pc:sldMk cId="895173213" sldId="317"/>
            <ac:spMk id="248" creationId="{56DE24B4-4D7C-4348-A8C5-730F12B19EFF}"/>
          </ac:spMkLst>
        </pc:spChg>
        <pc:spChg chg="del">
          <ac:chgData name="Georg Pinne" userId="05574ceb-d5e8-42ed-bfd7-165f914e3d1e" providerId="ADAL" clId="{FEF30A8E-DEB8-46F7-920E-E132806F317C}" dt="2021-02-12T06:06:04.681" v="894" actId="478"/>
          <ac:spMkLst>
            <pc:docMk/>
            <pc:sldMk cId="895173213" sldId="317"/>
            <ac:spMk id="249" creationId="{9CF7662F-7AB9-417B-A9C7-5AA97C32ABAA}"/>
          </ac:spMkLst>
        </pc:spChg>
        <pc:spChg chg="del">
          <ac:chgData name="Georg Pinne" userId="05574ceb-d5e8-42ed-bfd7-165f914e3d1e" providerId="ADAL" clId="{FEF30A8E-DEB8-46F7-920E-E132806F317C}" dt="2021-02-12T06:06:04.681" v="894" actId="478"/>
          <ac:spMkLst>
            <pc:docMk/>
            <pc:sldMk cId="895173213" sldId="317"/>
            <ac:spMk id="250" creationId="{16F06530-22AD-4E3E-A46C-53F86BD78565}"/>
          </ac:spMkLst>
        </pc:spChg>
        <pc:spChg chg="del">
          <ac:chgData name="Georg Pinne" userId="05574ceb-d5e8-42ed-bfd7-165f914e3d1e" providerId="ADAL" clId="{FEF30A8E-DEB8-46F7-920E-E132806F317C}" dt="2021-02-12T06:06:04.681" v="894" actId="478"/>
          <ac:spMkLst>
            <pc:docMk/>
            <pc:sldMk cId="895173213" sldId="317"/>
            <ac:spMk id="251" creationId="{D72848FF-3E66-4FD5-992E-74F110CD0679}"/>
          </ac:spMkLst>
        </pc:spChg>
        <pc:spChg chg="del">
          <ac:chgData name="Georg Pinne" userId="05574ceb-d5e8-42ed-bfd7-165f914e3d1e" providerId="ADAL" clId="{FEF30A8E-DEB8-46F7-920E-E132806F317C}" dt="2021-02-12T06:06:04.681" v="894" actId="478"/>
          <ac:spMkLst>
            <pc:docMk/>
            <pc:sldMk cId="895173213" sldId="317"/>
            <ac:spMk id="252" creationId="{EBDCFD77-3F87-450C-9381-538EC075F128}"/>
          </ac:spMkLst>
        </pc:spChg>
        <pc:spChg chg="del">
          <ac:chgData name="Georg Pinne" userId="05574ceb-d5e8-42ed-bfd7-165f914e3d1e" providerId="ADAL" clId="{FEF30A8E-DEB8-46F7-920E-E132806F317C}" dt="2021-02-12T06:06:04.681" v="894" actId="478"/>
          <ac:spMkLst>
            <pc:docMk/>
            <pc:sldMk cId="895173213" sldId="317"/>
            <ac:spMk id="253" creationId="{46C17D53-1430-4DD2-B3AB-A40EB898AA47}"/>
          </ac:spMkLst>
        </pc:spChg>
        <pc:spChg chg="del">
          <ac:chgData name="Georg Pinne" userId="05574ceb-d5e8-42ed-bfd7-165f914e3d1e" providerId="ADAL" clId="{FEF30A8E-DEB8-46F7-920E-E132806F317C}" dt="2021-02-12T06:06:04.681" v="894" actId="478"/>
          <ac:spMkLst>
            <pc:docMk/>
            <pc:sldMk cId="895173213" sldId="317"/>
            <ac:spMk id="254" creationId="{9C031D16-D93E-4505-A8D0-B436466BA014}"/>
          </ac:spMkLst>
        </pc:spChg>
        <pc:spChg chg="del">
          <ac:chgData name="Georg Pinne" userId="05574ceb-d5e8-42ed-bfd7-165f914e3d1e" providerId="ADAL" clId="{FEF30A8E-DEB8-46F7-920E-E132806F317C}" dt="2021-02-12T06:06:04.681" v="894" actId="478"/>
          <ac:spMkLst>
            <pc:docMk/>
            <pc:sldMk cId="895173213" sldId="317"/>
            <ac:spMk id="255" creationId="{5B54A1C7-4D1D-4656-9185-8208DB102A72}"/>
          </ac:spMkLst>
        </pc:spChg>
        <pc:spChg chg="del">
          <ac:chgData name="Georg Pinne" userId="05574ceb-d5e8-42ed-bfd7-165f914e3d1e" providerId="ADAL" clId="{FEF30A8E-DEB8-46F7-920E-E132806F317C}" dt="2021-02-12T06:06:04.681" v="894" actId="478"/>
          <ac:spMkLst>
            <pc:docMk/>
            <pc:sldMk cId="895173213" sldId="317"/>
            <ac:spMk id="256" creationId="{6139226E-D594-4CE9-9BBC-5829F6DB0429}"/>
          </ac:spMkLst>
        </pc:spChg>
        <pc:spChg chg="del">
          <ac:chgData name="Georg Pinne" userId="05574ceb-d5e8-42ed-bfd7-165f914e3d1e" providerId="ADAL" clId="{FEF30A8E-DEB8-46F7-920E-E132806F317C}" dt="2021-02-12T06:06:04.681" v="894" actId="478"/>
          <ac:spMkLst>
            <pc:docMk/>
            <pc:sldMk cId="895173213" sldId="317"/>
            <ac:spMk id="257" creationId="{B73E98E7-D880-4801-87A7-48CDE1A68C82}"/>
          </ac:spMkLst>
        </pc:spChg>
        <pc:spChg chg="del">
          <ac:chgData name="Georg Pinne" userId="05574ceb-d5e8-42ed-bfd7-165f914e3d1e" providerId="ADAL" clId="{FEF30A8E-DEB8-46F7-920E-E132806F317C}" dt="2021-02-12T06:06:04.681" v="894" actId="478"/>
          <ac:spMkLst>
            <pc:docMk/>
            <pc:sldMk cId="895173213" sldId="317"/>
            <ac:spMk id="258" creationId="{0E60F81F-C366-4849-9BED-A516C53AC0E9}"/>
          </ac:spMkLst>
        </pc:spChg>
        <pc:spChg chg="del">
          <ac:chgData name="Georg Pinne" userId="05574ceb-d5e8-42ed-bfd7-165f914e3d1e" providerId="ADAL" clId="{FEF30A8E-DEB8-46F7-920E-E132806F317C}" dt="2021-02-12T06:06:04.681" v="894" actId="478"/>
          <ac:spMkLst>
            <pc:docMk/>
            <pc:sldMk cId="895173213" sldId="317"/>
            <ac:spMk id="259" creationId="{DFDC3986-E1E7-4656-B79D-9FA064E8A2DE}"/>
          </ac:spMkLst>
        </pc:spChg>
        <pc:spChg chg="del">
          <ac:chgData name="Georg Pinne" userId="05574ceb-d5e8-42ed-bfd7-165f914e3d1e" providerId="ADAL" clId="{FEF30A8E-DEB8-46F7-920E-E132806F317C}" dt="2021-02-12T06:06:04.681" v="894" actId="478"/>
          <ac:spMkLst>
            <pc:docMk/>
            <pc:sldMk cId="895173213" sldId="317"/>
            <ac:spMk id="261" creationId="{B5EB0EE9-FF06-4414-A6F3-EC7FF5406C73}"/>
          </ac:spMkLst>
        </pc:spChg>
        <pc:spChg chg="del">
          <ac:chgData name="Georg Pinne" userId="05574ceb-d5e8-42ed-bfd7-165f914e3d1e" providerId="ADAL" clId="{FEF30A8E-DEB8-46F7-920E-E132806F317C}" dt="2021-02-12T06:06:04.681" v="894" actId="478"/>
          <ac:spMkLst>
            <pc:docMk/>
            <pc:sldMk cId="895173213" sldId="317"/>
            <ac:spMk id="262" creationId="{C294104E-7E1E-4D08-8596-9F92D6A8B003}"/>
          </ac:spMkLst>
        </pc:spChg>
        <pc:spChg chg="del">
          <ac:chgData name="Georg Pinne" userId="05574ceb-d5e8-42ed-bfd7-165f914e3d1e" providerId="ADAL" clId="{FEF30A8E-DEB8-46F7-920E-E132806F317C}" dt="2021-02-12T06:06:04.681" v="894" actId="478"/>
          <ac:spMkLst>
            <pc:docMk/>
            <pc:sldMk cId="895173213" sldId="317"/>
            <ac:spMk id="263" creationId="{C3BC18DD-C37A-4E57-85A2-5B8507D0CB24}"/>
          </ac:spMkLst>
        </pc:spChg>
        <pc:spChg chg="del">
          <ac:chgData name="Georg Pinne" userId="05574ceb-d5e8-42ed-bfd7-165f914e3d1e" providerId="ADAL" clId="{FEF30A8E-DEB8-46F7-920E-E132806F317C}" dt="2021-02-12T06:06:04.681" v="894" actId="478"/>
          <ac:spMkLst>
            <pc:docMk/>
            <pc:sldMk cId="895173213" sldId="317"/>
            <ac:spMk id="264" creationId="{E74C93B2-5476-4EEC-BF42-248FEDE9C3FD}"/>
          </ac:spMkLst>
        </pc:spChg>
        <pc:spChg chg="del">
          <ac:chgData name="Georg Pinne" userId="05574ceb-d5e8-42ed-bfd7-165f914e3d1e" providerId="ADAL" clId="{FEF30A8E-DEB8-46F7-920E-E132806F317C}" dt="2021-02-12T06:06:04.681" v="894" actId="478"/>
          <ac:spMkLst>
            <pc:docMk/>
            <pc:sldMk cId="895173213" sldId="317"/>
            <ac:spMk id="265" creationId="{0D66CEE6-5DF5-4266-A7C1-317249FF4356}"/>
          </ac:spMkLst>
        </pc:spChg>
        <pc:spChg chg="del">
          <ac:chgData name="Georg Pinne" userId="05574ceb-d5e8-42ed-bfd7-165f914e3d1e" providerId="ADAL" clId="{FEF30A8E-DEB8-46F7-920E-E132806F317C}" dt="2021-02-12T06:06:04.681" v="894" actId="478"/>
          <ac:spMkLst>
            <pc:docMk/>
            <pc:sldMk cId="895173213" sldId="317"/>
            <ac:spMk id="267" creationId="{ED7980B3-B0AD-42CE-9A03-545518C3816E}"/>
          </ac:spMkLst>
        </pc:spChg>
        <pc:spChg chg="del">
          <ac:chgData name="Georg Pinne" userId="05574ceb-d5e8-42ed-bfd7-165f914e3d1e" providerId="ADAL" clId="{FEF30A8E-DEB8-46F7-920E-E132806F317C}" dt="2021-02-12T06:06:04.681" v="894" actId="478"/>
          <ac:spMkLst>
            <pc:docMk/>
            <pc:sldMk cId="895173213" sldId="317"/>
            <ac:spMk id="269" creationId="{09557BA1-3ABA-46DE-86D6-393249A26C65}"/>
          </ac:spMkLst>
        </pc:spChg>
        <pc:spChg chg="del">
          <ac:chgData name="Georg Pinne" userId="05574ceb-d5e8-42ed-bfd7-165f914e3d1e" providerId="ADAL" clId="{FEF30A8E-DEB8-46F7-920E-E132806F317C}" dt="2021-02-12T06:06:04.681" v="894" actId="478"/>
          <ac:spMkLst>
            <pc:docMk/>
            <pc:sldMk cId="895173213" sldId="317"/>
            <ac:spMk id="271" creationId="{65F19A47-15B9-408F-87AD-2402C6277B3F}"/>
          </ac:spMkLst>
        </pc:spChg>
        <pc:spChg chg="del">
          <ac:chgData name="Georg Pinne" userId="05574ceb-d5e8-42ed-bfd7-165f914e3d1e" providerId="ADAL" clId="{FEF30A8E-DEB8-46F7-920E-E132806F317C}" dt="2021-02-12T06:06:04.681" v="894" actId="478"/>
          <ac:spMkLst>
            <pc:docMk/>
            <pc:sldMk cId="895173213" sldId="317"/>
            <ac:spMk id="273" creationId="{FE4A027A-3696-4984-9DB5-EA22CEC523FF}"/>
          </ac:spMkLst>
        </pc:spChg>
        <pc:spChg chg="del">
          <ac:chgData name="Georg Pinne" userId="05574ceb-d5e8-42ed-bfd7-165f914e3d1e" providerId="ADAL" clId="{FEF30A8E-DEB8-46F7-920E-E132806F317C}" dt="2021-02-12T06:06:04.681" v="894" actId="478"/>
          <ac:spMkLst>
            <pc:docMk/>
            <pc:sldMk cId="895173213" sldId="317"/>
            <ac:spMk id="275" creationId="{D436AD69-740F-494D-9D48-3C83A2324DFF}"/>
          </ac:spMkLst>
        </pc:spChg>
        <pc:spChg chg="del">
          <ac:chgData name="Georg Pinne" userId="05574ceb-d5e8-42ed-bfd7-165f914e3d1e" providerId="ADAL" clId="{FEF30A8E-DEB8-46F7-920E-E132806F317C}" dt="2021-02-12T06:06:04.681" v="894" actId="478"/>
          <ac:spMkLst>
            <pc:docMk/>
            <pc:sldMk cId="895173213" sldId="317"/>
            <ac:spMk id="277" creationId="{6D8CABDD-5599-4C9B-B1E2-5D71BA110DB5}"/>
          </ac:spMkLst>
        </pc:spChg>
        <pc:spChg chg="del">
          <ac:chgData name="Georg Pinne" userId="05574ceb-d5e8-42ed-bfd7-165f914e3d1e" providerId="ADAL" clId="{FEF30A8E-DEB8-46F7-920E-E132806F317C}" dt="2021-02-12T06:06:04.681" v="894" actId="478"/>
          <ac:spMkLst>
            <pc:docMk/>
            <pc:sldMk cId="895173213" sldId="317"/>
            <ac:spMk id="279" creationId="{0B2F53E5-FC62-4FBC-9826-65C1B6A46F47}"/>
          </ac:spMkLst>
        </pc:spChg>
        <pc:spChg chg="del">
          <ac:chgData name="Georg Pinne" userId="05574ceb-d5e8-42ed-bfd7-165f914e3d1e" providerId="ADAL" clId="{FEF30A8E-DEB8-46F7-920E-E132806F317C}" dt="2021-02-12T06:06:04.681" v="894" actId="478"/>
          <ac:spMkLst>
            <pc:docMk/>
            <pc:sldMk cId="895173213" sldId="317"/>
            <ac:spMk id="281" creationId="{E34E5E4F-3C37-4699-99AA-E4E496C8BE61}"/>
          </ac:spMkLst>
        </pc:spChg>
        <pc:spChg chg="del">
          <ac:chgData name="Georg Pinne" userId="05574ceb-d5e8-42ed-bfd7-165f914e3d1e" providerId="ADAL" clId="{FEF30A8E-DEB8-46F7-920E-E132806F317C}" dt="2021-02-12T06:06:04.681" v="894" actId="478"/>
          <ac:spMkLst>
            <pc:docMk/>
            <pc:sldMk cId="895173213" sldId="317"/>
            <ac:spMk id="283" creationId="{F00EEBCC-4C45-471B-A50E-1963A6AEC796}"/>
          </ac:spMkLst>
        </pc:spChg>
        <pc:spChg chg="del">
          <ac:chgData name="Georg Pinne" userId="05574ceb-d5e8-42ed-bfd7-165f914e3d1e" providerId="ADAL" clId="{FEF30A8E-DEB8-46F7-920E-E132806F317C}" dt="2021-02-12T06:06:04.681" v="894" actId="478"/>
          <ac:spMkLst>
            <pc:docMk/>
            <pc:sldMk cId="895173213" sldId="317"/>
            <ac:spMk id="287" creationId="{4749E0ED-6C9B-47DB-8346-27488BDF712A}"/>
          </ac:spMkLst>
        </pc:spChg>
        <pc:spChg chg="del">
          <ac:chgData name="Georg Pinne" userId="05574ceb-d5e8-42ed-bfd7-165f914e3d1e" providerId="ADAL" clId="{FEF30A8E-DEB8-46F7-920E-E132806F317C}" dt="2021-02-12T06:06:04.681" v="894" actId="478"/>
          <ac:spMkLst>
            <pc:docMk/>
            <pc:sldMk cId="895173213" sldId="317"/>
            <ac:spMk id="289" creationId="{0DEBDC79-A7EE-4B84-B78B-D622A2F6E77D}"/>
          </ac:spMkLst>
        </pc:spChg>
        <pc:spChg chg="del">
          <ac:chgData name="Georg Pinne" userId="05574ceb-d5e8-42ed-bfd7-165f914e3d1e" providerId="ADAL" clId="{FEF30A8E-DEB8-46F7-920E-E132806F317C}" dt="2021-02-12T06:06:04.681" v="894" actId="478"/>
          <ac:spMkLst>
            <pc:docMk/>
            <pc:sldMk cId="895173213" sldId="317"/>
            <ac:spMk id="291" creationId="{9BC8BE74-C40E-453D-97D0-6F42B3CE2A11}"/>
          </ac:spMkLst>
        </pc:spChg>
        <pc:spChg chg="del">
          <ac:chgData name="Georg Pinne" userId="05574ceb-d5e8-42ed-bfd7-165f914e3d1e" providerId="ADAL" clId="{FEF30A8E-DEB8-46F7-920E-E132806F317C}" dt="2021-02-12T06:06:04.681" v="894" actId="478"/>
          <ac:spMkLst>
            <pc:docMk/>
            <pc:sldMk cId="895173213" sldId="317"/>
            <ac:spMk id="293" creationId="{A515E1AD-6DFD-48BA-B295-702B6777FF2D}"/>
          </ac:spMkLst>
        </pc:spChg>
        <pc:graphicFrameChg chg="add del mod modGraphic">
          <ac:chgData name="Georg Pinne" userId="05574ceb-d5e8-42ed-bfd7-165f914e3d1e" providerId="ADAL" clId="{FEF30A8E-DEB8-46F7-920E-E132806F317C}" dt="2021-02-12T06:07:33.667" v="918" actId="1032"/>
          <ac:graphicFrameMkLst>
            <pc:docMk/>
            <pc:sldMk cId="895173213" sldId="317"/>
            <ac:graphicFrameMk id="3" creationId="{D679C634-0415-4D18-BF74-88D27E55A4BD}"/>
          </ac:graphicFrameMkLst>
        </pc:graphicFrameChg>
        <pc:graphicFrameChg chg="add del modGraphic">
          <ac:chgData name="Georg Pinne" userId="05574ceb-d5e8-42ed-bfd7-165f914e3d1e" providerId="ADAL" clId="{FEF30A8E-DEB8-46F7-920E-E132806F317C}" dt="2021-02-12T06:08:23.472" v="920" actId="478"/>
          <ac:graphicFrameMkLst>
            <pc:docMk/>
            <pc:sldMk cId="895173213" sldId="317"/>
            <ac:graphicFrameMk id="8" creationId="{F8317766-8054-422E-9372-BD6F7E554303}"/>
          </ac:graphicFrameMkLst>
        </pc:graphicFrameChg>
      </pc:sldChg>
      <pc:sldChg chg="modSp del mod">
        <pc:chgData name="Georg Pinne" userId="05574ceb-d5e8-42ed-bfd7-165f914e3d1e" providerId="ADAL" clId="{FEF30A8E-DEB8-46F7-920E-E132806F317C}" dt="2021-02-12T06:44:18.493" v="1818" actId="47"/>
        <pc:sldMkLst>
          <pc:docMk/>
          <pc:sldMk cId="1239145570" sldId="319"/>
        </pc:sldMkLst>
        <pc:spChg chg="mod">
          <ac:chgData name="Georg Pinne" userId="05574ceb-d5e8-42ed-bfd7-165f914e3d1e" providerId="ADAL" clId="{FEF30A8E-DEB8-46F7-920E-E132806F317C}" dt="2021-02-12T06:33:08.716" v="1427" actId="14100"/>
          <ac:spMkLst>
            <pc:docMk/>
            <pc:sldMk cId="1239145570" sldId="319"/>
            <ac:spMk id="14" creationId="{B7E1A876-270A-48DC-B482-5623C938A46F}"/>
          </ac:spMkLst>
        </pc:spChg>
        <pc:spChg chg="mod">
          <ac:chgData name="Georg Pinne" userId="05574ceb-d5e8-42ed-bfd7-165f914e3d1e" providerId="ADAL" clId="{FEF30A8E-DEB8-46F7-920E-E132806F317C}" dt="2021-02-12T06:40:19.326" v="1660" actId="1076"/>
          <ac:spMkLst>
            <pc:docMk/>
            <pc:sldMk cId="1239145570" sldId="319"/>
            <ac:spMk id="32" creationId="{C0558146-9683-4409-8667-90C75DF02766}"/>
          </ac:spMkLst>
        </pc:spChg>
        <pc:spChg chg="mod">
          <ac:chgData name="Georg Pinne" userId="05574ceb-d5e8-42ed-bfd7-165f914e3d1e" providerId="ADAL" clId="{FEF30A8E-DEB8-46F7-920E-E132806F317C}" dt="2021-02-12T06:40:08.686" v="1658" actId="1076"/>
          <ac:spMkLst>
            <pc:docMk/>
            <pc:sldMk cId="1239145570" sldId="319"/>
            <ac:spMk id="38" creationId="{E0CA53E8-5CAD-4AA7-9F06-167C306DBD37}"/>
          </ac:spMkLst>
        </pc:spChg>
        <pc:graphicFrameChg chg="mod">
          <ac:chgData name="Georg Pinne" userId="05574ceb-d5e8-42ed-bfd7-165f914e3d1e" providerId="ADAL" clId="{FEF30A8E-DEB8-46F7-920E-E132806F317C}" dt="2021-02-12T06:40:13.153" v="1659" actId="1076"/>
          <ac:graphicFrameMkLst>
            <pc:docMk/>
            <pc:sldMk cId="1239145570" sldId="319"/>
            <ac:graphicFrameMk id="34" creationId="{CBFF0498-5680-4574-8A32-9E79B45ACA2E}"/>
          </ac:graphicFrameMkLst>
        </pc:graphicFrameChg>
        <pc:graphicFrameChg chg="modGraphic">
          <ac:chgData name="Georg Pinne" userId="05574ceb-d5e8-42ed-bfd7-165f914e3d1e" providerId="ADAL" clId="{FEF30A8E-DEB8-46F7-920E-E132806F317C}" dt="2021-02-12T06:33:00.572" v="1422" actId="403"/>
          <ac:graphicFrameMkLst>
            <pc:docMk/>
            <pc:sldMk cId="1239145570" sldId="319"/>
            <ac:graphicFrameMk id="66" creationId="{DC4AF532-FECA-4095-8C97-EC5D8886A104}"/>
          </ac:graphicFrameMkLst>
        </pc:graphicFrameChg>
        <pc:cxnChg chg="mod">
          <ac:chgData name="Georg Pinne" userId="05574ceb-d5e8-42ed-bfd7-165f914e3d1e" providerId="ADAL" clId="{FEF30A8E-DEB8-46F7-920E-E132806F317C}" dt="2021-02-12T06:40:08.686" v="1658" actId="1076"/>
          <ac:cxnSpMkLst>
            <pc:docMk/>
            <pc:sldMk cId="1239145570" sldId="319"/>
            <ac:cxnSpMk id="17" creationId="{24005C22-C458-462C-8BA8-BEE64C7911EF}"/>
          </ac:cxnSpMkLst>
        </pc:cxnChg>
      </pc:sldChg>
      <pc:sldChg chg="modSp mod">
        <pc:chgData name="Georg Pinne" userId="05574ceb-d5e8-42ed-bfd7-165f914e3d1e" providerId="ADAL" clId="{FEF30A8E-DEB8-46F7-920E-E132806F317C}" dt="2021-02-12T08:16:39.442" v="4357" actId="207"/>
        <pc:sldMkLst>
          <pc:docMk/>
          <pc:sldMk cId="1656360543" sldId="323"/>
        </pc:sldMkLst>
        <pc:spChg chg="mod">
          <ac:chgData name="Georg Pinne" userId="05574ceb-d5e8-42ed-bfd7-165f914e3d1e" providerId="ADAL" clId="{FEF30A8E-DEB8-46F7-920E-E132806F317C}" dt="2021-02-12T08:16:39.442" v="4357" actId="207"/>
          <ac:spMkLst>
            <pc:docMk/>
            <pc:sldMk cId="1656360543" sldId="323"/>
            <ac:spMk id="9" creationId="{CE385EEE-0422-4FD2-A5AA-60CCE66E777D}"/>
          </ac:spMkLst>
        </pc:spChg>
      </pc:sldChg>
      <pc:sldChg chg="addSp delSp modSp mod">
        <pc:chgData name="Georg Pinne" userId="05574ceb-d5e8-42ed-bfd7-165f914e3d1e" providerId="ADAL" clId="{FEF30A8E-DEB8-46F7-920E-E132806F317C}" dt="2021-02-12T08:09:57.206" v="4235" actId="13926"/>
        <pc:sldMkLst>
          <pc:docMk/>
          <pc:sldMk cId="3049681915" sldId="324"/>
        </pc:sldMkLst>
        <pc:spChg chg="mod">
          <ac:chgData name="Georg Pinne" userId="05574ceb-d5e8-42ed-bfd7-165f914e3d1e" providerId="ADAL" clId="{FEF30A8E-DEB8-46F7-920E-E132806F317C}" dt="2021-02-12T07:31:07.968" v="3171" actId="1037"/>
          <ac:spMkLst>
            <pc:docMk/>
            <pc:sldMk cId="3049681915" sldId="324"/>
            <ac:spMk id="3" creationId="{4D53147D-255F-4447-90E6-111B3AA68A7A}"/>
          </ac:spMkLst>
        </pc:spChg>
        <pc:spChg chg="mod">
          <ac:chgData name="Georg Pinne" userId="05574ceb-d5e8-42ed-bfd7-165f914e3d1e" providerId="ADAL" clId="{FEF30A8E-DEB8-46F7-920E-E132806F317C}" dt="2021-02-12T08:09:57.206" v="4235" actId="13926"/>
          <ac:spMkLst>
            <pc:docMk/>
            <pc:sldMk cId="3049681915" sldId="324"/>
            <ac:spMk id="5" creationId="{A837257F-C6BF-4AAF-BD88-B7285A61632E}"/>
          </ac:spMkLst>
        </pc:spChg>
        <pc:spChg chg="mod">
          <ac:chgData name="Georg Pinne" userId="05574ceb-d5e8-42ed-bfd7-165f914e3d1e" providerId="ADAL" clId="{FEF30A8E-DEB8-46F7-920E-E132806F317C}" dt="2021-02-12T07:31:07.968" v="3171" actId="1037"/>
          <ac:spMkLst>
            <pc:docMk/>
            <pc:sldMk cId="3049681915" sldId="324"/>
            <ac:spMk id="7" creationId="{313696FD-322A-435E-AF3D-636497A500DD}"/>
          </ac:spMkLst>
        </pc:spChg>
        <pc:spChg chg="add mod">
          <ac:chgData name="Georg Pinne" userId="05574ceb-d5e8-42ed-bfd7-165f914e3d1e" providerId="ADAL" clId="{FEF30A8E-DEB8-46F7-920E-E132806F317C}" dt="2021-02-12T07:31:07.968" v="3171" actId="1037"/>
          <ac:spMkLst>
            <pc:docMk/>
            <pc:sldMk cId="3049681915" sldId="324"/>
            <ac:spMk id="14" creationId="{89D84915-1C72-4321-A8FD-D086055F0FEC}"/>
          </ac:spMkLst>
        </pc:spChg>
        <pc:spChg chg="add mod">
          <ac:chgData name="Georg Pinne" userId="05574ceb-d5e8-42ed-bfd7-165f914e3d1e" providerId="ADAL" clId="{FEF30A8E-DEB8-46F7-920E-E132806F317C}" dt="2021-02-12T07:31:07.968" v="3171" actId="1037"/>
          <ac:spMkLst>
            <pc:docMk/>
            <pc:sldMk cId="3049681915" sldId="324"/>
            <ac:spMk id="15" creationId="{E8975472-476B-4831-BCE9-C2D8353C22B9}"/>
          </ac:spMkLst>
        </pc:spChg>
        <pc:spChg chg="add del mod ord">
          <ac:chgData name="Georg Pinne" userId="05574ceb-d5e8-42ed-bfd7-165f914e3d1e" providerId="ADAL" clId="{FEF30A8E-DEB8-46F7-920E-E132806F317C}" dt="2021-02-12T07:31:07.968" v="3171" actId="1037"/>
          <ac:spMkLst>
            <pc:docMk/>
            <pc:sldMk cId="3049681915" sldId="324"/>
            <ac:spMk id="16" creationId="{B8443495-0413-4B23-B8E6-24BDB7AAC6D7}"/>
          </ac:spMkLst>
        </pc:spChg>
        <pc:spChg chg="add mod">
          <ac:chgData name="Georg Pinne" userId="05574ceb-d5e8-42ed-bfd7-165f914e3d1e" providerId="ADAL" clId="{FEF30A8E-DEB8-46F7-920E-E132806F317C}" dt="2021-02-12T07:31:07.968" v="3171" actId="1037"/>
          <ac:spMkLst>
            <pc:docMk/>
            <pc:sldMk cId="3049681915" sldId="324"/>
            <ac:spMk id="18" creationId="{0ECECAF7-9559-4A33-98E6-D81872869D7F}"/>
          </ac:spMkLst>
        </pc:spChg>
        <pc:spChg chg="add mod">
          <ac:chgData name="Georg Pinne" userId="05574ceb-d5e8-42ed-bfd7-165f914e3d1e" providerId="ADAL" clId="{FEF30A8E-DEB8-46F7-920E-E132806F317C}" dt="2021-02-12T07:35:45.658" v="3425" actId="1035"/>
          <ac:spMkLst>
            <pc:docMk/>
            <pc:sldMk cId="3049681915" sldId="324"/>
            <ac:spMk id="20" creationId="{E6A4740B-E496-47EC-A6E6-5DFE8E500DB3}"/>
          </ac:spMkLst>
        </pc:spChg>
        <pc:spChg chg="add mod ord">
          <ac:chgData name="Georg Pinne" userId="05574ceb-d5e8-42ed-bfd7-165f914e3d1e" providerId="ADAL" clId="{FEF30A8E-DEB8-46F7-920E-E132806F317C}" dt="2021-02-12T07:35:45.658" v="3425" actId="1035"/>
          <ac:spMkLst>
            <pc:docMk/>
            <pc:sldMk cId="3049681915" sldId="324"/>
            <ac:spMk id="21" creationId="{85EF9B15-4612-4DEF-95C4-D2E275832376}"/>
          </ac:spMkLst>
        </pc:spChg>
        <pc:spChg chg="add mod">
          <ac:chgData name="Georg Pinne" userId="05574ceb-d5e8-42ed-bfd7-165f914e3d1e" providerId="ADAL" clId="{FEF30A8E-DEB8-46F7-920E-E132806F317C}" dt="2021-02-12T07:35:45.658" v="3425" actId="1035"/>
          <ac:spMkLst>
            <pc:docMk/>
            <pc:sldMk cId="3049681915" sldId="324"/>
            <ac:spMk id="22" creationId="{D9C1D946-D5C3-4F33-9253-33DFA057D63D}"/>
          </ac:spMkLst>
        </pc:spChg>
        <pc:spChg chg="add mod">
          <ac:chgData name="Georg Pinne" userId="05574ceb-d5e8-42ed-bfd7-165f914e3d1e" providerId="ADAL" clId="{FEF30A8E-DEB8-46F7-920E-E132806F317C}" dt="2021-02-12T07:35:45.658" v="3425" actId="1035"/>
          <ac:spMkLst>
            <pc:docMk/>
            <pc:sldMk cId="3049681915" sldId="324"/>
            <ac:spMk id="23" creationId="{024D6332-5849-4C4B-B340-8A5C79E87879}"/>
          </ac:spMkLst>
        </pc:spChg>
        <pc:spChg chg="add mod">
          <ac:chgData name="Georg Pinne" userId="05574ceb-d5e8-42ed-bfd7-165f914e3d1e" providerId="ADAL" clId="{FEF30A8E-DEB8-46F7-920E-E132806F317C}" dt="2021-02-12T07:35:10.630" v="3413" actId="404"/>
          <ac:spMkLst>
            <pc:docMk/>
            <pc:sldMk cId="3049681915" sldId="324"/>
            <ac:spMk id="25" creationId="{42F51657-E9B7-40B8-9CF0-2698293AC299}"/>
          </ac:spMkLst>
        </pc:spChg>
        <pc:spChg chg="add mod">
          <ac:chgData name="Georg Pinne" userId="05574ceb-d5e8-42ed-bfd7-165f914e3d1e" providerId="ADAL" clId="{FEF30A8E-DEB8-46F7-920E-E132806F317C}" dt="2021-02-12T07:35:37.804" v="3421" actId="1076"/>
          <ac:spMkLst>
            <pc:docMk/>
            <pc:sldMk cId="3049681915" sldId="324"/>
            <ac:spMk id="27" creationId="{6B6D71BC-A00F-4EDD-9B57-ACF86B3CADA1}"/>
          </ac:spMkLst>
        </pc:spChg>
        <pc:spChg chg="add mod">
          <ac:chgData name="Georg Pinne" userId="05574ceb-d5e8-42ed-bfd7-165f914e3d1e" providerId="ADAL" clId="{FEF30A8E-DEB8-46F7-920E-E132806F317C}" dt="2021-02-12T08:09:52.234" v="4234"/>
          <ac:spMkLst>
            <pc:docMk/>
            <pc:sldMk cId="3049681915" sldId="324"/>
            <ac:spMk id="29" creationId="{7B1AF336-8036-4664-94B6-3A993686D342}"/>
          </ac:spMkLst>
        </pc:spChg>
        <pc:spChg chg="mod">
          <ac:chgData name="Georg Pinne" userId="05574ceb-d5e8-42ed-bfd7-165f914e3d1e" providerId="ADAL" clId="{FEF30A8E-DEB8-46F7-920E-E132806F317C}" dt="2021-02-12T07:31:07.968" v="3171" actId="1037"/>
          <ac:spMkLst>
            <pc:docMk/>
            <pc:sldMk cId="3049681915" sldId="324"/>
            <ac:spMk id="30" creationId="{FE4C4FEC-AEC1-4F36-BB3D-614E88EC198F}"/>
          </ac:spMkLst>
        </pc:spChg>
        <pc:spChg chg="mod">
          <ac:chgData name="Georg Pinne" userId="05574ceb-d5e8-42ed-bfd7-165f914e3d1e" providerId="ADAL" clId="{FEF30A8E-DEB8-46F7-920E-E132806F317C}" dt="2021-02-12T07:34:52.706" v="3408" actId="14100"/>
          <ac:spMkLst>
            <pc:docMk/>
            <pc:sldMk cId="3049681915" sldId="324"/>
            <ac:spMk id="32" creationId="{BE4C1793-9CCF-43FA-8428-C42D959D4928}"/>
          </ac:spMkLst>
        </pc:spChg>
        <pc:spChg chg="del mod">
          <ac:chgData name="Georg Pinne" userId="05574ceb-d5e8-42ed-bfd7-165f914e3d1e" providerId="ADAL" clId="{FEF30A8E-DEB8-46F7-920E-E132806F317C}" dt="2021-02-12T07:20:51.022" v="2840" actId="478"/>
          <ac:spMkLst>
            <pc:docMk/>
            <pc:sldMk cId="3049681915" sldId="324"/>
            <ac:spMk id="33" creationId="{01882014-930E-4851-B2CA-1441BA02751C}"/>
          </ac:spMkLst>
        </pc:spChg>
        <pc:spChg chg="del mod">
          <ac:chgData name="Georg Pinne" userId="05574ceb-d5e8-42ed-bfd7-165f914e3d1e" providerId="ADAL" clId="{FEF30A8E-DEB8-46F7-920E-E132806F317C}" dt="2021-02-12T07:24:43.876" v="3035" actId="478"/>
          <ac:spMkLst>
            <pc:docMk/>
            <pc:sldMk cId="3049681915" sldId="324"/>
            <ac:spMk id="44" creationId="{F4AFBE48-995F-4A44-9F4F-C3A467DB6662}"/>
          </ac:spMkLst>
        </pc:spChg>
        <pc:graphicFrameChg chg="add del mod">
          <ac:chgData name="Georg Pinne" userId="05574ceb-d5e8-42ed-bfd7-165f914e3d1e" providerId="ADAL" clId="{FEF30A8E-DEB8-46F7-920E-E132806F317C}" dt="2021-02-12T07:28:22.690" v="3099" actId="478"/>
          <ac:graphicFrameMkLst>
            <pc:docMk/>
            <pc:sldMk cId="3049681915" sldId="324"/>
            <ac:graphicFrameMk id="2" creationId="{68B31639-90A4-4BF0-B686-57A32FD2A3AC}"/>
          </ac:graphicFrameMkLst>
        </pc:graphicFrameChg>
        <pc:graphicFrameChg chg="add del mod modGraphic">
          <ac:chgData name="Georg Pinne" userId="05574ceb-d5e8-42ed-bfd7-165f914e3d1e" providerId="ADAL" clId="{FEF30A8E-DEB8-46F7-920E-E132806F317C}" dt="2021-02-12T07:32:38.528" v="3193" actId="478"/>
          <ac:graphicFrameMkLst>
            <pc:docMk/>
            <pc:sldMk cId="3049681915" sldId="324"/>
            <ac:graphicFrameMk id="28" creationId="{8426BB72-310F-4E9C-9742-79B369EAA8CC}"/>
          </ac:graphicFrameMkLst>
        </pc:graphicFrameChg>
        <pc:graphicFrameChg chg="del modGraphic">
          <ac:chgData name="Georg Pinne" userId="05574ceb-d5e8-42ed-bfd7-165f914e3d1e" providerId="ADAL" clId="{FEF30A8E-DEB8-46F7-920E-E132806F317C}" dt="2021-02-12T07:21:57.328" v="2875" actId="478"/>
          <ac:graphicFrameMkLst>
            <pc:docMk/>
            <pc:sldMk cId="3049681915" sldId="324"/>
            <ac:graphicFrameMk id="31" creationId="{666811CC-B1EB-418D-B781-A6AB44FEB3ED}"/>
          </ac:graphicFrameMkLst>
        </pc:graphicFrameChg>
        <pc:graphicFrameChg chg="mod">
          <ac:chgData name="Georg Pinne" userId="05574ceb-d5e8-42ed-bfd7-165f914e3d1e" providerId="ADAL" clId="{FEF30A8E-DEB8-46F7-920E-E132806F317C}" dt="2021-02-12T07:31:07.968" v="3171" actId="1037"/>
          <ac:graphicFrameMkLst>
            <pc:docMk/>
            <pc:sldMk cId="3049681915" sldId="324"/>
            <ac:graphicFrameMk id="43" creationId="{DEB7CA69-6085-4F78-8CF8-C125878B484C}"/>
          </ac:graphicFrameMkLst>
        </pc:graphicFrameChg>
      </pc:sldChg>
      <pc:sldChg chg="addSp delSp modSp mod">
        <pc:chgData name="Georg Pinne" userId="05574ceb-d5e8-42ed-bfd7-165f914e3d1e" providerId="ADAL" clId="{FEF30A8E-DEB8-46F7-920E-E132806F317C}" dt="2021-02-12T08:10:00.250" v="4236"/>
        <pc:sldMkLst>
          <pc:docMk/>
          <pc:sldMk cId="3283193669" sldId="326"/>
        </pc:sldMkLst>
        <pc:spChg chg="del mod">
          <ac:chgData name="Georg Pinne" userId="05574ceb-d5e8-42ed-bfd7-165f914e3d1e" providerId="ADAL" clId="{FEF30A8E-DEB8-46F7-920E-E132806F317C}" dt="2021-02-12T07:39:50.927" v="3498" actId="478"/>
          <ac:spMkLst>
            <pc:docMk/>
            <pc:sldMk cId="3283193669" sldId="326"/>
            <ac:spMk id="6" creationId="{C7A6A1A0-84AF-44F0-A754-8522540DE626}"/>
          </ac:spMkLst>
        </pc:spChg>
        <pc:spChg chg="mod">
          <ac:chgData name="Georg Pinne" userId="05574ceb-d5e8-42ed-bfd7-165f914e3d1e" providerId="ADAL" clId="{FEF30A8E-DEB8-46F7-920E-E132806F317C}" dt="2021-02-12T07:40:46.085" v="3518" actId="14100"/>
          <ac:spMkLst>
            <pc:docMk/>
            <pc:sldMk cId="3283193669" sldId="326"/>
            <ac:spMk id="9" creationId="{69390331-B8FE-4F32-8C9E-7A53BB4BC07A}"/>
          </ac:spMkLst>
        </pc:spChg>
        <pc:spChg chg="mod">
          <ac:chgData name="Georg Pinne" userId="05574ceb-d5e8-42ed-bfd7-165f914e3d1e" providerId="ADAL" clId="{FEF30A8E-DEB8-46F7-920E-E132806F317C}" dt="2021-02-12T07:42:17.009" v="3548" actId="14100"/>
          <ac:spMkLst>
            <pc:docMk/>
            <pc:sldMk cId="3283193669" sldId="326"/>
            <ac:spMk id="10" creationId="{9DCE7BD6-779C-4D5A-85DB-52B81C95F673}"/>
          </ac:spMkLst>
        </pc:spChg>
        <pc:spChg chg="mod">
          <ac:chgData name="Georg Pinne" userId="05574ceb-d5e8-42ed-bfd7-165f914e3d1e" providerId="ADAL" clId="{FEF30A8E-DEB8-46F7-920E-E132806F317C}" dt="2021-02-12T08:02:00.889" v="4029" actId="20577"/>
          <ac:spMkLst>
            <pc:docMk/>
            <pc:sldMk cId="3283193669" sldId="326"/>
            <ac:spMk id="12" creationId="{226E2483-4984-47B5-89D4-AF32616235DB}"/>
          </ac:spMkLst>
        </pc:spChg>
        <pc:spChg chg="add mod">
          <ac:chgData name="Georg Pinne" userId="05574ceb-d5e8-42ed-bfd7-165f914e3d1e" providerId="ADAL" clId="{FEF30A8E-DEB8-46F7-920E-E132806F317C}" dt="2021-02-12T07:39:51.875" v="3499"/>
          <ac:spMkLst>
            <pc:docMk/>
            <pc:sldMk cId="3283193669" sldId="326"/>
            <ac:spMk id="13" creationId="{61196F15-3DDF-4AB5-B427-B5EEF770068F}"/>
          </ac:spMkLst>
        </pc:spChg>
        <pc:spChg chg="mod">
          <ac:chgData name="Georg Pinne" userId="05574ceb-d5e8-42ed-bfd7-165f914e3d1e" providerId="ADAL" clId="{FEF30A8E-DEB8-46F7-920E-E132806F317C}" dt="2021-02-12T07:42:19.784" v="3549" actId="14100"/>
          <ac:spMkLst>
            <pc:docMk/>
            <pc:sldMk cId="3283193669" sldId="326"/>
            <ac:spMk id="14" creationId="{746F2A60-761B-4C81-867D-F42D54E74E78}"/>
          </ac:spMkLst>
        </pc:spChg>
        <pc:spChg chg="add mod">
          <ac:chgData name="Georg Pinne" userId="05574ceb-d5e8-42ed-bfd7-165f914e3d1e" providerId="ADAL" clId="{FEF30A8E-DEB8-46F7-920E-E132806F317C}" dt="2021-02-12T08:06:12.443" v="4213" actId="20577"/>
          <ac:spMkLst>
            <pc:docMk/>
            <pc:sldMk cId="3283193669" sldId="326"/>
            <ac:spMk id="15" creationId="{F7D5B727-7977-434A-A531-89B6797F2FFD}"/>
          </ac:spMkLst>
        </pc:spChg>
        <pc:spChg chg="add mod">
          <ac:chgData name="Georg Pinne" userId="05574ceb-d5e8-42ed-bfd7-165f914e3d1e" providerId="ADAL" clId="{FEF30A8E-DEB8-46F7-920E-E132806F317C}" dt="2021-02-12T08:10:00.250" v="4236"/>
          <ac:spMkLst>
            <pc:docMk/>
            <pc:sldMk cId="3283193669" sldId="326"/>
            <ac:spMk id="16" creationId="{0FA723C3-7D8C-487F-AAC4-B629E2456AAD}"/>
          </ac:spMkLst>
        </pc:spChg>
        <pc:spChg chg="del">
          <ac:chgData name="Georg Pinne" userId="05574ceb-d5e8-42ed-bfd7-165f914e3d1e" providerId="ADAL" clId="{FEF30A8E-DEB8-46F7-920E-E132806F317C}" dt="2021-02-12T07:38:34.370" v="3474" actId="478"/>
          <ac:spMkLst>
            <pc:docMk/>
            <pc:sldMk cId="3283193669" sldId="326"/>
            <ac:spMk id="32" creationId="{BE4C1793-9CCF-43FA-8428-C42D959D4928}"/>
          </ac:spMkLst>
        </pc:spChg>
      </pc:sldChg>
      <pc:sldChg chg="addSp modSp mod">
        <pc:chgData name="Georg Pinne" userId="05574ceb-d5e8-42ed-bfd7-165f914e3d1e" providerId="ADAL" clId="{FEF30A8E-DEB8-46F7-920E-E132806F317C}" dt="2021-02-12T08:08:29.964" v="4227"/>
        <pc:sldMkLst>
          <pc:docMk/>
          <pc:sldMk cId="3467199786" sldId="336"/>
        </pc:sldMkLst>
        <pc:spChg chg="mod">
          <ac:chgData name="Georg Pinne" userId="05574ceb-d5e8-42ed-bfd7-165f914e3d1e" providerId="ADAL" clId="{FEF30A8E-DEB8-46F7-920E-E132806F317C}" dt="2021-02-12T05:54:05.919" v="811" actId="14100"/>
          <ac:spMkLst>
            <pc:docMk/>
            <pc:sldMk cId="3467199786" sldId="336"/>
            <ac:spMk id="19" creationId="{1A4E6978-D228-4199-B505-6E22114BC5D7}"/>
          </ac:spMkLst>
        </pc:spChg>
        <pc:spChg chg="add mod">
          <ac:chgData name="Georg Pinne" userId="05574ceb-d5e8-42ed-bfd7-165f914e3d1e" providerId="ADAL" clId="{FEF30A8E-DEB8-46F7-920E-E132806F317C}" dt="2021-02-12T08:08:29.964" v="4227"/>
          <ac:spMkLst>
            <pc:docMk/>
            <pc:sldMk cId="3467199786" sldId="336"/>
            <ac:spMk id="32" creationId="{0190DD86-CF51-4854-86A3-162516F90FDE}"/>
          </ac:spMkLst>
        </pc:spChg>
      </pc:sldChg>
      <pc:sldChg chg="addSp delSp modSp mod">
        <pc:chgData name="Georg Pinne" userId="05574ceb-d5e8-42ed-bfd7-165f914e3d1e" providerId="ADAL" clId="{FEF30A8E-DEB8-46F7-920E-E132806F317C}" dt="2021-02-12T09:21:56.155" v="4921" actId="1035"/>
        <pc:sldMkLst>
          <pc:docMk/>
          <pc:sldMk cId="2236457937" sldId="337"/>
        </pc:sldMkLst>
        <pc:spChg chg="mod topLvl">
          <ac:chgData name="Georg Pinne" userId="05574ceb-d5e8-42ed-bfd7-165f914e3d1e" providerId="ADAL" clId="{FEF30A8E-DEB8-46F7-920E-E132806F317C}" dt="2021-02-12T09:21:05.006" v="4884" actId="1036"/>
          <ac:spMkLst>
            <pc:docMk/>
            <pc:sldMk cId="2236457937" sldId="337"/>
            <ac:spMk id="18" creationId="{B7D8C9B0-9DB5-45E7-840E-4B34AEC3FBC1}"/>
          </ac:spMkLst>
        </pc:spChg>
        <pc:spChg chg="mod topLvl">
          <ac:chgData name="Georg Pinne" userId="05574ceb-d5e8-42ed-bfd7-165f914e3d1e" providerId="ADAL" clId="{FEF30A8E-DEB8-46F7-920E-E132806F317C}" dt="2021-02-12T09:20:58.533" v="4881" actId="165"/>
          <ac:spMkLst>
            <pc:docMk/>
            <pc:sldMk cId="2236457937" sldId="337"/>
            <ac:spMk id="21" creationId="{DA1B24D3-26B3-4288-B76C-712CEA146A93}"/>
          </ac:spMkLst>
        </pc:spChg>
        <pc:spChg chg="mod">
          <ac:chgData name="Georg Pinne" userId="05574ceb-d5e8-42ed-bfd7-165f914e3d1e" providerId="ADAL" clId="{FEF30A8E-DEB8-46F7-920E-E132806F317C}" dt="2021-02-12T09:21:46.541" v="4889" actId="14100"/>
          <ac:spMkLst>
            <pc:docMk/>
            <pc:sldMk cId="2236457937" sldId="337"/>
            <ac:spMk id="22" creationId="{ECF1BC0E-88DE-4099-BE67-725FDE89457B}"/>
          </ac:spMkLst>
        </pc:spChg>
        <pc:spChg chg="mod">
          <ac:chgData name="Georg Pinne" userId="05574ceb-d5e8-42ed-bfd7-165f914e3d1e" providerId="ADAL" clId="{FEF30A8E-DEB8-46F7-920E-E132806F317C}" dt="2021-02-12T09:20:02.265" v="4872" actId="14100"/>
          <ac:spMkLst>
            <pc:docMk/>
            <pc:sldMk cId="2236457937" sldId="337"/>
            <ac:spMk id="23" creationId="{B2E81938-1384-4D83-8B34-5D350F1AF4A7}"/>
          </ac:spMkLst>
        </pc:spChg>
        <pc:spChg chg="mod">
          <ac:chgData name="Georg Pinne" userId="05574ceb-d5e8-42ed-bfd7-165f914e3d1e" providerId="ADAL" clId="{FEF30A8E-DEB8-46F7-920E-E132806F317C}" dt="2021-02-12T09:15:36.452" v="4797" actId="1038"/>
          <ac:spMkLst>
            <pc:docMk/>
            <pc:sldMk cId="2236457937" sldId="337"/>
            <ac:spMk id="25" creationId="{6BC7AE86-F210-4992-8B18-0BA66BBF13F0}"/>
          </ac:spMkLst>
        </pc:spChg>
        <pc:spChg chg="mod">
          <ac:chgData name="Georg Pinne" userId="05574ceb-d5e8-42ed-bfd7-165f914e3d1e" providerId="ADAL" clId="{FEF30A8E-DEB8-46F7-920E-E132806F317C}" dt="2021-02-12T09:17:47.028" v="4833" actId="164"/>
          <ac:spMkLst>
            <pc:docMk/>
            <pc:sldMk cId="2236457937" sldId="337"/>
            <ac:spMk id="33" creationId="{B9276D7F-4F73-4020-A890-9D639C97CFC2}"/>
          </ac:spMkLst>
        </pc:spChg>
        <pc:spChg chg="mod">
          <ac:chgData name="Georg Pinne" userId="05574ceb-d5e8-42ed-bfd7-165f914e3d1e" providerId="ADAL" clId="{FEF30A8E-DEB8-46F7-920E-E132806F317C}" dt="2021-02-12T09:17:47.028" v="4833" actId="164"/>
          <ac:spMkLst>
            <pc:docMk/>
            <pc:sldMk cId="2236457937" sldId="337"/>
            <ac:spMk id="35" creationId="{9B860AE3-EAC6-4E75-84B7-C94312CAB7D3}"/>
          </ac:spMkLst>
        </pc:spChg>
        <pc:spChg chg="mod">
          <ac:chgData name="Georg Pinne" userId="05574ceb-d5e8-42ed-bfd7-165f914e3d1e" providerId="ADAL" clId="{FEF30A8E-DEB8-46F7-920E-E132806F317C}" dt="2021-02-12T09:17:47.028" v="4833" actId="164"/>
          <ac:spMkLst>
            <pc:docMk/>
            <pc:sldMk cId="2236457937" sldId="337"/>
            <ac:spMk id="36" creationId="{6470679E-035A-4862-8138-2101149FAF58}"/>
          </ac:spMkLst>
        </pc:spChg>
        <pc:spChg chg="mod">
          <ac:chgData name="Georg Pinne" userId="05574ceb-d5e8-42ed-bfd7-165f914e3d1e" providerId="ADAL" clId="{FEF30A8E-DEB8-46F7-920E-E132806F317C}" dt="2021-02-12T09:17:47.028" v="4833" actId="164"/>
          <ac:spMkLst>
            <pc:docMk/>
            <pc:sldMk cId="2236457937" sldId="337"/>
            <ac:spMk id="37" creationId="{2235A122-97EA-416A-9CBC-C07C27B05FD8}"/>
          </ac:spMkLst>
        </pc:spChg>
        <pc:spChg chg="mod">
          <ac:chgData name="Georg Pinne" userId="05574ceb-d5e8-42ed-bfd7-165f914e3d1e" providerId="ADAL" clId="{FEF30A8E-DEB8-46F7-920E-E132806F317C}" dt="2021-02-12T09:15:36.452" v="4797" actId="1038"/>
          <ac:spMkLst>
            <pc:docMk/>
            <pc:sldMk cId="2236457937" sldId="337"/>
            <ac:spMk id="38" creationId="{2C346E12-02E0-434A-A049-9AF47B0FFD26}"/>
          </ac:spMkLst>
        </pc:spChg>
        <pc:spChg chg="mod">
          <ac:chgData name="Georg Pinne" userId="05574ceb-d5e8-42ed-bfd7-165f914e3d1e" providerId="ADAL" clId="{FEF30A8E-DEB8-46F7-920E-E132806F317C}" dt="2021-02-12T09:15:36.452" v="4797" actId="1038"/>
          <ac:spMkLst>
            <pc:docMk/>
            <pc:sldMk cId="2236457937" sldId="337"/>
            <ac:spMk id="39" creationId="{02860076-6010-4035-A643-9FF0E8B9EEF0}"/>
          </ac:spMkLst>
        </pc:spChg>
        <pc:spChg chg="mod">
          <ac:chgData name="Georg Pinne" userId="05574ceb-d5e8-42ed-bfd7-165f914e3d1e" providerId="ADAL" clId="{FEF30A8E-DEB8-46F7-920E-E132806F317C}" dt="2021-02-12T09:15:36.452" v="4797" actId="1038"/>
          <ac:spMkLst>
            <pc:docMk/>
            <pc:sldMk cId="2236457937" sldId="337"/>
            <ac:spMk id="40" creationId="{19262002-225B-4A4E-B0E9-2BC5EF810AA4}"/>
          </ac:spMkLst>
        </pc:spChg>
        <pc:spChg chg="mod">
          <ac:chgData name="Georg Pinne" userId="05574ceb-d5e8-42ed-bfd7-165f914e3d1e" providerId="ADAL" clId="{FEF30A8E-DEB8-46F7-920E-E132806F317C}" dt="2021-02-12T09:15:36.452" v="4797" actId="1038"/>
          <ac:spMkLst>
            <pc:docMk/>
            <pc:sldMk cId="2236457937" sldId="337"/>
            <ac:spMk id="41" creationId="{D6E3C8AD-A718-48CA-B1A0-F38EB4623CDA}"/>
          </ac:spMkLst>
        </pc:spChg>
        <pc:spChg chg="mod">
          <ac:chgData name="Georg Pinne" userId="05574ceb-d5e8-42ed-bfd7-165f914e3d1e" providerId="ADAL" clId="{FEF30A8E-DEB8-46F7-920E-E132806F317C}" dt="2021-02-12T09:19:19.647" v="4864" actId="1037"/>
          <ac:spMkLst>
            <pc:docMk/>
            <pc:sldMk cId="2236457937" sldId="337"/>
            <ac:spMk id="44" creationId="{A4833AE8-0980-47EB-8B06-06A212E087FA}"/>
          </ac:spMkLst>
        </pc:spChg>
        <pc:spChg chg="mod">
          <ac:chgData name="Georg Pinne" userId="05574ceb-d5e8-42ed-bfd7-165f914e3d1e" providerId="ADAL" clId="{FEF30A8E-DEB8-46F7-920E-E132806F317C}" dt="2021-02-12T09:19:19.647" v="4864" actId="1037"/>
          <ac:spMkLst>
            <pc:docMk/>
            <pc:sldMk cId="2236457937" sldId="337"/>
            <ac:spMk id="45" creationId="{9C3DE556-6AD3-425F-8F80-D4759AB63666}"/>
          </ac:spMkLst>
        </pc:spChg>
        <pc:spChg chg="mod">
          <ac:chgData name="Georg Pinne" userId="05574ceb-d5e8-42ed-bfd7-165f914e3d1e" providerId="ADAL" clId="{FEF30A8E-DEB8-46F7-920E-E132806F317C}" dt="2021-02-12T09:21:26.887" v="4887" actId="14100"/>
          <ac:spMkLst>
            <pc:docMk/>
            <pc:sldMk cId="2236457937" sldId="337"/>
            <ac:spMk id="46" creationId="{809C0C98-1F3D-46CC-889E-B3C90600721B}"/>
          </ac:spMkLst>
        </pc:spChg>
        <pc:spChg chg="mod">
          <ac:chgData name="Georg Pinne" userId="05574ceb-d5e8-42ed-bfd7-165f914e3d1e" providerId="ADAL" clId="{FEF30A8E-DEB8-46F7-920E-E132806F317C}" dt="2021-02-12T09:21:17.774" v="4885" actId="14100"/>
          <ac:spMkLst>
            <pc:docMk/>
            <pc:sldMk cId="2236457937" sldId="337"/>
            <ac:spMk id="47" creationId="{916534AB-FB03-4EFB-BECA-85C9D95EDEE6}"/>
          </ac:spMkLst>
        </pc:spChg>
        <pc:spChg chg="mod">
          <ac:chgData name="Georg Pinne" userId="05574ceb-d5e8-42ed-bfd7-165f914e3d1e" providerId="ADAL" clId="{FEF30A8E-DEB8-46F7-920E-E132806F317C}" dt="2021-02-12T09:19:19.647" v="4864" actId="1037"/>
          <ac:spMkLst>
            <pc:docMk/>
            <pc:sldMk cId="2236457937" sldId="337"/>
            <ac:spMk id="48" creationId="{3DEC4134-5427-4323-B26D-6DD997EDD125}"/>
          </ac:spMkLst>
        </pc:spChg>
        <pc:spChg chg="mod">
          <ac:chgData name="Georg Pinne" userId="05574ceb-d5e8-42ed-bfd7-165f914e3d1e" providerId="ADAL" clId="{FEF30A8E-DEB8-46F7-920E-E132806F317C}" dt="2021-02-12T09:19:19.647" v="4864" actId="1037"/>
          <ac:spMkLst>
            <pc:docMk/>
            <pc:sldMk cId="2236457937" sldId="337"/>
            <ac:spMk id="50" creationId="{71CB0CAC-AF36-4BD4-9A7D-1BA893D37EF0}"/>
          </ac:spMkLst>
        </pc:spChg>
        <pc:spChg chg="mod">
          <ac:chgData name="Georg Pinne" userId="05574ceb-d5e8-42ed-bfd7-165f914e3d1e" providerId="ADAL" clId="{FEF30A8E-DEB8-46F7-920E-E132806F317C}" dt="2021-02-12T09:20:58.533" v="4881" actId="165"/>
          <ac:spMkLst>
            <pc:docMk/>
            <pc:sldMk cId="2236457937" sldId="337"/>
            <ac:spMk id="52" creationId="{CF7788B0-B308-4862-8D9B-754C4926255A}"/>
          </ac:spMkLst>
        </pc:spChg>
        <pc:spChg chg="mod">
          <ac:chgData name="Georg Pinne" userId="05574ceb-d5e8-42ed-bfd7-165f914e3d1e" providerId="ADAL" clId="{FEF30A8E-DEB8-46F7-920E-E132806F317C}" dt="2021-02-12T09:19:55.429" v="4870" actId="14100"/>
          <ac:spMkLst>
            <pc:docMk/>
            <pc:sldMk cId="2236457937" sldId="337"/>
            <ac:spMk id="55" creationId="{4C8E27DC-A43B-401A-9EE5-9B019F0F0E53}"/>
          </ac:spMkLst>
        </pc:spChg>
        <pc:spChg chg="add mod">
          <ac:chgData name="Georg Pinne" userId="05574ceb-d5e8-42ed-bfd7-165f914e3d1e" providerId="ADAL" clId="{FEF30A8E-DEB8-46F7-920E-E132806F317C}" dt="2021-02-12T09:21:56.155" v="4921" actId="1035"/>
          <ac:spMkLst>
            <pc:docMk/>
            <pc:sldMk cId="2236457937" sldId="337"/>
            <ac:spMk id="59" creationId="{FCA55E1E-1F6A-495E-BB72-15B9B066C8DC}"/>
          </ac:spMkLst>
        </pc:spChg>
        <pc:spChg chg="add mod">
          <ac:chgData name="Georg Pinne" userId="05574ceb-d5e8-42ed-bfd7-165f914e3d1e" providerId="ADAL" clId="{FEF30A8E-DEB8-46F7-920E-E132806F317C}" dt="2021-02-12T09:21:23.313" v="4886" actId="14100"/>
          <ac:spMkLst>
            <pc:docMk/>
            <pc:sldMk cId="2236457937" sldId="337"/>
            <ac:spMk id="61" creationId="{793BF233-2FDC-4FFC-BD8D-4151CAD5A0CE}"/>
          </ac:spMkLst>
        </pc:spChg>
        <pc:spChg chg="add mod">
          <ac:chgData name="Georg Pinne" userId="05574ceb-d5e8-42ed-bfd7-165f914e3d1e" providerId="ADAL" clId="{FEF30A8E-DEB8-46F7-920E-E132806F317C}" dt="2021-02-12T09:21:02.288" v="4883" actId="571"/>
          <ac:spMkLst>
            <pc:docMk/>
            <pc:sldMk cId="2236457937" sldId="337"/>
            <ac:spMk id="65" creationId="{D55619A7-A4FE-4046-A908-9813195A6CA3}"/>
          </ac:spMkLst>
        </pc:spChg>
        <pc:spChg chg="mod">
          <ac:chgData name="Georg Pinne" userId="05574ceb-d5e8-42ed-bfd7-165f914e3d1e" providerId="ADAL" clId="{FEF30A8E-DEB8-46F7-920E-E132806F317C}" dt="2021-02-12T09:21:02.288" v="4883" actId="571"/>
          <ac:spMkLst>
            <pc:docMk/>
            <pc:sldMk cId="2236457937" sldId="337"/>
            <ac:spMk id="68" creationId="{8B2B86F7-6691-40CC-871D-C14582079D2B}"/>
          </ac:spMkLst>
        </pc:spChg>
        <pc:grpChg chg="mod">
          <ac:chgData name="Georg Pinne" userId="05574ceb-d5e8-42ed-bfd7-165f914e3d1e" providerId="ADAL" clId="{FEF30A8E-DEB8-46F7-920E-E132806F317C}" dt="2021-02-12T09:18:13.860" v="4841" actId="14100"/>
          <ac:grpSpMkLst>
            <pc:docMk/>
            <pc:sldMk cId="2236457937" sldId="337"/>
            <ac:grpSpMk id="5" creationId="{A5238324-DF43-4866-91BE-D51D7A7A2C8A}"/>
          </ac:grpSpMkLst>
        </pc:grpChg>
        <pc:grpChg chg="del mod">
          <ac:chgData name="Georg Pinne" userId="05574ceb-d5e8-42ed-bfd7-165f914e3d1e" providerId="ADAL" clId="{FEF30A8E-DEB8-46F7-920E-E132806F317C}" dt="2021-02-12T09:14:06.291" v="4697" actId="165"/>
          <ac:grpSpMkLst>
            <pc:docMk/>
            <pc:sldMk cId="2236457937" sldId="337"/>
            <ac:grpSpMk id="20" creationId="{EFC8EC11-26C2-4E00-9A9A-7C8E59FC3602}"/>
          </ac:grpSpMkLst>
        </pc:grpChg>
        <pc:grpChg chg="mod topLvl">
          <ac:chgData name="Georg Pinne" userId="05574ceb-d5e8-42ed-bfd7-165f914e3d1e" providerId="ADAL" clId="{FEF30A8E-DEB8-46F7-920E-E132806F317C}" dt="2021-02-12T09:21:05.006" v="4884" actId="1036"/>
          <ac:grpSpMkLst>
            <pc:docMk/>
            <pc:sldMk cId="2236457937" sldId="337"/>
            <ac:grpSpMk id="57" creationId="{86A9673A-67DA-4E34-AFC3-15B5392192ED}"/>
          </ac:grpSpMkLst>
        </pc:grpChg>
        <pc:grpChg chg="add mod">
          <ac:chgData name="Georg Pinne" userId="05574ceb-d5e8-42ed-bfd7-165f914e3d1e" providerId="ADAL" clId="{FEF30A8E-DEB8-46F7-920E-E132806F317C}" dt="2021-02-12T09:18:03.617" v="4837" actId="1076"/>
          <ac:grpSpMkLst>
            <pc:docMk/>
            <pc:sldMk cId="2236457937" sldId="337"/>
            <ac:grpSpMk id="63" creationId="{4D5A4C25-9EB2-460C-9B90-E3291376B69A}"/>
          </ac:grpSpMkLst>
        </pc:grpChg>
        <pc:grpChg chg="add del mod">
          <ac:chgData name="Georg Pinne" userId="05574ceb-d5e8-42ed-bfd7-165f914e3d1e" providerId="ADAL" clId="{FEF30A8E-DEB8-46F7-920E-E132806F317C}" dt="2021-02-12T09:20:58.533" v="4881" actId="165"/>
          <ac:grpSpMkLst>
            <pc:docMk/>
            <pc:sldMk cId="2236457937" sldId="337"/>
            <ac:grpSpMk id="64" creationId="{BACCD839-3C6D-44AC-BCB8-1873BDC9CC0C}"/>
          </ac:grpSpMkLst>
        </pc:grpChg>
        <pc:grpChg chg="add mod">
          <ac:chgData name="Georg Pinne" userId="05574ceb-d5e8-42ed-bfd7-165f914e3d1e" providerId="ADAL" clId="{FEF30A8E-DEB8-46F7-920E-E132806F317C}" dt="2021-02-12T09:21:02.288" v="4883" actId="571"/>
          <ac:grpSpMkLst>
            <pc:docMk/>
            <pc:sldMk cId="2236457937" sldId="337"/>
            <ac:grpSpMk id="66" creationId="{94292318-B64D-4E96-9A53-C004CBC535CE}"/>
          </ac:grpSpMkLst>
        </pc:grpChg>
        <pc:picChg chg="mod topLvl">
          <ac:chgData name="Georg Pinne" userId="05574ceb-d5e8-42ed-bfd7-165f914e3d1e" providerId="ADAL" clId="{FEF30A8E-DEB8-46F7-920E-E132806F317C}" dt="2021-02-12T09:20:58.533" v="4881" actId="165"/>
          <ac:picMkLst>
            <pc:docMk/>
            <pc:sldMk cId="2236457937" sldId="337"/>
            <ac:picMk id="8" creationId="{A873A159-36DC-4126-8522-2F809F8B5640}"/>
          </ac:picMkLst>
        </pc:picChg>
        <pc:picChg chg="mod">
          <ac:chgData name="Georg Pinne" userId="05574ceb-d5e8-42ed-bfd7-165f914e3d1e" providerId="ADAL" clId="{FEF30A8E-DEB8-46F7-920E-E132806F317C}" dt="2021-02-12T09:20:58.533" v="4881" actId="165"/>
          <ac:picMkLst>
            <pc:docMk/>
            <pc:sldMk cId="2236457937" sldId="337"/>
            <ac:picMk id="17" creationId="{08A78849-6B15-4771-8E25-98F1B4F65DBD}"/>
          </ac:picMkLst>
        </pc:picChg>
        <pc:picChg chg="add del">
          <ac:chgData name="Georg Pinne" userId="05574ceb-d5e8-42ed-bfd7-165f914e3d1e" providerId="ADAL" clId="{FEF30A8E-DEB8-46F7-920E-E132806F317C}" dt="2021-02-12T09:14:00.107" v="4695"/>
          <ac:picMkLst>
            <pc:docMk/>
            <pc:sldMk cId="2236457937" sldId="337"/>
            <ac:picMk id="62" creationId="{3E0ADC3B-5DCF-4081-9A43-19D7E6098277}"/>
          </ac:picMkLst>
        </pc:picChg>
        <pc:picChg chg="mod">
          <ac:chgData name="Georg Pinne" userId="05574ceb-d5e8-42ed-bfd7-165f914e3d1e" providerId="ADAL" clId="{FEF30A8E-DEB8-46F7-920E-E132806F317C}" dt="2021-02-12T09:21:02.288" v="4883" actId="571"/>
          <ac:picMkLst>
            <pc:docMk/>
            <pc:sldMk cId="2236457937" sldId="337"/>
            <ac:picMk id="67" creationId="{C16A95E0-4E23-4842-A305-7EF3BCCCC87A}"/>
          </ac:picMkLst>
        </pc:picChg>
      </pc:sldChg>
      <pc:sldChg chg="addSp modSp">
        <pc:chgData name="Georg Pinne" userId="05574ceb-d5e8-42ed-bfd7-165f914e3d1e" providerId="ADAL" clId="{FEF30A8E-DEB8-46F7-920E-E132806F317C}" dt="2021-02-12T08:08:25.157" v="4225"/>
        <pc:sldMkLst>
          <pc:docMk/>
          <pc:sldMk cId="2282108408" sldId="338"/>
        </pc:sldMkLst>
        <pc:spChg chg="add mod">
          <ac:chgData name="Georg Pinne" userId="05574ceb-d5e8-42ed-bfd7-165f914e3d1e" providerId="ADAL" clId="{FEF30A8E-DEB8-46F7-920E-E132806F317C}" dt="2021-02-12T08:08:25.157" v="4225"/>
          <ac:spMkLst>
            <pc:docMk/>
            <pc:sldMk cId="2282108408" sldId="338"/>
            <ac:spMk id="23" creationId="{98E9684D-2E05-4222-9BB8-5C8D4919A234}"/>
          </ac:spMkLst>
        </pc:spChg>
      </pc:sldChg>
      <pc:sldChg chg="addSp modSp mod">
        <pc:chgData name="Georg Pinne" userId="05574ceb-d5e8-42ed-bfd7-165f914e3d1e" providerId="ADAL" clId="{FEF30A8E-DEB8-46F7-920E-E132806F317C}" dt="2021-02-12T08:08:32.131" v="4228"/>
        <pc:sldMkLst>
          <pc:docMk/>
          <pc:sldMk cId="2992616775" sldId="342"/>
        </pc:sldMkLst>
        <pc:spChg chg="mod">
          <ac:chgData name="Georg Pinne" userId="05574ceb-d5e8-42ed-bfd7-165f914e3d1e" providerId="ADAL" clId="{FEF30A8E-DEB8-46F7-920E-E132806F317C}" dt="2021-02-12T05:55:07.263" v="831" actId="120"/>
          <ac:spMkLst>
            <pc:docMk/>
            <pc:sldMk cId="2992616775" sldId="342"/>
            <ac:spMk id="11" creationId="{71C7A036-B4BA-41B8-9731-72EBC3924349}"/>
          </ac:spMkLst>
        </pc:spChg>
        <pc:spChg chg="add mod">
          <ac:chgData name="Georg Pinne" userId="05574ceb-d5e8-42ed-bfd7-165f914e3d1e" providerId="ADAL" clId="{FEF30A8E-DEB8-46F7-920E-E132806F317C}" dt="2021-02-12T08:08:32.131" v="4228"/>
          <ac:spMkLst>
            <pc:docMk/>
            <pc:sldMk cId="2992616775" sldId="342"/>
            <ac:spMk id="18" creationId="{6AE88585-0224-4D72-83A6-9AB2BEA80FD9}"/>
          </ac:spMkLst>
        </pc:spChg>
        <pc:spChg chg="mod">
          <ac:chgData name="Georg Pinne" userId="05574ceb-d5e8-42ed-bfd7-165f914e3d1e" providerId="ADAL" clId="{FEF30A8E-DEB8-46F7-920E-E132806F317C}" dt="2021-02-12T06:32:01.779" v="1401" actId="404"/>
          <ac:spMkLst>
            <pc:docMk/>
            <pc:sldMk cId="2992616775" sldId="342"/>
            <ac:spMk id="34" creationId="{27B70339-7C13-4E2F-911B-1598D7783ED2}"/>
          </ac:spMkLst>
        </pc:spChg>
        <pc:spChg chg="mod">
          <ac:chgData name="Georg Pinne" userId="05574ceb-d5e8-42ed-bfd7-165f914e3d1e" providerId="ADAL" clId="{FEF30A8E-DEB8-46F7-920E-E132806F317C}" dt="2021-02-12T05:54:51.340" v="828" actId="14100"/>
          <ac:spMkLst>
            <pc:docMk/>
            <pc:sldMk cId="2992616775" sldId="342"/>
            <ac:spMk id="45" creationId="{8B11667F-FEA1-4442-9B09-57BBB8C83C29}"/>
          </ac:spMkLst>
        </pc:spChg>
        <pc:spChg chg="mod">
          <ac:chgData name="Georg Pinne" userId="05574ceb-d5e8-42ed-bfd7-165f914e3d1e" providerId="ADAL" clId="{FEF30A8E-DEB8-46F7-920E-E132806F317C}" dt="2021-02-12T05:54:54.596" v="829" actId="14100"/>
          <ac:spMkLst>
            <pc:docMk/>
            <pc:sldMk cId="2992616775" sldId="342"/>
            <ac:spMk id="47" creationId="{F0841F06-A3C0-49EA-A7F7-EB9E4BD33571}"/>
          </ac:spMkLst>
        </pc:spChg>
        <pc:spChg chg="mod">
          <ac:chgData name="Georg Pinne" userId="05574ceb-d5e8-42ed-bfd7-165f914e3d1e" providerId="ADAL" clId="{FEF30A8E-DEB8-46F7-920E-E132806F317C}" dt="2021-02-12T05:54:39.129" v="825" actId="14100"/>
          <ac:spMkLst>
            <pc:docMk/>
            <pc:sldMk cId="2992616775" sldId="342"/>
            <ac:spMk id="50" creationId="{9A9A1243-A60F-4320-869E-4DEAE2647649}"/>
          </ac:spMkLst>
        </pc:spChg>
      </pc:sldChg>
      <pc:sldChg chg="addSp delSp modSp">
        <pc:chgData name="Georg Pinne" userId="05574ceb-d5e8-42ed-bfd7-165f914e3d1e" providerId="ADAL" clId="{FEF30A8E-DEB8-46F7-920E-E132806F317C}" dt="2021-02-12T08:08:40.373" v="4231"/>
        <pc:sldMkLst>
          <pc:docMk/>
          <pc:sldMk cId="2581127135" sldId="343"/>
        </pc:sldMkLst>
        <pc:spChg chg="add del mod">
          <ac:chgData name="Georg Pinne" userId="05574ceb-d5e8-42ed-bfd7-165f914e3d1e" providerId="ADAL" clId="{FEF30A8E-DEB8-46F7-920E-E132806F317C}" dt="2021-02-12T08:08:40.373" v="4231"/>
          <ac:spMkLst>
            <pc:docMk/>
            <pc:sldMk cId="2581127135" sldId="343"/>
            <ac:spMk id="10" creationId="{E7B3351A-D1CC-4EBA-A3F9-354FA98117DC}"/>
          </ac:spMkLst>
        </pc:spChg>
      </pc:sldChg>
      <pc:sldChg chg="addSp delSp modSp mod">
        <pc:chgData name="Georg Pinne" userId="05574ceb-d5e8-42ed-bfd7-165f914e3d1e" providerId="ADAL" clId="{FEF30A8E-DEB8-46F7-920E-E132806F317C}" dt="2021-02-12T08:10:03.043" v="4237"/>
        <pc:sldMkLst>
          <pc:docMk/>
          <pc:sldMk cId="977870538" sldId="347"/>
        </pc:sldMkLst>
        <pc:spChg chg="mod">
          <ac:chgData name="Georg Pinne" userId="05574ceb-d5e8-42ed-bfd7-165f914e3d1e" providerId="ADAL" clId="{FEF30A8E-DEB8-46F7-920E-E132806F317C}" dt="2021-02-12T07:51:10.367" v="3697"/>
          <ac:spMkLst>
            <pc:docMk/>
            <pc:sldMk cId="977870538" sldId="347"/>
            <ac:spMk id="5" creationId="{A837257F-C6BF-4AAF-BD88-B7285A61632E}"/>
          </ac:spMkLst>
        </pc:spChg>
        <pc:spChg chg="del mod">
          <ac:chgData name="Georg Pinne" userId="05574ceb-d5e8-42ed-bfd7-165f914e3d1e" providerId="ADAL" clId="{FEF30A8E-DEB8-46F7-920E-E132806F317C}" dt="2021-02-12T07:48:44.471" v="3657" actId="478"/>
          <ac:spMkLst>
            <pc:docMk/>
            <pc:sldMk cId="977870538" sldId="347"/>
            <ac:spMk id="6" creationId="{C7A6A1A0-84AF-44F0-A754-8522540DE626}"/>
          </ac:spMkLst>
        </pc:spChg>
        <pc:spChg chg="mod">
          <ac:chgData name="Georg Pinne" userId="05574ceb-d5e8-42ed-bfd7-165f914e3d1e" providerId="ADAL" clId="{FEF30A8E-DEB8-46F7-920E-E132806F317C}" dt="2021-02-12T07:51:32.627" v="3730" actId="1076"/>
          <ac:spMkLst>
            <pc:docMk/>
            <pc:sldMk cId="977870538" sldId="347"/>
            <ac:spMk id="10" creationId="{463A1DDB-46AA-4810-87FD-BFB9631F0C28}"/>
          </ac:spMkLst>
        </pc:spChg>
        <pc:spChg chg="add mod ord">
          <ac:chgData name="Georg Pinne" userId="05574ceb-d5e8-42ed-bfd7-165f914e3d1e" providerId="ADAL" clId="{FEF30A8E-DEB8-46F7-920E-E132806F317C}" dt="2021-02-12T08:01:33.861" v="4025" actId="123"/>
          <ac:spMkLst>
            <pc:docMk/>
            <pc:sldMk cId="977870538" sldId="347"/>
            <ac:spMk id="13" creationId="{DB47710D-33CD-4E3F-9F87-08460E715EA2}"/>
          </ac:spMkLst>
        </pc:spChg>
        <pc:spChg chg="mod">
          <ac:chgData name="Georg Pinne" userId="05574ceb-d5e8-42ed-bfd7-165f914e3d1e" providerId="ADAL" clId="{FEF30A8E-DEB8-46F7-920E-E132806F317C}" dt="2021-02-12T07:51:11.593" v="3698" actId="1076"/>
          <ac:spMkLst>
            <pc:docMk/>
            <pc:sldMk cId="977870538" sldId="347"/>
            <ac:spMk id="14" creationId="{96FB4D39-178B-4C4B-AB12-0C363EEB0DC8}"/>
          </ac:spMkLst>
        </pc:spChg>
        <pc:spChg chg="mod">
          <ac:chgData name="Georg Pinne" userId="05574ceb-d5e8-42ed-bfd7-165f914e3d1e" providerId="ADAL" clId="{FEF30A8E-DEB8-46F7-920E-E132806F317C}" dt="2021-02-12T07:49:31.971" v="3666" actId="14100"/>
          <ac:spMkLst>
            <pc:docMk/>
            <pc:sldMk cId="977870538" sldId="347"/>
            <ac:spMk id="15" creationId="{B27704A8-079A-4384-8622-81E0F7E1C072}"/>
          </ac:spMkLst>
        </pc:spChg>
        <pc:spChg chg="add mod">
          <ac:chgData name="Georg Pinne" userId="05574ceb-d5e8-42ed-bfd7-165f914e3d1e" providerId="ADAL" clId="{FEF30A8E-DEB8-46F7-920E-E132806F317C}" dt="2021-02-12T07:50:43.088" v="3691" actId="404"/>
          <ac:spMkLst>
            <pc:docMk/>
            <pc:sldMk cId="977870538" sldId="347"/>
            <ac:spMk id="16" creationId="{8AC48996-B796-455A-930B-AFFF4178117C}"/>
          </ac:spMkLst>
        </pc:spChg>
        <pc:spChg chg="add mod ord">
          <ac:chgData name="Georg Pinne" userId="05574ceb-d5e8-42ed-bfd7-165f914e3d1e" providerId="ADAL" clId="{FEF30A8E-DEB8-46F7-920E-E132806F317C}" dt="2021-02-12T07:50:49.801" v="3692" actId="14100"/>
          <ac:spMkLst>
            <pc:docMk/>
            <pc:sldMk cId="977870538" sldId="347"/>
            <ac:spMk id="17" creationId="{8E861547-D097-49B2-B07C-16BFE9AB29BF}"/>
          </ac:spMkLst>
        </pc:spChg>
        <pc:spChg chg="add mod">
          <ac:chgData name="Georg Pinne" userId="05574ceb-d5e8-42ed-bfd7-165f914e3d1e" providerId="ADAL" clId="{FEF30A8E-DEB8-46F7-920E-E132806F317C}" dt="2021-02-12T07:50:31.315" v="3690" actId="1038"/>
          <ac:spMkLst>
            <pc:docMk/>
            <pc:sldMk cId="977870538" sldId="347"/>
            <ac:spMk id="18" creationId="{DC89CA99-4BCB-4DAE-9B6D-E22366325BCA}"/>
          </ac:spMkLst>
        </pc:spChg>
        <pc:spChg chg="add mod">
          <ac:chgData name="Georg Pinne" userId="05574ceb-d5e8-42ed-bfd7-165f914e3d1e" providerId="ADAL" clId="{FEF30A8E-DEB8-46F7-920E-E132806F317C}" dt="2021-02-12T07:50:54.289" v="3693" actId="14100"/>
          <ac:spMkLst>
            <pc:docMk/>
            <pc:sldMk cId="977870538" sldId="347"/>
            <ac:spMk id="19" creationId="{90E50506-254A-4988-A72E-E57682976190}"/>
          </ac:spMkLst>
        </pc:spChg>
        <pc:spChg chg="add del mod">
          <ac:chgData name="Georg Pinne" userId="05574ceb-d5e8-42ed-bfd7-165f914e3d1e" providerId="ADAL" clId="{FEF30A8E-DEB8-46F7-920E-E132806F317C}" dt="2021-02-12T07:48:39.876" v="3655"/>
          <ac:spMkLst>
            <pc:docMk/>
            <pc:sldMk cId="977870538" sldId="347"/>
            <ac:spMk id="20" creationId="{B0F5940D-A2BF-4786-9E91-DA6EC3731DB8}"/>
          </ac:spMkLst>
        </pc:spChg>
        <pc:spChg chg="add mod">
          <ac:chgData name="Georg Pinne" userId="05574ceb-d5e8-42ed-bfd7-165f914e3d1e" providerId="ADAL" clId="{FEF30A8E-DEB8-46F7-920E-E132806F317C}" dt="2021-02-12T07:48:48.318" v="3659"/>
          <ac:spMkLst>
            <pc:docMk/>
            <pc:sldMk cId="977870538" sldId="347"/>
            <ac:spMk id="21" creationId="{4B15751B-BBAB-4DAF-BF1A-DF1F4C7BD2A8}"/>
          </ac:spMkLst>
        </pc:spChg>
        <pc:spChg chg="add del mod">
          <ac:chgData name="Georg Pinne" userId="05574ceb-d5e8-42ed-bfd7-165f914e3d1e" providerId="ADAL" clId="{FEF30A8E-DEB8-46F7-920E-E132806F317C}" dt="2021-02-12T07:51:06.345" v="3695"/>
          <ac:spMkLst>
            <pc:docMk/>
            <pc:sldMk cId="977870538" sldId="347"/>
            <ac:spMk id="22" creationId="{D9A9BF96-1554-409F-963C-93A14B2AB23C}"/>
          </ac:spMkLst>
        </pc:spChg>
        <pc:spChg chg="add mod">
          <ac:chgData name="Georg Pinne" userId="05574ceb-d5e8-42ed-bfd7-165f914e3d1e" providerId="ADAL" clId="{FEF30A8E-DEB8-46F7-920E-E132806F317C}" dt="2021-02-12T07:51:40.307" v="3731" actId="1036"/>
          <ac:spMkLst>
            <pc:docMk/>
            <pc:sldMk cId="977870538" sldId="347"/>
            <ac:spMk id="23" creationId="{CB5808C3-B83F-46C2-B355-C89C013E9882}"/>
          </ac:spMkLst>
        </pc:spChg>
        <pc:spChg chg="add mod">
          <ac:chgData name="Georg Pinne" userId="05574ceb-d5e8-42ed-bfd7-165f914e3d1e" providerId="ADAL" clId="{FEF30A8E-DEB8-46F7-920E-E132806F317C}" dt="2021-02-12T08:10:03.043" v="4237"/>
          <ac:spMkLst>
            <pc:docMk/>
            <pc:sldMk cId="977870538" sldId="347"/>
            <ac:spMk id="24" creationId="{A267737F-BA7E-4504-9F58-D026DCA553F3}"/>
          </ac:spMkLst>
        </pc:spChg>
        <pc:spChg chg="del mod">
          <ac:chgData name="Georg Pinne" userId="05574ceb-d5e8-42ed-bfd7-165f914e3d1e" providerId="ADAL" clId="{FEF30A8E-DEB8-46F7-920E-E132806F317C}" dt="2021-02-12T07:48:45.006" v="3658" actId="478"/>
          <ac:spMkLst>
            <pc:docMk/>
            <pc:sldMk cId="977870538" sldId="347"/>
            <ac:spMk id="32" creationId="{BE4C1793-9CCF-43FA-8428-C42D959D4928}"/>
          </ac:spMkLst>
        </pc:spChg>
        <pc:graphicFrameChg chg="del modGraphic">
          <ac:chgData name="Georg Pinne" userId="05574ceb-d5e8-42ed-bfd7-165f914e3d1e" providerId="ADAL" clId="{FEF30A8E-DEB8-46F7-920E-E132806F317C}" dt="2021-02-12T07:47:02.016" v="3601" actId="478"/>
          <ac:graphicFrameMkLst>
            <pc:docMk/>
            <pc:sldMk cId="977870538" sldId="347"/>
            <ac:graphicFrameMk id="7" creationId="{7BA57556-A712-41DF-BE05-3AF17FD5B4FD}"/>
          </ac:graphicFrameMkLst>
        </pc:graphicFrameChg>
        <pc:graphicFrameChg chg="mod">
          <ac:chgData name="Georg Pinne" userId="05574ceb-d5e8-42ed-bfd7-165f914e3d1e" providerId="ADAL" clId="{FEF30A8E-DEB8-46F7-920E-E132806F317C}" dt="2021-02-12T07:49:28.607" v="3665" actId="14100"/>
          <ac:graphicFrameMkLst>
            <pc:docMk/>
            <pc:sldMk cId="977870538" sldId="347"/>
            <ac:graphicFrameMk id="11" creationId="{5E3C2BA8-BA2A-4C5B-8CB1-75E207E57A6B}"/>
          </ac:graphicFrameMkLst>
        </pc:graphicFrameChg>
      </pc:sldChg>
      <pc:sldChg chg="addSp modSp mod">
        <pc:chgData name="Georg Pinne" userId="05574ceb-d5e8-42ed-bfd7-165f914e3d1e" providerId="ADAL" clId="{FEF30A8E-DEB8-46F7-920E-E132806F317C}" dt="2021-02-12T09:05:11.479" v="4673" actId="1037"/>
        <pc:sldMkLst>
          <pc:docMk/>
          <pc:sldMk cId="580259244" sldId="351"/>
        </pc:sldMkLst>
        <pc:spChg chg="mod">
          <ac:chgData name="Georg Pinne" userId="05574ceb-d5e8-42ed-bfd7-165f914e3d1e" providerId="ADAL" clId="{FEF30A8E-DEB8-46F7-920E-E132806F317C}" dt="2021-02-12T09:04:15.053" v="4630" actId="14100"/>
          <ac:spMkLst>
            <pc:docMk/>
            <pc:sldMk cId="580259244" sldId="351"/>
            <ac:spMk id="24" creationId="{914B9B7C-F793-45C9-AE30-56E67E6A4D52}"/>
          </ac:spMkLst>
        </pc:spChg>
        <pc:spChg chg="mod">
          <ac:chgData name="Georg Pinne" userId="05574ceb-d5e8-42ed-bfd7-165f914e3d1e" providerId="ADAL" clId="{FEF30A8E-DEB8-46F7-920E-E132806F317C}" dt="2021-02-12T05:56:45.892" v="843" actId="1076"/>
          <ac:spMkLst>
            <pc:docMk/>
            <pc:sldMk cId="580259244" sldId="351"/>
            <ac:spMk id="25" creationId="{DCAC5B76-A2CD-47F4-9337-8DC95FEF1F96}"/>
          </ac:spMkLst>
        </pc:spChg>
        <pc:spChg chg="mod">
          <ac:chgData name="Georg Pinne" userId="05574ceb-d5e8-42ed-bfd7-165f914e3d1e" providerId="ADAL" clId="{FEF30A8E-DEB8-46F7-920E-E132806F317C}" dt="2021-02-12T09:04:19.260" v="4631" actId="14100"/>
          <ac:spMkLst>
            <pc:docMk/>
            <pc:sldMk cId="580259244" sldId="351"/>
            <ac:spMk id="27" creationId="{6F2782AE-E8B1-4C34-9716-841553E86FE3}"/>
          </ac:spMkLst>
        </pc:spChg>
        <pc:spChg chg="mod">
          <ac:chgData name="Georg Pinne" userId="05574ceb-d5e8-42ed-bfd7-165f914e3d1e" providerId="ADAL" clId="{FEF30A8E-DEB8-46F7-920E-E132806F317C}" dt="2021-02-12T09:05:03.828" v="4648" actId="14100"/>
          <ac:spMkLst>
            <pc:docMk/>
            <pc:sldMk cId="580259244" sldId="351"/>
            <ac:spMk id="30" creationId="{E7DE49FD-F5A8-4E5C-A705-991A1D2DF879}"/>
          </ac:spMkLst>
        </pc:spChg>
        <pc:spChg chg="add mod">
          <ac:chgData name="Georg Pinne" userId="05574ceb-d5e8-42ed-bfd7-165f914e3d1e" providerId="ADAL" clId="{FEF30A8E-DEB8-46F7-920E-E132806F317C}" dt="2021-02-12T05:57:02.512" v="848" actId="1036"/>
          <ac:spMkLst>
            <pc:docMk/>
            <pc:sldMk cId="580259244" sldId="351"/>
            <ac:spMk id="74" creationId="{AD0AC18A-FE70-4A97-9FF4-5CA9D791E868}"/>
          </ac:spMkLst>
        </pc:spChg>
        <pc:spChg chg="add mod">
          <ac:chgData name="Georg Pinne" userId="05574ceb-d5e8-42ed-bfd7-165f914e3d1e" providerId="ADAL" clId="{FEF30A8E-DEB8-46F7-920E-E132806F317C}" dt="2021-02-12T08:08:20.961" v="4224"/>
          <ac:spMkLst>
            <pc:docMk/>
            <pc:sldMk cId="580259244" sldId="351"/>
            <ac:spMk id="75" creationId="{51E7B6F3-246D-416A-A804-E5752B19C2FD}"/>
          </ac:spMkLst>
        </pc:spChg>
        <pc:spChg chg="add mod">
          <ac:chgData name="Georg Pinne" userId="05574ceb-d5e8-42ed-bfd7-165f914e3d1e" providerId="ADAL" clId="{FEF30A8E-DEB8-46F7-920E-E132806F317C}" dt="2021-02-12T09:05:11.479" v="4673" actId="1037"/>
          <ac:spMkLst>
            <pc:docMk/>
            <pc:sldMk cId="580259244" sldId="351"/>
            <ac:spMk id="77" creationId="{0D47FA3E-7EDB-4C2B-AF79-127A4745A050}"/>
          </ac:spMkLst>
        </pc:spChg>
      </pc:sldChg>
      <pc:sldChg chg="modSp mod">
        <pc:chgData name="Georg Pinne" userId="05574ceb-d5e8-42ed-bfd7-165f914e3d1e" providerId="ADAL" clId="{FEF30A8E-DEB8-46F7-920E-E132806F317C}" dt="2021-02-12T08:07:26.009" v="4223" actId="20577"/>
        <pc:sldMkLst>
          <pc:docMk/>
          <pc:sldMk cId="705361737" sldId="352"/>
        </pc:sldMkLst>
        <pc:spChg chg="mod">
          <ac:chgData name="Georg Pinne" userId="05574ceb-d5e8-42ed-bfd7-165f914e3d1e" providerId="ADAL" clId="{FEF30A8E-DEB8-46F7-920E-E132806F317C}" dt="2021-02-12T08:07:26.009" v="4223" actId="20577"/>
          <ac:spMkLst>
            <pc:docMk/>
            <pc:sldMk cId="705361737" sldId="352"/>
            <ac:spMk id="55" creationId="{69845376-E826-406D-954E-73BF4FD942CD}"/>
          </ac:spMkLst>
        </pc:spChg>
      </pc:sldChg>
      <pc:sldChg chg="addSp delSp modSp mod">
        <pc:chgData name="Georg Pinne" userId="05574ceb-d5e8-42ed-bfd7-165f914e3d1e" providerId="ADAL" clId="{FEF30A8E-DEB8-46F7-920E-E132806F317C}" dt="2021-02-12T08:17:02.175" v="4377" actId="108"/>
        <pc:sldMkLst>
          <pc:docMk/>
          <pc:sldMk cId="2360385378" sldId="355"/>
        </pc:sldMkLst>
        <pc:spChg chg="mod">
          <ac:chgData name="Georg Pinne" userId="05574ceb-d5e8-42ed-bfd7-165f914e3d1e" providerId="ADAL" clId="{FEF30A8E-DEB8-46F7-920E-E132806F317C}" dt="2021-02-12T08:16:42.686" v="4358" actId="207"/>
          <ac:spMkLst>
            <pc:docMk/>
            <pc:sldMk cId="2360385378" sldId="355"/>
            <ac:spMk id="20" creationId="{A2CBE371-CA13-41E5-8087-ECAFA7B644E9}"/>
          </ac:spMkLst>
        </pc:spChg>
        <pc:spChg chg="mod">
          <ac:chgData name="Georg Pinne" userId="05574ceb-d5e8-42ed-bfd7-165f914e3d1e" providerId="ADAL" clId="{FEF30A8E-DEB8-46F7-920E-E132806F317C}" dt="2021-02-12T08:16:53.804" v="4373" actId="1037"/>
          <ac:spMkLst>
            <pc:docMk/>
            <pc:sldMk cId="2360385378" sldId="355"/>
            <ac:spMk id="29" creationId="{0CA45F40-08F6-427C-96A0-61AA888035E2}"/>
          </ac:spMkLst>
        </pc:spChg>
        <pc:spChg chg="mod">
          <ac:chgData name="Georg Pinne" userId="05574ceb-d5e8-42ed-bfd7-165f914e3d1e" providerId="ADAL" clId="{FEF30A8E-DEB8-46F7-920E-E132806F317C}" dt="2021-02-12T08:16:53.804" v="4373" actId="1037"/>
          <ac:spMkLst>
            <pc:docMk/>
            <pc:sldMk cId="2360385378" sldId="355"/>
            <ac:spMk id="30" creationId="{03548914-9688-4BC9-9AE6-3F653B4C8DEB}"/>
          </ac:spMkLst>
        </pc:spChg>
        <pc:spChg chg="mod">
          <ac:chgData name="Georg Pinne" userId="05574ceb-d5e8-42ed-bfd7-165f914e3d1e" providerId="ADAL" clId="{FEF30A8E-DEB8-46F7-920E-E132806F317C}" dt="2021-02-12T08:16:55.185" v="4375" actId="207"/>
          <ac:spMkLst>
            <pc:docMk/>
            <pc:sldMk cId="2360385378" sldId="355"/>
            <ac:spMk id="31" creationId="{D784203A-20E1-4183-8D3F-FBF9C9E2C3EC}"/>
          </ac:spMkLst>
        </pc:spChg>
        <pc:spChg chg="mod">
          <ac:chgData name="Georg Pinne" userId="05574ceb-d5e8-42ed-bfd7-165f914e3d1e" providerId="ADAL" clId="{FEF30A8E-DEB8-46F7-920E-E132806F317C}" dt="2021-02-12T08:16:53.804" v="4373" actId="1037"/>
          <ac:spMkLst>
            <pc:docMk/>
            <pc:sldMk cId="2360385378" sldId="355"/>
            <ac:spMk id="33" creationId="{6950D33D-1DA8-43D4-B81E-517A31433BF4}"/>
          </ac:spMkLst>
        </pc:spChg>
        <pc:spChg chg="add mod">
          <ac:chgData name="Georg Pinne" userId="05574ceb-d5e8-42ed-bfd7-165f914e3d1e" providerId="ADAL" clId="{FEF30A8E-DEB8-46F7-920E-E132806F317C}" dt="2021-02-12T08:10:11.430" v="4239"/>
          <ac:spMkLst>
            <pc:docMk/>
            <pc:sldMk cId="2360385378" sldId="355"/>
            <ac:spMk id="35" creationId="{2CA2D919-C77A-49EB-BE27-6E1248916884}"/>
          </ac:spMkLst>
        </pc:spChg>
        <pc:spChg chg="add del mod">
          <ac:chgData name="Georg Pinne" userId="05574ceb-d5e8-42ed-bfd7-165f914e3d1e" providerId="ADAL" clId="{FEF30A8E-DEB8-46F7-920E-E132806F317C}" dt="2021-02-12T08:17:02.175" v="4377" actId="108"/>
          <ac:spMkLst>
            <pc:docMk/>
            <pc:sldMk cId="2360385378" sldId="355"/>
            <ac:spMk id="37" creationId="{1ABA35E0-2FE8-462F-9E40-454B0899DF04}"/>
          </ac:spMkLst>
        </pc:spChg>
      </pc:sldChg>
      <pc:sldChg chg="addSp delSp modSp mod">
        <pc:chgData name="Georg Pinne" userId="05574ceb-d5e8-42ed-bfd7-165f914e3d1e" providerId="ADAL" clId="{FEF30A8E-DEB8-46F7-920E-E132806F317C}" dt="2021-02-12T08:10:06.511" v="4238"/>
        <pc:sldMkLst>
          <pc:docMk/>
          <pc:sldMk cId="1287671573" sldId="357"/>
        </pc:sldMkLst>
        <pc:spChg chg="mod">
          <ac:chgData name="Georg Pinne" userId="05574ceb-d5e8-42ed-bfd7-165f914e3d1e" providerId="ADAL" clId="{FEF30A8E-DEB8-46F7-920E-E132806F317C}" dt="2021-02-12T08:00:10.485" v="3989" actId="1076"/>
          <ac:spMkLst>
            <pc:docMk/>
            <pc:sldMk cId="1287671573" sldId="357"/>
            <ac:spMk id="10" creationId="{00000000-0000-0000-0000-000000000000}"/>
          </ac:spMkLst>
        </pc:spChg>
        <pc:spChg chg="del">
          <ac:chgData name="Georg Pinne" userId="05574ceb-d5e8-42ed-bfd7-165f914e3d1e" providerId="ADAL" clId="{FEF30A8E-DEB8-46F7-920E-E132806F317C}" dt="2021-02-12T07:52:17.875" v="3737" actId="478"/>
          <ac:spMkLst>
            <pc:docMk/>
            <pc:sldMk cId="1287671573" sldId="357"/>
            <ac:spMk id="37" creationId="{29B36921-4938-4D75-BA66-06F59EB5684C}"/>
          </ac:spMkLst>
        </pc:spChg>
        <pc:spChg chg="mod">
          <ac:chgData name="Georg Pinne" userId="05574ceb-d5e8-42ed-bfd7-165f914e3d1e" providerId="ADAL" clId="{FEF30A8E-DEB8-46F7-920E-E132806F317C}" dt="2021-02-12T08:00:10.485" v="3989" actId="1076"/>
          <ac:spMkLst>
            <pc:docMk/>
            <pc:sldMk cId="1287671573" sldId="357"/>
            <ac:spMk id="49" creationId="{E1373B20-1F43-4CCC-8EFF-C2F95E6ACA31}"/>
          </ac:spMkLst>
        </pc:spChg>
        <pc:spChg chg="mod">
          <ac:chgData name="Georg Pinne" userId="05574ceb-d5e8-42ed-bfd7-165f914e3d1e" providerId="ADAL" clId="{FEF30A8E-DEB8-46F7-920E-E132806F317C}" dt="2021-02-12T08:00:34.942" v="3997" actId="1035"/>
          <ac:spMkLst>
            <pc:docMk/>
            <pc:sldMk cId="1287671573" sldId="357"/>
            <ac:spMk id="50" creationId="{FDDA2AA2-9E5E-4CCC-A70D-5BD1455920AB}"/>
          </ac:spMkLst>
        </pc:spChg>
        <pc:spChg chg="mod topLvl">
          <ac:chgData name="Georg Pinne" userId="05574ceb-d5e8-42ed-bfd7-165f914e3d1e" providerId="ADAL" clId="{FEF30A8E-DEB8-46F7-920E-E132806F317C}" dt="2021-02-12T08:00:10.485" v="3989" actId="1076"/>
          <ac:spMkLst>
            <pc:docMk/>
            <pc:sldMk cId="1287671573" sldId="357"/>
            <ac:spMk id="51" creationId="{360A4060-FADC-489B-A1CD-8FB38D26F956}"/>
          </ac:spMkLst>
        </pc:spChg>
        <pc:spChg chg="mod">
          <ac:chgData name="Georg Pinne" userId="05574ceb-d5e8-42ed-bfd7-165f914e3d1e" providerId="ADAL" clId="{FEF30A8E-DEB8-46F7-920E-E132806F317C}" dt="2021-02-12T07:59:55.359" v="3985" actId="1036"/>
          <ac:spMkLst>
            <pc:docMk/>
            <pc:sldMk cId="1287671573" sldId="357"/>
            <ac:spMk id="80" creationId="{39775921-B6BC-4731-85A2-404C44CB5FE6}"/>
          </ac:spMkLst>
        </pc:spChg>
        <pc:spChg chg="mod">
          <ac:chgData name="Georg Pinne" userId="05574ceb-d5e8-42ed-bfd7-165f914e3d1e" providerId="ADAL" clId="{FEF30A8E-DEB8-46F7-920E-E132806F317C}" dt="2021-02-12T08:00:10.485" v="3989" actId="1076"/>
          <ac:spMkLst>
            <pc:docMk/>
            <pc:sldMk cId="1287671573" sldId="357"/>
            <ac:spMk id="81" creationId="{877CF958-9EC5-4309-B7BF-96E4585DD487}"/>
          </ac:spMkLst>
        </pc:spChg>
        <pc:spChg chg="mod">
          <ac:chgData name="Georg Pinne" userId="05574ceb-d5e8-42ed-bfd7-165f914e3d1e" providerId="ADAL" clId="{FEF30A8E-DEB8-46F7-920E-E132806F317C}" dt="2021-02-12T08:00:10.485" v="3989" actId="1076"/>
          <ac:spMkLst>
            <pc:docMk/>
            <pc:sldMk cId="1287671573" sldId="357"/>
            <ac:spMk id="82" creationId="{E624EC06-A7C9-4F2C-9F41-06AD28C61F5B}"/>
          </ac:spMkLst>
        </pc:spChg>
        <pc:spChg chg="mod topLvl">
          <ac:chgData name="Georg Pinne" userId="05574ceb-d5e8-42ed-bfd7-165f914e3d1e" providerId="ADAL" clId="{FEF30A8E-DEB8-46F7-920E-E132806F317C}" dt="2021-02-12T07:56:46.772" v="3862" actId="164"/>
          <ac:spMkLst>
            <pc:docMk/>
            <pc:sldMk cId="1287671573" sldId="357"/>
            <ac:spMk id="83" creationId="{BD3D634F-83EA-4662-B4B3-2271BFACA7F6}"/>
          </ac:spMkLst>
        </pc:spChg>
        <pc:spChg chg="mod">
          <ac:chgData name="Georg Pinne" userId="05574ceb-d5e8-42ed-bfd7-165f914e3d1e" providerId="ADAL" clId="{FEF30A8E-DEB8-46F7-920E-E132806F317C}" dt="2021-02-12T08:00:10.485" v="3989" actId="1076"/>
          <ac:spMkLst>
            <pc:docMk/>
            <pc:sldMk cId="1287671573" sldId="357"/>
            <ac:spMk id="84" creationId="{CD0FD911-EDD3-4F01-A18F-BE6CA8476C26}"/>
          </ac:spMkLst>
        </pc:spChg>
        <pc:spChg chg="add mod topLvl">
          <ac:chgData name="Georg Pinne" userId="05574ceb-d5e8-42ed-bfd7-165f914e3d1e" providerId="ADAL" clId="{FEF30A8E-DEB8-46F7-920E-E132806F317C}" dt="2021-02-12T07:56:46.772" v="3862" actId="164"/>
          <ac:spMkLst>
            <pc:docMk/>
            <pc:sldMk cId="1287671573" sldId="357"/>
            <ac:spMk id="114" creationId="{C652F6E2-EBAA-405F-A60D-908E52BF967C}"/>
          </ac:spMkLst>
        </pc:spChg>
        <pc:spChg chg="add mod topLvl">
          <ac:chgData name="Georg Pinne" userId="05574ceb-d5e8-42ed-bfd7-165f914e3d1e" providerId="ADAL" clId="{FEF30A8E-DEB8-46F7-920E-E132806F317C}" dt="2021-02-12T08:00:10.485" v="3989" actId="1076"/>
          <ac:spMkLst>
            <pc:docMk/>
            <pc:sldMk cId="1287671573" sldId="357"/>
            <ac:spMk id="115" creationId="{E100DB2A-80EB-4A44-BE81-A509D4DC24BB}"/>
          </ac:spMkLst>
        </pc:spChg>
        <pc:spChg chg="add mod">
          <ac:chgData name="Georg Pinne" userId="05574ceb-d5e8-42ed-bfd7-165f914e3d1e" providerId="ADAL" clId="{FEF30A8E-DEB8-46F7-920E-E132806F317C}" dt="2021-02-12T07:52:12.246" v="3736"/>
          <ac:spMkLst>
            <pc:docMk/>
            <pc:sldMk cId="1287671573" sldId="357"/>
            <ac:spMk id="116" creationId="{29C9E205-36D4-4CF5-9921-4F646ECBC311}"/>
          </ac:spMkLst>
        </pc:spChg>
        <pc:spChg chg="add mod">
          <ac:chgData name="Georg Pinne" userId="05574ceb-d5e8-42ed-bfd7-165f914e3d1e" providerId="ADAL" clId="{FEF30A8E-DEB8-46F7-920E-E132806F317C}" dt="2021-02-12T08:00:59.294" v="4004" actId="404"/>
          <ac:spMkLst>
            <pc:docMk/>
            <pc:sldMk cId="1287671573" sldId="357"/>
            <ac:spMk id="117" creationId="{D261F628-9EFD-417B-9940-B83E3FC82F37}"/>
          </ac:spMkLst>
        </pc:spChg>
        <pc:spChg chg="add mod">
          <ac:chgData name="Georg Pinne" userId="05574ceb-d5e8-42ed-bfd7-165f914e3d1e" providerId="ADAL" clId="{FEF30A8E-DEB8-46F7-920E-E132806F317C}" dt="2021-02-12T08:10:06.511" v="4238"/>
          <ac:spMkLst>
            <pc:docMk/>
            <pc:sldMk cId="1287671573" sldId="357"/>
            <ac:spMk id="118" creationId="{BB7919F1-00FC-449A-97D8-768813FCAC27}"/>
          </ac:spMkLst>
        </pc:spChg>
        <pc:grpChg chg="add del mod">
          <ac:chgData name="Georg Pinne" userId="05574ceb-d5e8-42ed-bfd7-165f914e3d1e" providerId="ADAL" clId="{FEF30A8E-DEB8-46F7-920E-E132806F317C}" dt="2021-02-12T07:54:45.684" v="3801" actId="165"/>
          <ac:grpSpMkLst>
            <pc:docMk/>
            <pc:sldMk cId="1287671573" sldId="357"/>
            <ac:grpSpMk id="6" creationId="{D0171546-4968-4BEF-9B2F-B2215DFFE153}"/>
          </ac:grpSpMkLst>
        </pc:grpChg>
        <pc:grpChg chg="add mod">
          <ac:chgData name="Georg Pinne" userId="05574ceb-d5e8-42ed-bfd7-165f914e3d1e" providerId="ADAL" clId="{FEF30A8E-DEB8-46F7-920E-E132806F317C}" dt="2021-02-12T08:00:10.485" v="3989" actId="1076"/>
          <ac:grpSpMkLst>
            <pc:docMk/>
            <pc:sldMk cId="1287671573" sldId="357"/>
            <ac:grpSpMk id="8" creationId="{3CC5FE36-34D4-4581-AFDE-5CB318992BAA}"/>
          </ac:grpSpMkLst>
        </pc:grpChg>
        <pc:picChg chg="mod">
          <ac:chgData name="Georg Pinne" userId="05574ceb-d5e8-42ed-bfd7-165f914e3d1e" providerId="ADAL" clId="{FEF30A8E-DEB8-46F7-920E-E132806F317C}" dt="2021-02-12T08:00:10.485" v="3989" actId="1076"/>
          <ac:picMkLst>
            <pc:docMk/>
            <pc:sldMk cId="1287671573" sldId="357"/>
            <ac:picMk id="85" creationId="{4B11DC4F-5671-414D-82BA-2DEEB74EAE28}"/>
          </ac:picMkLst>
        </pc:picChg>
        <pc:picChg chg="mod">
          <ac:chgData name="Georg Pinne" userId="05574ceb-d5e8-42ed-bfd7-165f914e3d1e" providerId="ADAL" clId="{FEF30A8E-DEB8-46F7-920E-E132806F317C}" dt="2021-02-12T08:00:10.485" v="3989" actId="1076"/>
          <ac:picMkLst>
            <pc:docMk/>
            <pc:sldMk cId="1287671573" sldId="357"/>
            <ac:picMk id="86" creationId="{2305574E-34BF-4B2D-9381-B2C781635461}"/>
          </ac:picMkLst>
        </pc:picChg>
        <pc:picChg chg="mod">
          <ac:chgData name="Georg Pinne" userId="05574ceb-d5e8-42ed-bfd7-165f914e3d1e" providerId="ADAL" clId="{FEF30A8E-DEB8-46F7-920E-E132806F317C}" dt="2021-02-12T08:00:10.485" v="3989" actId="1076"/>
          <ac:picMkLst>
            <pc:docMk/>
            <pc:sldMk cId="1287671573" sldId="357"/>
            <ac:picMk id="87" creationId="{53F58A14-0B31-4B0E-8984-08657F2AE161}"/>
          </ac:picMkLst>
        </pc:picChg>
        <pc:picChg chg="mod">
          <ac:chgData name="Georg Pinne" userId="05574ceb-d5e8-42ed-bfd7-165f914e3d1e" providerId="ADAL" clId="{FEF30A8E-DEB8-46F7-920E-E132806F317C}" dt="2021-02-12T08:00:10.485" v="3989" actId="1076"/>
          <ac:picMkLst>
            <pc:docMk/>
            <pc:sldMk cId="1287671573" sldId="357"/>
            <ac:picMk id="88" creationId="{99A243A7-FC2B-4FB4-81E0-8A8680CBF4B9}"/>
          </ac:picMkLst>
        </pc:picChg>
        <pc:picChg chg="mod">
          <ac:chgData name="Georg Pinne" userId="05574ceb-d5e8-42ed-bfd7-165f914e3d1e" providerId="ADAL" clId="{FEF30A8E-DEB8-46F7-920E-E132806F317C}" dt="2021-02-12T08:00:10.485" v="3989" actId="1076"/>
          <ac:picMkLst>
            <pc:docMk/>
            <pc:sldMk cId="1287671573" sldId="357"/>
            <ac:picMk id="89" creationId="{D0810698-2AED-43FF-9D9C-92F5CE13CE91}"/>
          </ac:picMkLst>
        </pc:picChg>
        <pc:picChg chg="mod">
          <ac:chgData name="Georg Pinne" userId="05574ceb-d5e8-42ed-bfd7-165f914e3d1e" providerId="ADAL" clId="{FEF30A8E-DEB8-46F7-920E-E132806F317C}" dt="2021-02-12T08:00:10.485" v="3989" actId="1076"/>
          <ac:picMkLst>
            <pc:docMk/>
            <pc:sldMk cId="1287671573" sldId="357"/>
            <ac:picMk id="90" creationId="{F4C445D5-E4CC-4D2C-A645-FB1722E13E2E}"/>
          </ac:picMkLst>
        </pc:picChg>
        <pc:picChg chg="mod">
          <ac:chgData name="Georg Pinne" userId="05574ceb-d5e8-42ed-bfd7-165f914e3d1e" providerId="ADAL" clId="{FEF30A8E-DEB8-46F7-920E-E132806F317C}" dt="2021-02-12T08:00:10.485" v="3989" actId="1076"/>
          <ac:picMkLst>
            <pc:docMk/>
            <pc:sldMk cId="1287671573" sldId="357"/>
            <ac:picMk id="91" creationId="{089810E0-B843-4117-A45E-8503AEF6F782}"/>
          </ac:picMkLst>
        </pc:picChg>
        <pc:picChg chg="mod">
          <ac:chgData name="Georg Pinne" userId="05574ceb-d5e8-42ed-bfd7-165f914e3d1e" providerId="ADAL" clId="{FEF30A8E-DEB8-46F7-920E-E132806F317C}" dt="2021-02-12T08:00:10.485" v="3989" actId="1076"/>
          <ac:picMkLst>
            <pc:docMk/>
            <pc:sldMk cId="1287671573" sldId="357"/>
            <ac:picMk id="92" creationId="{F0241776-9A67-4B68-98CA-A2C5EBC41CFF}"/>
          </ac:picMkLst>
        </pc:picChg>
        <pc:picChg chg="mod">
          <ac:chgData name="Georg Pinne" userId="05574ceb-d5e8-42ed-bfd7-165f914e3d1e" providerId="ADAL" clId="{FEF30A8E-DEB8-46F7-920E-E132806F317C}" dt="2021-02-12T08:00:10.485" v="3989" actId="1076"/>
          <ac:picMkLst>
            <pc:docMk/>
            <pc:sldMk cId="1287671573" sldId="357"/>
            <ac:picMk id="93" creationId="{8BA3BF8C-E0F9-4EF7-BE7C-A148905863D2}"/>
          </ac:picMkLst>
        </pc:picChg>
        <pc:picChg chg="mod">
          <ac:chgData name="Georg Pinne" userId="05574ceb-d5e8-42ed-bfd7-165f914e3d1e" providerId="ADAL" clId="{FEF30A8E-DEB8-46F7-920E-E132806F317C}" dt="2021-02-12T08:00:10.485" v="3989" actId="1076"/>
          <ac:picMkLst>
            <pc:docMk/>
            <pc:sldMk cId="1287671573" sldId="357"/>
            <ac:picMk id="94" creationId="{EF5F43CB-B057-40A1-A1A8-7EB96A0C38D9}"/>
          </ac:picMkLst>
        </pc:picChg>
        <pc:picChg chg="mod">
          <ac:chgData name="Georg Pinne" userId="05574ceb-d5e8-42ed-bfd7-165f914e3d1e" providerId="ADAL" clId="{FEF30A8E-DEB8-46F7-920E-E132806F317C}" dt="2021-02-12T08:00:10.485" v="3989" actId="1076"/>
          <ac:picMkLst>
            <pc:docMk/>
            <pc:sldMk cId="1287671573" sldId="357"/>
            <ac:picMk id="95" creationId="{594284C0-6132-44BA-A422-1339C31E0225}"/>
          </ac:picMkLst>
        </pc:picChg>
        <pc:picChg chg="mod">
          <ac:chgData name="Georg Pinne" userId="05574ceb-d5e8-42ed-bfd7-165f914e3d1e" providerId="ADAL" clId="{FEF30A8E-DEB8-46F7-920E-E132806F317C}" dt="2021-02-12T08:00:10.485" v="3989" actId="1076"/>
          <ac:picMkLst>
            <pc:docMk/>
            <pc:sldMk cId="1287671573" sldId="357"/>
            <ac:picMk id="96" creationId="{9F0E4F98-5CA6-4DBB-8961-2E02E9C099BC}"/>
          </ac:picMkLst>
        </pc:picChg>
        <pc:picChg chg="mod">
          <ac:chgData name="Georg Pinne" userId="05574ceb-d5e8-42ed-bfd7-165f914e3d1e" providerId="ADAL" clId="{FEF30A8E-DEB8-46F7-920E-E132806F317C}" dt="2021-02-12T08:00:10.485" v="3989" actId="1076"/>
          <ac:picMkLst>
            <pc:docMk/>
            <pc:sldMk cId="1287671573" sldId="357"/>
            <ac:picMk id="97" creationId="{081EB6D7-3480-418D-B95C-79B9D0F31A8E}"/>
          </ac:picMkLst>
        </pc:picChg>
        <pc:picChg chg="mod">
          <ac:chgData name="Georg Pinne" userId="05574ceb-d5e8-42ed-bfd7-165f914e3d1e" providerId="ADAL" clId="{FEF30A8E-DEB8-46F7-920E-E132806F317C}" dt="2021-02-12T08:00:10.485" v="3989" actId="1076"/>
          <ac:picMkLst>
            <pc:docMk/>
            <pc:sldMk cId="1287671573" sldId="357"/>
            <ac:picMk id="98" creationId="{062AFC2A-D701-4393-B77D-2CDB834E287E}"/>
          </ac:picMkLst>
        </pc:picChg>
        <pc:picChg chg="mod">
          <ac:chgData name="Georg Pinne" userId="05574ceb-d5e8-42ed-bfd7-165f914e3d1e" providerId="ADAL" clId="{FEF30A8E-DEB8-46F7-920E-E132806F317C}" dt="2021-02-12T08:00:10.485" v="3989" actId="1076"/>
          <ac:picMkLst>
            <pc:docMk/>
            <pc:sldMk cId="1287671573" sldId="357"/>
            <ac:picMk id="99" creationId="{DD52AAA0-DC97-4966-8AFF-70FB31CAF8C3}"/>
          </ac:picMkLst>
        </pc:picChg>
        <pc:picChg chg="mod">
          <ac:chgData name="Georg Pinne" userId="05574ceb-d5e8-42ed-bfd7-165f914e3d1e" providerId="ADAL" clId="{FEF30A8E-DEB8-46F7-920E-E132806F317C}" dt="2021-02-12T08:00:10.485" v="3989" actId="1076"/>
          <ac:picMkLst>
            <pc:docMk/>
            <pc:sldMk cId="1287671573" sldId="357"/>
            <ac:picMk id="100" creationId="{A97EE40E-6D82-4055-913A-3BD1E153B4F7}"/>
          </ac:picMkLst>
        </pc:picChg>
        <pc:picChg chg="mod">
          <ac:chgData name="Georg Pinne" userId="05574ceb-d5e8-42ed-bfd7-165f914e3d1e" providerId="ADAL" clId="{FEF30A8E-DEB8-46F7-920E-E132806F317C}" dt="2021-02-12T08:00:10.485" v="3989" actId="1076"/>
          <ac:picMkLst>
            <pc:docMk/>
            <pc:sldMk cId="1287671573" sldId="357"/>
            <ac:picMk id="101" creationId="{FD863303-4811-4E41-8036-8564E3CA5ED6}"/>
          </ac:picMkLst>
        </pc:picChg>
        <pc:picChg chg="mod">
          <ac:chgData name="Georg Pinne" userId="05574ceb-d5e8-42ed-bfd7-165f914e3d1e" providerId="ADAL" clId="{FEF30A8E-DEB8-46F7-920E-E132806F317C}" dt="2021-02-12T08:00:10.485" v="3989" actId="1076"/>
          <ac:picMkLst>
            <pc:docMk/>
            <pc:sldMk cId="1287671573" sldId="357"/>
            <ac:picMk id="102" creationId="{765A699B-FF38-4CC4-8133-6548B6FAF1B9}"/>
          </ac:picMkLst>
        </pc:picChg>
        <pc:picChg chg="mod">
          <ac:chgData name="Georg Pinne" userId="05574ceb-d5e8-42ed-bfd7-165f914e3d1e" providerId="ADAL" clId="{FEF30A8E-DEB8-46F7-920E-E132806F317C}" dt="2021-02-12T08:00:10.485" v="3989" actId="1076"/>
          <ac:picMkLst>
            <pc:docMk/>
            <pc:sldMk cId="1287671573" sldId="357"/>
            <ac:picMk id="103" creationId="{04E84706-C0FE-4C5E-B03B-C1F3154C25A8}"/>
          </ac:picMkLst>
        </pc:picChg>
        <pc:picChg chg="mod">
          <ac:chgData name="Georg Pinne" userId="05574ceb-d5e8-42ed-bfd7-165f914e3d1e" providerId="ADAL" clId="{FEF30A8E-DEB8-46F7-920E-E132806F317C}" dt="2021-02-12T08:00:10.485" v="3989" actId="1076"/>
          <ac:picMkLst>
            <pc:docMk/>
            <pc:sldMk cId="1287671573" sldId="357"/>
            <ac:picMk id="104" creationId="{58783956-7036-417F-8303-8EC2615A4071}"/>
          </ac:picMkLst>
        </pc:picChg>
        <pc:picChg chg="mod">
          <ac:chgData name="Georg Pinne" userId="05574ceb-d5e8-42ed-bfd7-165f914e3d1e" providerId="ADAL" clId="{FEF30A8E-DEB8-46F7-920E-E132806F317C}" dt="2021-02-12T08:00:10.485" v="3989" actId="1076"/>
          <ac:picMkLst>
            <pc:docMk/>
            <pc:sldMk cId="1287671573" sldId="357"/>
            <ac:picMk id="105" creationId="{DE90CC83-60A0-4B54-8849-7ABACFD89C29}"/>
          </ac:picMkLst>
        </pc:picChg>
        <pc:picChg chg="mod">
          <ac:chgData name="Georg Pinne" userId="05574ceb-d5e8-42ed-bfd7-165f914e3d1e" providerId="ADAL" clId="{FEF30A8E-DEB8-46F7-920E-E132806F317C}" dt="2021-02-12T08:00:10.485" v="3989" actId="1076"/>
          <ac:picMkLst>
            <pc:docMk/>
            <pc:sldMk cId="1287671573" sldId="357"/>
            <ac:picMk id="106" creationId="{7BD0BC5A-7096-47BC-BCA9-0543339AA7E1}"/>
          </ac:picMkLst>
        </pc:picChg>
        <pc:picChg chg="mod">
          <ac:chgData name="Georg Pinne" userId="05574ceb-d5e8-42ed-bfd7-165f914e3d1e" providerId="ADAL" clId="{FEF30A8E-DEB8-46F7-920E-E132806F317C}" dt="2021-02-12T08:00:10.485" v="3989" actId="1076"/>
          <ac:picMkLst>
            <pc:docMk/>
            <pc:sldMk cId="1287671573" sldId="357"/>
            <ac:picMk id="107" creationId="{A1A67388-3EF5-4CCB-8778-02D542672A70}"/>
          </ac:picMkLst>
        </pc:picChg>
        <pc:picChg chg="mod">
          <ac:chgData name="Georg Pinne" userId="05574ceb-d5e8-42ed-bfd7-165f914e3d1e" providerId="ADAL" clId="{FEF30A8E-DEB8-46F7-920E-E132806F317C}" dt="2021-02-12T08:00:10.485" v="3989" actId="1076"/>
          <ac:picMkLst>
            <pc:docMk/>
            <pc:sldMk cId="1287671573" sldId="357"/>
            <ac:picMk id="108" creationId="{307198CE-70AA-4FCD-ADE6-2C9B50C87206}"/>
          </ac:picMkLst>
        </pc:picChg>
        <pc:picChg chg="mod">
          <ac:chgData name="Georg Pinne" userId="05574ceb-d5e8-42ed-bfd7-165f914e3d1e" providerId="ADAL" clId="{FEF30A8E-DEB8-46F7-920E-E132806F317C}" dt="2021-02-12T08:00:10.485" v="3989" actId="1076"/>
          <ac:picMkLst>
            <pc:docMk/>
            <pc:sldMk cId="1287671573" sldId="357"/>
            <ac:picMk id="109" creationId="{B99BB954-CA9F-4A90-9F08-37759132D2A3}"/>
          </ac:picMkLst>
        </pc:picChg>
        <pc:picChg chg="mod">
          <ac:chgData name="Georg Pinne" userId="05574ceb-d5e8-42ed-bfd7-165f914e3d1e" providerId="ADAL" clId="{FEF30A8E-DEB8-46F7-920E-E132806F317C}" dt="2021-02-12T08:00:10.485" v="3989" actId="1076"/>
          <ac:picMkLst>
            <pc:docMk/>
            <pc:sldMk cId="1287671573" sldId="357"/>
            <ac:picMk id="110" creationId="{BF919AE3-1C43-46FD-92EA-ED74D4F2B08F}"/>
          </ac:picMkLst>
        </pc:picChg>
        <pc:cxnChg chg="mod">
          <ac:chgData name="Georg Pinne" userId="05574ceb-d5e8-42ed-bfd7-165f914e3d1e" providerId="ADAL" clId="{FEF30A8E-DEB8-46F7-920E-E132806F317C}" dt="2021-02-12T08:00:10.485" v="3989" actId="1076"/>
          <ac:cxnSpMkLst>
            <pc:docMk/>
            <pc:sldMk cId="1287671573" sldId="357"/>
            <ac:cxnSpMk id="111" creationId="{78860242-4473-4017-B840-AF450578FA68}"/>
          </ac:cxnSpMkLst>
        </pc:cxnChg>
      </pc:sldChg>
      <pc:sldChg chg="addSp modSp mod">
        <pc:chgData name="Georg Pinne" userId="05574ceb-d5e8-42ed-bfd7-165f914e3d1e" providerId="ADAL" clId="{FEF30A8E-DEB8-46F7-920E-E132806F317C}" dt="2021-02-12T08:17:35.297" v="4387" actId="1076"/>
        <pc:sldMkLst>
          <pc:docMk/>
          <pc:sldMk cId="106259827" sldId="358"/>
        </pc:sldMkLst>
        <pc:spChg chg="mod">
          <ac:chgData name="Georg Pinne" userId="05574ceb-d5e8-42ed-bfd7-165f914e3d1e" providerId="ADAL" clId="{FEF30A8E-DEB8-46F7-920E-E132806F317C}" dt="2021-02-12T08:12:16.849" v="4309" actId="14100"/>
          <ac:spMkLst>
            <pc:docMk/>
            <pc:sldMk cId="106259827" sldId="358"/>
            <ac:spMk id="10" creationId="{88872B64-F114-4FBB-B7E1-92F9923ADABC}"/>
          </ac:spMkLst>
        </pc:spChg>
        <pc:spChg chg="mod">
          <ac:chgData name="Georg Pinne" userId="05574ceb-d5e8-42ed-bfd7-165f914e3d1e" providerId="ADAL" clId="{FEF30A8E-DEB8-46F7-920E-E132806F317C}" dt="2021-02-12T08:17:30.352" v="4386" actId="1076"/>
          <ac:spMkLst>
            <pc:docMk/>
            <pc:sldMk cId="106259827" sldId="358"/>
            <ac:spMk id="11" creationId="{ADA6D05A-3FA5-412C-9B43-74E9B2C27B4F}"/>
          </ac:spMkLst>
        </pc:spChg>
        <pc:spChg chg="add mod">
          <ac:chgData name="Georg Pinne" userId="05574ceb-d5e8-42ed-bfd7-165f914e3d1e" providerId="ADAL" clId="{FEF30A8E-DEB8-46F7-920E-E132806F317C}" dt="2021-02-12T08:12:31.460" v="4312" actId="14100"/>
          <ac:spMkLst>
            <pc:docMk/>
            <pc:sldMk cId="106259827" sldId="358"/>
            <ac:spMk id="24" creationId="{1422C150-41E8-4734-BE46-E77696C7D310}"/>
          </ac:spMkLst>
        </pc:spChg>
        <pc:spChg chg="add mod">
          <ac:chgData name="Georg Pinne" userId="05574ceb-d5e8-42ed-bfd7-165f914e3d1e" providerId="ADAL" clId="{FEF30A8E-DEB8-46F7-920E-E132806F317C}" dt="2021-02-12T08:17:35.297" v="4387" actId="1076"/>
          <ac:spMkLst>
            <pc:docMk/>
            <pc:sldMk cId="106259827" sldId="358"/>
            <ac:spMk id="27" creationId="{999BCAFB-409D-496A-93AB-C4587BC19502}"/>
          </ac:spMkLst>
        </pc:spChg>
        <pc:picChg chg="mod">
          <ac:chgData name="Georg Pinne" userId="05574ceb-d5e8-42ed-bfd7-165f914e3d1e" providerId="ADAL" clId="{FEF30A8E-DEB8-46F7-920E-E132806F317C}" dt="2021-02-12T08:11:49.534" v="4297" actId="1076"/>
          <ac:picMkLst>
            <pc:docMk/>
            <pc:sldMk cId="106259827" sldId="358"/>
            <ac:picMk id="13" creationId="{5E43BBC7-C5AB-4A57-AAFB-F87A0EF5E47B}"/>
          </ac:picMkLst>
        </pc:picChg>
      </pc:sldChg>
      <pc:sldChg chg="addSp modSp mod">
        <pc:chgData name="Georg Pinne" userId="05574ceb-d5e8-42ed-bfd7-165f914e3d1e" providerId="ADAL" clId="{FEF30A8E-DEB8-46F7-920E-E132806F317C}" dt="2021-02-12T08:17:14.686" v="4379" actId="207"/>
        <pc:sldMkLst>
          <pc:docMk/>
          <pc:sldMk cId="3487777279" sldId="360"/>
        </pc:sldMkLst>
        <pc:spChg chg="mod">
          <ac:chgData name="Georg Pinne" userId="05574ceb-d5e8-42ed-bfd7-165f914e3d1e" providerId="ADAL" clId="{FEF30A8E-DEB8-46F7-920E-E132806F317C}" dt="2021-02-12T08:11:17.556" v="4286" actId="14100"/>
          <ac:spMkLst>
            <pc:docMk/>
            <pc:sldMk cId="3487777279" sldId="360"/>
            <ac:spMk id="7" creationId="{E9A84768-C054-4B52-93C5-4BF52059C7F7}"/>
          </ac:spMkLst>
        </pc:spChg>
        <pc:spChg chg="mod">
          <ac:chgData name="Georg Pinne" userId="05574ceb-d5e8-42ed-bfd7-165f914e3d1e" providerId="ADAL" clId="{FEF30A8E-DEB8-46F7-920E-E132806F317C}" dt="2021-02-12T08:17:14.686" v="4379" actId="207"/>
          <ac:spMkLst>
            <pc:docMk/>
            <pc:sldMk cId="3487777279" sldId="360"/>
            <ac:spMk id="8" creationId="{B4BADDEA-FA94-4F79-B490-9BD1BC4FDAFC}"/>
          </ac:spMkLst>
        </pc:spChg>
        <pc:spChg chg="mod">
          <ac:chgData name="Georg Pinne" userId="05574ceb-d5e8-42ed-bfd7-165f914e3d1e" providerId="ADAL" clId="{FEF30A8E-DEB8-46F7-920E-E132806F317C}" dt="2021-02-12T08:17:12.853" v="4378" actId="207"/>
          <ac:spMkLst>
            <pc:docMk/>
            <pc:sldMk cId="3487777279" sldId="360"/>
            <ac:spMk id="10" creationId="{294D0264-AE6A-47B7-8BA5-F298859691EE}"/>
          </ac:spMkLst>
        </pc:spChg>
        <pc:spChg chg="add mod">
          <ac:chgData name="Georg Pinne" userId="05574ceb-d5e8-42ed-bfd7-165f914e3d1e" providerId="ADAL" clId="{FEF30A8E-DEB8-46F7-920E-E132806F317C}" dt="2021-02-12T08:11:28.989" v="4292" actId="404"/>
          <ac:spMkLst>
            <pc:docMk/>
            <pc:sldMk cId="3487777279" sldId="360"/>
            <ac:spMk id="17" creationId="{30CBEE0C-3D86-4F84-AE1F-F7A988C632E1}"/>
          </ac:spMkLst>
        </pc:spChg>
        <pc:spChg chg="mod">
          <ac:chgData name="Georg Pinne" userId="05574ceb-d5e8-42ed-bfd7-165f914e3d1e" providerId="ADAL" clId="{FEF30A8E-DEB8-46F7-920E-E132806F317C}" dt="2021-02-12T08:17:12.853" v="4378" actId="207"/>
          <ac:spMkLst>
            <pc:docMk/>
            <pc:sldMk cId="3487777279" sldId="360"/>
            <ac:spMk id="26" creationId="{B5318E0C-BD7A-465A-A3A7-A565BDC759A0}"/>
          </ac:spMkLst>
        </pc:spChg>
        <pc:grpChg chg="mod">
          <ac:chgData name="Georg Pinne" userId="05574ceb-d5e8-42ed-bfd7-165f914e3d1e" providerId="ADAL" clId="{FEF30A8E-DEB8-46F7-920E-E132806F317C}" dt="2021-02-12T08:17:12.853" v="4378" actId="207"/>
          <ac:grpSpMkLst>
            <pc:docMk/>
            <pc:sldMk cId="3487777279" sldId="360"/>
            <ac:grpSpMk id="4" creationId="{59551E91-2089-4D2C-B415-BD1AD2F2DDF1}"/>
          </ac:grpSpMkLst>
        </pc:grpChg>
      </pc:sldChg>
      <pc:sldChg chg="addSp modSp mod">
        <pc:chgData name="Georg Pinne" userId="05574ceb-d5e8-42ed-bfd7-165f914e3d1e" providerId="ADAL" clId="{FEF30A8E-DEB8-46F7-920E-E132806F317C}" dt="2021-02-12T17:21:20.856" v="4926" actId="1076"/>
        <pc:sldMkLst>
          <pc:docMk/>
          <pc:sldMk cId="265725489" sldId="361"/>
        </pc:sldMkLst>
        <pc:spChg chg="mod">
          <ac:chgData name="Georg Pinne" userId="05574ceb-d5e8-42ed-bfd7-165f914e3d1e" providerId="ADAL" clId="{FEF30A8E-DEB8-46F7-920E-E132806F317C}" dt="2021-02-12T17:21:08.342" v="4923" actId="14100"/>
          <ac:spMkLst>
            <pc:docMk/>
            <pc:sldMk cId="265725489" sldId="361"/>
            <ac:spMk id="12" creationId="{92E0EA03-C928-45D8-AE36-3CC0A4EC5156}"/>
          </ac:spMkLst>
        </pc:spChg>
        <pc:spChg chg="mod">
          <ac:chgData name="Georg Pinne" userId="05574ceb-d5e8-42ed-bfd7-165f914e3d1e" providerId="ADAL" clId="{FEF30A8E-DEB8-46F7-920E-E132806F317C}" dt="2021-02-12T08:18:20.582" v="4404" actId="20577"/>
          <ac:spMkLst>
            <pc:docMk/>
            <pc:sldMk cId="265725489" sldId="361"/>
            <ac:spMk id="17" creationId="{4345D22E-EB15-41F0-8713-F1B90E1F3A77}"/>
          </ac:spMkLst>
        </pc:spChg>
        <pc:spChg chg="mod">
          <ac:chgData name="Georg Pinne" userId="05574ceb-d5e8-42ed-bfd7-165f914e3d1e" providerId="ADAL" clId="{FEF30A8E-DEB8-46F7-920E-E132806F317C}" dt="2021-02-12T17:21:08.342" v="4923" actId="14100"/>
          <ac:spMkLst>
            <pc:docMk/>
            <pc:sldMk cId="265725489" sldId="361"/>
            <ac:spMk id="19" creationId="{6F4F52DB-FB85-4DB1-A659-C6E80F6A1834}"/>
          </ac:spMkLst>
        </pc:spChg>
        <pc:spChg chg="mod">
          <ac:chgData name="Georg Pinne" userId="05574ceb-d5e8-42ed-bfd7-165f914e3d1e" providerId="ADAL" clId="{FEF30A8E-DEB8-46F7-920E-E132806F317C}" dt="2021-02-12T17:21:20.856" v="4926" actId="1076"/>
          <ac:spMkLst>
            <pc:docMk/>
            <pc:sldMk cId="265725489" sldId="361"/>
            <ac:spMk id="21" creationId="{87A81389-45AE-49C0-B7E0-6696F58CFF55}"/>
          </ac:spMkLst>
        </pc:spChg>
        <pc:spChg chg="mod">
          <ac:chgData name="Georg Pinne" userId="05574ceb-d5e8-42ed-bfd7-165f914e3d1e" providerId="ADAL" clId="{FEF30A8E-DEB8-46F7-920E-E132806F317C}" dt="2021-02-12T17:21:20.856" v="4926" actId="1076"/>
          <ac:spMkLst>
            <pc:docMk/>
            <pc:sldMk cId="265725489" sldId="361"/>
            <ac:spMk id="22" creationId="{D0A66647-3248-4D0E-B887-17D2BED6AAE1}"/>
          </ac:spMkLst>
        </pc:spChg>
        <pc:spChg chg="add mod">
          <ac:chgData name="Georg Pinne" userId="05574ceb-d5e8-42ed-bfd7-165f914e3d1e" providerId="ADAL" clId="{FEF30A8E-DEB8-46F7-920E-E132806F317C}" dt="2021-02-12T08:18:26.450" v="4406" actId="1076"/>
          <ac:spMkLst>
            <pc:docMk/>
            <pc:sldMk cId="265725489" sldId="361"/>
            <ac:spMk id="27" creationId="{AF0D47C4-37D5-4857-A096-1A5281273E28}"/>
          </ac:spMkLst>
        </pc:spChg>
      </pc:sldChg>
      <pc:sldChg chg="addSp modSp mod">
        <pc:chgData name="Georg Pinne" userId="05574ceb-d5e8-42ed-bfd7-165f914e3d1e" providerId="ADAL" clId="{FEF30A8E-DEB8-46F7-920E-E132806F317C}" dt="2021-02-12T08:18:02.894" v="4400" actId="207"/>
        <pc:sldMkLst>
          <pc:docMk/>
          <pc:sldMk cId="604645966" sldId="362"/>
        </pc:sldMkLst>
        <pc:spChg chg="mod">
          <ac:chgData name="Georg Pinne" userId="05574ceb-d5e8-42ed-bfd7-165f914e3d1e" providerId="ADAL" clId="{FEF30A8E-DEB8-46F7-920E-E132806F317C}" dt="2021-02-12T08:12:59.358" v="4317" actId="1038"/>
          <ac:spMkLst>
            <pc:docMk/>
            <pc:sldMk cId="604645966" sldId="362"/>
            <ac:spMk id="10" creationId="{2D2EE1D3-B257-452E-9B6A-C32932E05968}"/>
          </ac:spMkLst>
        </pc:spChg>
        <pc:spChg chg="mod">
          <ac:chgData name="Georg Pinne" userId="05574ceb-d5e8-42ed-bfd7-165f914e3d1e" providerId="ADAL" clId="{FEF30A8E-DEB8-46F7-920E-E132806F317C}" dt="2021-02-12T08:12:42.083" v="4313" actId="14100"/>
          <ac:spMkLst>
            <pc:docMk/>
            <pc:sldMk cId="604645966" sldId="362"/>
            <ac:spMk id="11" creationId="{4018B796-C247-4A91-A4E4-8B8D0F2DB34F}"/>
          </ac:spMkLst>
        </pc:spChg>
        <pc:spChg chg="mod">
          <ac:chgData name="Georg Pinne" userId="05574ceb-d5e8-42ed-bfd7-165f914e3d1e" providerId="ADAL" clId="{FEF30A8E-DEB8-46F7-920E-E132806F317C}" dt="2021-02-12T08:17:47.652" v="4394" actId="20577"/>
          <ac:spMkLst>
            <pc:docMk/>
            <pc:sldMk cId="604645966" sldId="362"/>
            <ac:spMk id="12" creationId="{7F5F7F8E-AF40-4DF1-9E39-DFDB4B78974B}"/>
          </ac:spMkLst>
        </pc:spChg>
        <pc:spChg chg="mod">
          <ac:chgData name="Georg Pinne" userId="05574ceb-d5e8-42ed-bfd7-165f914e3d1e" providerId="ADAL" clId="{FEF30A8E-DEB8-46F7-920E-E132806F317C}" dt="2021-02-12T08:18:02.894" v="4400" actId="207"/>
          <ac:spMkLst>
            <pc:docMk/>
            <pc:sldMk cId="604645966" sldId="362"/>
            <ac:spMk id="13" creationId="{214B2CE4-E968-4F60-9F51-04D958EEE1D4}"/>
          </ac:spMkLst>
        </pc:spChg>
        <pc:spChg chg="mod">
          <ac:chgData name="Georg Pinne" userId="05574ceb-d5e8-42ed-bfd7-165f914e3d1e" providerId="ADAL" clId="{FEF30A8E-DEB8-46F7-920E-E132806F317C}" dt="2021-02-12T08:17:58.691" v="4398" actId="20577"/>
          <ac:spMkLst>
            <pc:docMk/>
            <pc:sldMk cId="604645966" sldId="362"/>
            <ac:spMk id="14" creationId="{32496C50-B3BB-4766-8F49-762DE701B0E4}"/>
          </ac:spMkLst>
        </pc:spChg>
        <pc:spChg chg="add mod">
          <ac:chgData name="Georg Pinne" userId="05574ceb-d5e8-42ed-bfd7-165f914e3d1e" providerId="ADAL" clId="{FEF30A8E-DEB8-46F7-920E-E132806F317C}" dt="2021-02-12T08:17:54.095" v="4396" actId="1076"/>
          <ac:spMkLst>
            <pc:docMk/>
            <pc:sldMk cId="604645966" sldId="362"/>
            <ac:spMk id="25" creationId="{B514FB57-FD97-4124-8583-8C14687C2028}"/>
          </ac:spMkLst>
        </pc:spChg>
      </pc:sldChg>
      <pc:sldChg chg="modSp mod">
        <pc:chgData name="Georg Pinne" userId="05574ceb-d5e8-42ed-bfd7-165f914e3d1e" providerId="ADAL" clId="{FEF30A8E-DEB8-46F7-920E-E132806F317C}" dt="2021-02-12T08:23:31.012" v="4546" actId="14100"/>
        <pc:sldMkLst>
          <pc:docMk/>
          <pc:sldMk cId="4063377980" sldId="364"/>
        </pc:sldMkLst>
        <pc:spChg chg="mod">
          <ac:chgData name="Georg Pinne" userId="05574ceb-d5e8-42ed-bfd7-165f914e3d1e" providerId="ADAL" clId="{FEF30A8E-DEB8-46F7-920E-E132806F317C}" dt="2021-02-12T08:22:35.543" v="4528" actId="1038"/>
          <ac:spMkLst>
            <pc:docMk/>
            <pc:sldMk cId="4063377980" sldId="364"/>
            <ac:spMk id="18" creationId="{36495FCE-2D09-4C9B-8E23-F70CDAB12BE4}"/>
          </ac:spMkLst>
        </pc:spChg>
        <pc:spChg chg="mod">
          <ac:chgData name="Georg Pinne" userId="05574ceb-d5e8-42ed-bfd7-165f914e3d1e" providerId="ADAL" clId="{FEF30A8E-DEB8-46F7-920E-E132806F317C}" dt="2021-02-12T08:21:53.089" v="4509" actId="465"/>
          <ac:spMkLst>
            <pc:docMk/>
            <pc:sldMk cId="4063377980" sldId="364"/>
            <ac:spMk id="20" creationId="{2198641A-262C-4463-A44C-B413CBAC4266}"/>
          </ac:spMkLst>
        </pc:spChg>
        <pc:spChg chg="mod">
          <ac:chgData name="Georg Pinne" userId="05574ceb-d5e8-42ed-bfd7-165f914e3d1e" providerId="ADAL" clId="{FEF30A8E-DEB8-46F7-920E-E132806F317C}" dt="2021-02-12T08:21:53.089" v="4509" actId="465"/>
          <ac:spMkLst>
            <pc:docMk/>
            <pc:sldMk cId="4063377980" sldId="364"/>
            <ac:spMk id="21" creationId="{E800A6FC-EFFC-431B-BD9F-A03F5949DC5D}"/>
          </ac:spMkLst>
        </pc:spChg>
        <pc:spChg chg="mod">
          <ac:chgData name="Georg Pinne" userId="05574ceb-d5e8-42ed-bfd7-165f914e3d1e" providerId="ADAL" clId="{FEF30A8E-DEB8-46F7-920E-E132806F317C}" dt="2021-02-12T08:21:53.089" v="4509" actId="465"/>
          <ac:spMkLst>
            <pc:docMk/>
            <pc:sldMk cId="4063377980" sldId="364"/>
            <ac:spMk id="22" creationId="{A52513C8-96CA-49CB-92A3-608A5A96C4F0}"/>
          </ac:spMkLst>
        </pc:spChg>
        <pc:spChg chg="mod">
          <ac:chgData name="Georg Pinne" userId="05574ceb-d5e8-42ed-bfd7-165f914e3d1e" providerId="ADAL" clId="{FEF30A8E-DEB8-46F7-920E-E132806F317C}" dt="2021-02-12T08:21:53.089" v="4509" actId="465"/>
          <ac:spMkLst>
            <pc:docMk/>
            <pc:sldMk cId="4063377980" sldId="364"/>
            <ac:spMk id="23" creationId="{D00140AC-4B30-482F-9849-4B070BA8115A}"/>
          </ac:spMkLst>
        </pc:spChg>
        <pc:spChg chg="mod">
          <ac:chgData name="Georg Pinne" userId="05574ceb-d5e8-42ed-bfd7-165f914e3d1e" providerId="ADAL" clId="{FEF30A8E-DEB8-46F7-920E-E132806F317C}" dt="2021-02-12T08:21:53.089" v="4509" actId="465"/>
          <ac:spMkLst>
            <pc:docMk/>
            <pc:sldMk cId="4063377980" sldId="364"/>
            <ac:spMk id="24" creationId="{225905B0-0BAC-4E64-817A-02A960C8EF42}"/>
          </ac:spMkLst>
        </pc:spChg>
        <pc:spChg chg="mod">
          <ac:chgData name="Georg Pinne" userId="05574ceb-d5e8-42ed-bfd7-165f914e3d1e" providerId="ADAL" clId="{FEF30A8E-DEB8-46F7-920E-E132806F317C}" dt="2021-02-12T08:21:12.586" v="4503" actId="1076"/>
          <ac:spMkLst>
            <pc:docMk/>
            <pc:sldMk cId="4063377980" sldId="364"/>
            <ac:spMk id="25" creationId="{8ACF7EF3-57A2-4285-B496-2003335FF87A}"/>
          </ac:spMkLst>
        </pc:spChg>
        <pc:spChg chg="mod">
          <ac:chgData name="Georg Pinne" userId="05574ceb-d5e8-42ed-bfd7-165f914e3d1e" providerId="ADAL" clId="{FEF30A8E-DEB8-46F7-920E-E132806F317C}" dt="2021-02-12T08:21:32.954" v="4507" actId="1076"/>
          <ac:spMkLst>
            <pc:docMk/>
            <pc:sldMk cId="4063377980" sldId="364"/>
            <ac:spMk id="45" creationId="{0ADDAE7C-005C-4F8A-A6E1-0B98E556F725}"/>
          </ac:spMkLst>
        </pc:spChg>
        <pc:spChg chg="mod">
          <ac:chgData name="Georg Pinne" userId="05574ceb-d5e8-42ed-bfd7-165f914e3d1e" providerId="ADAL" clId="{FEF30A8E-DEB8-46F7-920E-E132806F317C}" dt="2021-02-12T08:20:27.965" v="4460" actId="1038"/>
          <ac:spMkLst>
            <pc:docMk/>
            <pc:sldMk cId="4063377980" sldId="364"/>
            <ac:spMk id="47" creationId="{6F240B45-D9C0-48D2-9BD7-8595B30827A2}"/>
          </ac:spMkLst>
        </pc:spChg>
        <pc:spChg chg="mod">
          <ac:chgData name="Georg Pinne" userId="05574ceb-d5e8-42ed-bfd7-165f914e3d1e" providerId="ADAL" clId="{FEF30A8E-DEB8-46F7-920E-E132806F317C}" dt="2021-02-12T08:22:01.299" v="4510" actId="1076"/>
          <ac:spMkLst>
            <pc:docMk/>
            <pc:sldMk cId="4063377980" sldId="364"/>
            <ac:spMk id="55" creationId="{94C463A0-9F14-4C38-8915-A2809C4D29AD}"/>
          </ac:spMkLst>
        </pc:spChg>
        <pc:spChg chg="mod">
          <ac:chgData name="Georg Pinne" userId="05574ceb-d5e8-42ed-bfd7-165f914e3d1e" providerId="ADAL" clId="{FEF30A8E-DEB8-46F7-920E-E132806F317C}" dt="2021-02-12T08:22:11.606" v="4512" actId="465"/>
          <ac:spMkLst>
            <pc:docMk/>
            <pc:sldMk cId="4063377980" sldId="364"/>
            <ac:spMk id="61" creationId="{1FEDE9F9-EAC0-4DC1-9FBF-860221500BD0}"/>
          </ac:spMkLst>
        </pc:spChg>
        <pc:spChg chg="mod">
          <ac:chgData name="Georg Pinne" userId="05574ceb-d5e8-42ed-bfd7-165f914e3d1e" providerId="ADAL" clId="{FEF30A8E-DEB8-46F7-920E-E132806F317C}" dt="2021-02-12T08:22:11.606" v="4512" actId="465"/>
          <ac:spMkLst>
            <pc:docMk/>
            <pc:sldMk cId="4063377980" sldId="364"/>
            <ac:spMk id="62" creationId="{486A9542-895C-4CAC-80A4-890025E20DF9}"/>
          </ac:spMkLst>
        </pc:spChg>
        <pc:spChg chg="mod">
          <ac:chgData name="Georg Pinne" userId="05574ceb-d5e8-42ed-bfd7-165f914e3d1e" providerId="ADAL" clId="{FEF30A8E-DEB8-46F7-920E-E132806F317C}" dt="2021-02-12T08:22:11.606" v="4512" actId="465"/>
          <ac:spMkLst>
            <pc:docMk/>
            <pc:sldMk cId="4063377980" sldId="364"/>
            <ac:spMk id="63" creationId="{CD793177-6195-4C04-98C9-5EE85FD3F422}"/>
          </ac:spMkLst>
        </pc:spChg>
        <pc:spChg chg="mod">
          <ac:chgData name="Georg Pinne" userId="05574ceb-d5e8-42ed-bfd7-165f914e3d1e" providerId="ADAL" clId="{FEF30A8E-DEB8-46F7-920E-E132806F317C}" dt="2021-02-12T08:22:11.606" v="4512" actId="465"/>
          <ac:spMkLst>
            <pc:docMk/>
            <pc:sldMk cId="4063377980" sldId="364"/>
            <ac:spMk id="64" creationId="{CD0DBE9A-3BB6-4EEF-9A9A-1C2EF3FA6E3E}"/>
          </ac:spMkLst>
        </pc:spChg>
        <pc:spChg chg="mod">
          <ac:chgData name="Georg Pinne" userId="05574ceb-d5e8-42ed-bfd7-165f914e3d1e" providerId="ADAL" clId="{FEF30A8E-DEB8-46F7-920E-E132806F317C}" dt="2021-02-12T08:22:11.606" v="4512" actId="465"/>
          <ac:spMkLst>
            <pc:docMk/>
            <pc:sldMk cId="4063377980" sldId="364"/>
            <ac:spMk id="65" creationId="{82D1505E-2FE8-43B6-BDB4-CFA93B231A13}"/>
          </ac:spMkLst>
        </pc:spChg>
        <pc:spChg chg="mod">
          <ac:chgData name="Georg Pinne" userId="05574ceb-d5e8-42ed-bfd7-165f914e3d1e" providerId="ADAL" clId="{FEF30A8E-DEB8-46F7-920E-E132806F317C}" dt="2021-02-12T08:22:31.007" v="4519" actId="1036"/>
          <ac:spMkLst>
            <pc:docMk/>
            <pc:sldMk cId="4063377980" sldId="364"/>
            <ac:spMk id="66" creationId="{F9B28882-771B-48E9-891A-DE4234676C45}"/>
          </ac:spMkLst>
        </pc:spChg>
        <pc:spChg chg="mod">
          <ac:chgData name="Georg Pinne" userId="05574ceb-d5e8-42ed-bfd7-165f914e3d1e" providerId="ADAL" clId="{FEF30A8E-DEB8-46F7-920E-E132806F317C}" dt="2021-02-12T08:20:27.965" v="4460" actId="1038"/>
          <ac:spMkLst>
            <pc:docMk/>
            <pc:sldMk cId="4063377980" sldId="364"/>
            <ac:spMk id="67" creationId="{E3F280D0-2C26-4003-A6DB-8E25F2AD5A45}"/>
          </ac:spMkLst>
        </pc:spChg>
        <pc:spChg chg="mod">
          <ac:chgData name="Georg Pinne" userId="05574ceb-d5e8-42ed-bfd7-165f914e3d1e" providerId="ADAL" clId="{FEF30A8E-DEB8-46F7-920E-E132806F317C}" dt="2021-02-12T08:21:08.608" v="4502" actId="465"/>
          <ac:spMkLst>
            <pc:docMk/>
            <pc:sldMk cId="4063377980" sldId="364"/>
            <ac:spMk id="70" creationId="{DC12FB88-4C44-4F40-9F4E-515952387BDC}"/>
          </ac:spMkLst>
        </pc:spChg>
        <pc:spChg chg="mod">
          <ac:chgData name="Georg Pinne" userId="05574ceb-d5e8-42ed-bfd7-165f914e3d1e" providerId="ADAL" clId="{FEF30A8E-DEB8-46F7-920E-E132806F317C}" dt="2021-02-12T08:21:08.608" v="4502" actId="465"/>
          <ac:spMkLst>
            <pc:docMk/>
            <pc:sldMk cId="4063377980" sldId="364"/>
            <ac:spMk id="71" creationId="{7DCF0849-2E04-499D-8CE7-4DD6BD1AC256}"/>
          </ac:spMkLst>
        </pc:spChg>
        <pc:spChg chg="mod">
          <ac:chgData name="Georg Pinne" userId="05574ceb-d5e8-42ed-bfd7-165f914e3d1e" providerId="ADAL" clId="{FEF30A8E-DEB8-46F7-920E-E132806F317C}" dt="2021-02-12T08:21:08.608" v="4502" actId="465"/>
          <ac:spMkLst>
            <pc:docMk/>
            <pc:sldMk cId="4063377980" sldId="364"/>
            <ac:spMk id="72" creationId="{8AF37286-1554-4F0C-A977-062A533CA273}"/>
          </ac:spMkLst>
        </pc:spChg>
        <pc:spChg chg="mod">
          <ac:chgData name="Georg Pinne" userId="05574ceb-d5e8-42ed-bfd7-165f914e3d1e" providerId="ADAL" clId="{FEF30A8E-DEB8-46F7-920E-E132806F317C}" dt="2021-02-12T08:21:08.608" v="4502" actId="465"/>
          <ac:spMkLst>
            <pc:docMk/>
            <pc:sldMk cId="4063377980" sldId="364"/>
            <ac:spMk id="73" creationId="{87CFFC20-435F-471C-9285-A509E4AEF9CF}"/>
          </ac:spMkLst>
        </pc:spChg>
        <pc:spChg chg="mod">
          <ac:chgData name="Georg Pinne" userId="05574ceb-d5e8-42ed-bfd7-165f914e3d1e" providerId="ADAL" clId="{FEF30A8E-DEB8-46F7-920E-E132806F317C}" dt="2021-02-12T08:21:08.608" v="4502" actId="465"/>
          <ac:spMkLst>
            <pc:docMk/>
            <pc:sldMk cId="4063377980" sldId="364"/>
            <ac:spMk id="74" creationId="{85D58293-0AED-4A73-A0E3-0202E81D2A81}"/>
          </ac:spMkLst>
        </pc:spChg>
        <pc:spChg chg="mod">
          <ac:chgData name="Georg Pinne" userId="05574ceb-d5e8-42ed-bfd7-165f914e3d1e" providerId="ADAL" clId="{FEF30A8E-DEB8-46F7-920E-E132806F317C}" dt="2021-02-12T08:21:01.868" v="4501" actId="1076"/>
          <ac:spMkLst>
            <pc:docMk/>
            <pc:sldMk cId="4063377980" sldId="364"/>
            <ac:spMk id="75" creationId="{EB6BBDD6-31B1-4B07-A99E-921DAF14F32B}"/>
          </ac:spMkLst>
        </pc:spChg>
        <pc:spChg chg="mod">
          <ac:chgData name="Georg Pinne" userId="05574ceb-d5e8-42ed-bfd7-165f914e3d1e" providerId="ADAL" clId="{FEF30A8E-DEB8-46F7-920E-E132806F317C}" dt="2021-02-12T08:23:31.012" v="4546" actId="14100"/>
          <ac:spMkLst>
            <pc:docMk/>
            <pc:sldMk cId="4063377980" sldId="364"/>
            <ac:spMk id="78" creationId="{3436098A-71BF-4F96-AE52-2CA14BC97149}"/>
          </ac:spMkLst>
        </pc:spChg>
      </pc:sldChg>
      <pc:sldChg chg="addSp modSp mod">
        <pc:chgData name="Georg Pinne" userId="05574ceb-d5e8-42ed-bfd7-165f914e3d1e" providerId="ADAL" clId="{FEF30A8E-DEB8-46F7-920E-E132806F317C}" dt="2021-02-12T08:19:15.132" v="4411" actId="14100"/>
        <pc:sldMkLst>
          <pc:docMk/>
          <pc:sldMk cId="2398288043" sldId="365"/>
        </pc:sldMkLst>
        <pc:spChg chg="add mod">
          <ac:chgData name="Georg Pinne" userId="05574ceb-d5e8-42ed-bfd7-165f914e3d1e" providerId="ADAL" clId="{FEF30A8E-DEB8-46F7-920E-E132806F317C}" dt="2021-02-12T08:19:15.132" v="4411" actId="14100"/>
          <ac:spMkLst>
            <pc:docMk/>
            <pc:sldMk cId="2398288043" sldId="365"/>
            <ac:spMk id="55" creationId="{88C4DB5F-DEDC-4D29-8E20-33AA42F13381}"/>
          </ac:spMkLst>
        </pc:spChg>
        <pc:spChg chg="mod">
          <ac:chgData name="Georg Pinne" userId="05574ceb-d5e8-42ed-bfd7-165f914e3d1e" providerId="ADAL" clId="{FEF30A8E-DEB8-46F7-920E-E132806F317C}" dt="2021-02-12T08:19:07.128" v="4409" actId="207"/>
          <ac:spMkLst>
            <pc:docMk/>
            <pc:sldMk cId="2398288043" sldId="365"/>
            <ac:spMk id="58" creationId="{8BBD5B0A-6D57-47B0-81D0-08BC7EB77756}"/>
          </ac:spMkLst>
        </pc:spChg>
        <pc:spChg chg="mod">
          <ac:chgData name="Georg Pinne" userId="05574ceb-d5e8-42ed-bfd7-165f914e3d1e" providerId="ADAL" clId="{FEF30A8E-DEB8-46F7-920E-E132806F317C}" dt="2021-02-12T08:18:50.146" v="4407" actId="207"/>
          <ac:spMkLst>
            <pc:docMk/>
            <pc:sldMk cId="2398288043" sldId="365"/>
            <ac:spMk id="59" creationId="{33E514D2-61AA-4D7F-B6D9-C89E4FABC9CA}"/>
          </ac:spMkLst>
        </pc:spChg>
        <pc:spChg chg="mod">
          <ac:chgData name="Georg Pinne" userId="05574ceb-d5e8-42ed-bfd7-165f914e3d1e" providerId="ADAL" clId="{FEF30A8E-DEB8-46F7-920E-E132806F317C}" dt="2021-02-12T08:18:50.146" v="4407" actId="207"/>
          <ac:spMkLst>
            <pc:docMk/>
            <pc:sldMk cId="2398288043" sldId="365"/>
            <ac:spMk id="62" creationId="{2534DD25-4EAF-4975-92B3-A19D65ADAE48}"/>
          </ac:spMkLst>
        </pc:spChg>
        <pc:spChg chg="mod">
          <ac:chgData name="Georg Pinne" userId="05574ceb-d5e8-42ed-bfd7-165f914e3d1e" providerId="ADAL" clId="{FEF30A8E-DEB8-46F7-920E-E132806F317C}" dt="2021-02-12T08:18:50.146" v="4407" actId="207"/>
          <ac:spMkLst>
            <pc:docMk/>
            <pc:sldMk cId="2398288043" sldId="365"/>
            <ac:spMk id="63" creationId="{FE32B5F8-CFA4-4AFD-B8FF-55D7EF65CB92}"/>
          </ac:spMkLst>
        </pc:spChg>
        <pc:spChg chg="mod">
          <ac:chgData name="Georg Pinne" userId="05574ceb-d5e8-42ed-bfd7-165f914e3d1e" providerId="ADAL" clId="{FEF30A8E-DEB8-46F7-920E-E132806F317C}" dt="2021-02-12T08:18:50.146" v="4407" actId="207"/>
          <ac:spMkLst>
            <pc:docMk/>
            <pc:sldMk cId="2398288043" sldId="365"/>
            <ac:spMk id="64" creationId="{A4F264BC-8598-4DB6-9CF8-1840D3ECDAA0}"/>
          </ac:spMkLst>
        </pc:spChg>
        <pc:spChg chg="mod">
          <ac:chgData name="Georg Pinne" userId="05574ceb-d5e8-42ed-bfd7-165f914e3d1e" providerId="ADAL" clId="{FEF30A8E-DEB8-46F7-920E-E132806F317C}" dt="2021-02-12T08:18:50.146" v="4407" actId="207"/>
          <ac:spMkLst>
            <pc:docMk/>
            <pc:sldMk cId="2398288043" sldId="365"/>
            <ac:spMk id="65" creationId="{2786B2E5-B7EF-427C-87B2-9F41EFCB6BAC}"/>
          </ac:spMkLst>
        </pc:spChg>
        <pc:spChg chg="mod">
          <ac:chgData name="Georg Pinne" userId="05574ceb-d5e8-42ed-bfd7-165f914e3d1e" providerId="ADAL" clId="{FEF30A8E-DEB8-46F7-920E-E132806F317C}" dt="2021-02-12T08:18:50.146" v="4407" actId="207"/>
          <ac:spMkLst>
            <pc:docMk/>
            <pc:sldMk cId="2398288043" sldId="365"/>
            <ac:spMk id="66" creationId="{7710EBAF-58C1-48D3-9FDF-6B3FAF144291}"/>
          </ac:spMkLst>
        </pc:spChg>
        <pc:spChg chg="mod">
          <ac:chgData name="Georg Pinne" userId="05574ceb-d5e8-42ed-bfd7-165f914e3d1e" providerId="ADAL" clId="{FEF30A8E-DEB8-46F7-920E-E132806F317C}" dt="2021-02-12T08:18:50.146" v="4407" actId="207"/>
          <ac:spMkLst>
            <pc:docMk/>
            <pc:sldMk cId="2398288043" sldId="365"/>
            <ac:spMk id="67" creationId="{6CE25DC8-3BDE-4BCA-8656-0644EE5B8320}"/>
          </ac:spMkLst>
        </pc:spChg>
        <pc:spChg chg="mod">
          <ac:chgData name="Georg Pinne" userId="05574ceb-d5e8-42ed-bfd7-165f914e3d1e" providerId="ADAL" clId="{FEF30A8E-DEB8-46F7-920E-E132806F317C}" dt="2021-02-12T08:18:50.146" v="4407" actId="207"/>
          <ac:spMkLst>
            <pc:docMk/>
            <pc:sldMk cId="2398288043" sldId="365"/>
            <ac:spMk id="68" creationId="{AC6405B4-FB25-4BE4-AC58-7B88A554B372}"/>
          </ac:spMkLst>
        </pc:spChg>
        <pc:spChg chg="mod">
          <ac:chgData name="Georg Pinne" userId="05574ceb-d5e8-42ed-bfd7-165f914e3d1e" providerId="ADAL" clId="{FEF30A8E-DEB8-46F7-920E-E132806F317C}" dt="2021-02-12T08:18:50.146" v="4407" actId="207"/>
          <ac:spMkLst>
            <pc:docMk/>
            <pc:sldMk cId="2398288043" sldId="365"/>
            <ac:spMk id="69" creationId="{4319B990-F025-4A9F-ACB4-EEF68968995F}"/>
          </ac:spMkLst>
        </pc:spChg>
        <pc:spChg chg="mod">
          <ac:chgData name="Georg Pinne" userId="05574ceb-d5e8-42ed-bfd7-165f914e3d1e" providerId="ADAL" clId="{FEF30A8E-DEB8-46F7-920E-E132806F317C}" dt="2021-02-12T08:18:50.146" v="4407" actId="207"/>
          <ac:spMkLst>
            <pc:docMk/>
            <pc:sldMk cId="2398288043" sldId="365"/>
            <ac:spMk id="70" creationId="{CA7F30E2-42F7-4488-8155-52429F660B54}"/>
          </ac:spMkLst>
        </pc:spChg>
        <pc:spChg chg="mod">
          <ac:chgData name="Georg Pinne" userId="05574ceb-d5e8-42ed-bfd7-165f914e3d1e" providerId="ADAL" clId="{FEF30A8E-DEB8-46F7-920E-E132806F317C}" dt="2021-02-12T08:18:50.146" v="4407" actId="207"/>
          <ac:spMkLst>
            <pc:docMk/>
            <pc:sldMk cId="2398288043" sldId="365"/>
            <ac:spMk id="72" creationId="{CB3274A9-EE3F-4D6E-A654-891F0E1FF737}"/>
          </ac:spMkLst>
        </pc:spChg>
        <pc:spChg chg="mod">
          <ac:chgData name="Georg Pinne" userId="05574ceb-d5e8-42ed-bfd7-165f914e3d1e" providerId="ADAL" clId="{FEF30A8E-DEB8-46F7-920E-E132806F317C}" dt="2021-02-12T08:19:07.128" v="4409" actId="207"/>
          <ac:spMkLst>
            <pc:docMk/>
            <pc:sldMk cId="2398288043" sldId="365"/>
            <ac:spMk id="75" creationId="{02EB6C3F-2971-4869-A0DF-DE5298B6184E}"/>
          </ac:spMkLst>
        </pc:spChg>
        <pc:spChg chg="mod">
          <ac:chgData name="Georg Pinne" userId="05574ceb-d5e8-42ed-bfd7-165f914e3d1e" providerId="ADAL" clId="{FEF30A8E-DEB8-46F7-920E-E132806F317C}" dt="2021-02-12T08:19:07.128" v="4409" actId="207"/>
          <ac:spMkLst>
            <pc:docMk/>
            <pc:sldMk cId="2398288043" sldId="365"/>
            <ac:spMk id="77" creationId="{0BFE9421-57A7-428A-9798-19567D2352D4}"/>
          </ac:spMkLst>
        </pc:spChg>
        <pc:spChg chg="mod">
          <ac:chgData name="Georg Pinne" userId="05574ceb-d5e8-42ed-bfd7-165f914e3d1e" providerId="ADAL" clId="{FEF30A8E-DEB8-46F7-920E-E132806F317C}" dt="2021-02-12T08:18:50.146" v="4407" actId="207"/>
          <ac:spMkLst>
            <pc:docMk/>
            <pc:sldMk cId="2398288043" sldId="365"/>
            <ac:spMk id="78" creationId="{F56D9CFF-C1E3-46F0-AFC3-5454A93A24EA}"/>
          </ac:spMkLst>
        </pc:spChg>
        <pc:spChg chg="mod">
          <ac:chgData name="Georg Pinne" userId="05574ceb-d5e8-42ed-bfd7-165f914e3d1e" providerId="ADAL" clId="{FEF30A8E-DEB8-46F7-920E-E132806F317C}" dt="2021-02-12T08:18:50.146" v="4407" actId="207"/>
          <ac:spMkLst>
            <pc:docMk/>
            <pc:sldMk cId="2398288043" sldId="365"/>
            <ac:spMk id="79" creationId="{11CFE5A0-4A8C-446E-A33B-EF682D75E621}"/>
          </ac:spMkLst>
        </pc:spChg>
        <pc:spChg chg="mod">
          <ac:chgData name="Georg Pinne" userId="05574ceb-d5e8-42ed-bfd7-165f914e3d1e" providerId="ADAL" clId="{FEF30A8E-DEB8-46F7-920E-E132806F317C}" dt="2021-02-12T08:18:50.146" v="4407" actId="207"/>
          <ac:spMkLst>
            <pc:docMk/>
            <pc:sldMk cId="2398288043" sldId="365"/>
            <ac:spMk id="80" creationId="{63DBD23F-D91F-494A-B58D-3E275C21543A}"/>
          </ac:spMkLst>
        </pc:spChg>
        <pc:spChg chg="mod">
          <ac:chgData name="Georg Pinne" userId="05574ceb-d5e8-42ed-bfd7-165f914e3d1e" providerId="ADAL" clId="{FEF30A8E-DEB8-46F7-920E-E132806F317C}" dt="2021-02-12T08:18:50.146" v="4407" actId="207"/>
          <ac:spMkLst>
            <pc:docMk/>
            <pc:sldMk cId="2398288043" sldId="365"/>
            <ac:spMk id="82" creationId="{00BB49C2-8C21-4039-89B6-4D857BBF22B2}"/>
          </ac:spMkLst>
        </pc:spChg>
        <pc:spChg chg="mod">
          <ac:chgData name="Georg Pinne" userId="05574ceb-d5e8-42ed-bfd7-165f914e3d1e" providerId="ADAL" clId="{FEF30A8E-DEB8-46F7-920E-E132806F317C}" dt="2021-02-12T08:19:07.128" v="4409" actId="207"/>
          <ac:spMkLst>
            <pc:docMk/>
            <pc:sldMk cId="2398288043" sldId="365"/>
            <ac:spMk id="104" creationId="{AC7B68E7-8130-4094-9939-9874B2470C80}"/>
          </ac:spMkLst>
        </pc:spChg>
      </pc:sldChg>
      <pc:sldChg chg="modSp add del mod">
        <pc:chgData name="Georg Pinne" userId="05574ceb-d5e8-42ed-bfd7-165f914e3d1e" providerId="ADAL" clId="{FEF30A8E-DEB8-46F7-920E-E132806F317C}" dt="2021-02-12T06:18:11.249" v="1324" actId="47"/>
        <pc:sldMkLst>
          <pc:docMk/>
          <pc:sldMk cId="270206053" sldId="366"/>
        </pc:sldMkLst>
        <pc:spChg chg="mod">
          <ac:chgData name="Georg Pinne" userId="05574ceb-d5e8-42ed-bfd7-165f914e3d1e" providerId="ADAL" clId="{FEF30A8E-DEB8-46F7-920E-E132806F317C}" dt="2021-02-12T06:12:27.699" v="1146" actId="1076"/>
          <ac:spMkLst>
            <pc:docMk/>
            <pc:sldMk cId="270206053" sldId="366"/>
            <ac:spMk id="289" creationId="{0DEBDC79-A7EE-4B84-B78B-D622A2F6E77D}"/>
          </ac:spMkLst>
        </pc:spChg>
      </pc:sldChg>
      <pc:sldChg chg="addSp delSp modSp add mod">
        <pc:chgData name="Georg Pinne" userId="05574ceb-d5e8-42ed-bfd7-165f914e3d1e" providerId="ADAL" clId="{FEF30A8E-DEB8-46F7-920E-E132806F317C}" dt="2021-02-12T08:08:54.480" v="4233" actId="14100"/>
        <pc:sldMkLst>
          <pc:docMk/>
          <pc:sldMk cId="1719394569" sldId="366"/>
        </pc:sldMkLst>
        <pc:spChg chg="mod">
          <ac:chgData name="Georg Pinne" userId="05574ceb-d5e8-42ed-bfd7-165f914e3d1e" providerId="ADAL" clId="{FEF30A8E-DEB8-46F7-920E-E132806F317C}" dt="2021-02-12T07:04:06.308" v="2771"/>
          <ac:spMkLst>
            <pc:docMk/>
            <pc:sldMk cId="1719394569" sldId="366"/>
            <ac:spMk id="2" creationId="{C1E6EBE8-3874-48DF-964A-B23A7CC7B215}"/>
          </ac:spMkLst>
        </pc:spChg>
        <pc:spChg chg="mod">
          <ac:chgData name="Georg Pinne" userId="05574ceb-d5e8-42ed-bfd7-165f914e3d1e" providerId="ADAL" clId="{FEF30A8E-DEB8-46F7-920E-E132806F317C}" dt="2021-02-12T07:05:46.814" v="2806" actId="14100"/>
          <ac:spMkLst>
            <pc:docMk/>
            <pc:sldMk cId="1719394569" sldId="366"/>
            <ac:spMk id="3" creationId="{8D9789FF-64F0-4E74-8240-90BA7552928E}"/>
          </ac:spMkLst>
        </pc:spChg>
        <pc:spChg chg="mod">
          <ac:chgData name="Georg Pinne" userId="05574ceb-d5e8-42ed-bfd7-165f914e3d1e" providerId="ADAL" clId="{FEF30A8E-DEB8-46F7-920E-E132806F317C}" dt="2021-02-12T07:05:32.125" v="2802" actId="1037"/>
          <ac:spMkLst>
            <pc:docMk/>
            <pc:sldMk cId="1719394569" sldId="366"/>
            <ac:spMk id="4" creationId="{729481F2-6864-4627-B1CA-7663EFBA050B}"/>
          </ac:spMkLst>
        </pc:spChg>
        <pc:spChg chg="mod">
          <ac:chgData name="Georg Pinne" userId="05574ceb-d5e8-42ed-bfd7-165f914e3d1e" providerId="ADAL" clId="{FEF30A8E-DEB8-46F7-920E-E132806F317C}" dt="2021-02-12T08:08:54.480" v="4233" actId="14100"/>
          <ac:spMkLst>
            <pc:docMk/>
            <pc:sldMk cId="1719394569" sldId="366"/>
            <ac:spMk id="5" creationId="{FAF63DFA-F348-47C1-AFCC-3D90FAC214A6}"/>
          </ac:spMkLst>
        </pc:spChg>
        <pc:spChg chg="mod">
          <ac:chgData name="Georg Pinne" userId="05574ceb-d5e8-42ed-bfd7-165f914e3d1e" providerId="ADAL" clId="{FEF30A8E-DEB8-46F7-920E-E132806F317C}" dt="2021-02-12T07:05:32.125" v="2802" actId="1037"/>
          <ac:spMkLst>
            <pc:docMk/>
            <pc:sldMk cId="1719394569" sldId="366"/>
            <ac:spMk id="6" creationId="{B66F4B24-2EED-475B-9519-C2C5C9837F24}"/>
          </ac:spMkLst>
        </pc:spChg>
        <pc:spChg chg="mod">
          <ac:chgData name="Georg Pinne" userId="05574ceb-d5e8-42ed-bfd7-165f914e3d1e" providerId="ADAL" clId="{FEF30A8E-DEB8-46F7-920E-E132806F317C}" dt="2021-02-12T07:05:32.125" v="2802" actId="1037"/>
          <ac:spMkLst>
            <pc:docMk/>
            <pc:sldMk cId="1719394569" sldId="366"/>
            <ac:spMk id="8" creationId="{8935360C-74B5-4AA4-9C03-ADCF982D668E}"/>
          </ac:spMkLst>
        </pc:spChg>
        <pc:spChg chg="mod">
          <ac:chgData name="Georg Pinne" userId="05574ceb-d5e8-42ed-bfd7-165f914e3d1e" providerId="ADAL" clId="{FEF30A8E-DEB8-46F7-920E-E132806F317C}" dt="2021-02-12T07:05:32.125" v="2802" actId="1037"/>
          <ac:spMkLst>
            <pc:docMk/>
            <pc:sldMk cId="1719394569" sldId="366"/>
            <ac:spMk id="10" creationId="{F329F055-97EC-472D-85D3-38649926F1E4}"/>
          </ac:spMkLst>
        </pc:spChg>
        <pc:spChg chg="mod">
          <ac:chgData name="Georg Pinne" userId="05574ceb-d5e8-42ed-bfd7-165f914e3d1e" providerId="ADAL" clId="{FEF30A8E-DEB8-46F7-920E-E132806F317C}" dt="2021-02-12T07:06:50.356" v="2821" actId="14100"/>
          <ac:spMkLst>
            <pc:docMk/>
            <pc:sldMk cId="1719394569" sldId="366"/>
            <ac:spMk id="12" creationId="{1701A476-DE6F-44A6-9000-ED2FA76B35A4}"/>
          </ac:spMkLst>
        </pc:spChg>
        <pc:spChg chg="del mod">
          <ac:chgData name="Georg Pinne" userId="05574ceb-d5e8-42ed-bfd7-165f914e3d1e" providerId="ADAL" clId="{FEF30A8E-DEB8-46F7-920E-E132806F317C}" dt="2021-02-12T07:07:17.347" v="2827" actId="478"/>
          <ac:spMkLst>
            <pc:docMk/>
            <pc:sldMk cId="1719394569" sldId="366"/>
            <ac:spMk id="14" creationId="{B7E1A876-270A-48DC-B482-5623C938A46F}"/>
          </ac:spMkLst>
        </pc:spChg>
        <pc:spChg chg="mod">
          <ac:chgData name="Georg Pinne" userId="05574ceb-d5e8-42ed-bfd7-165f914e3d1e" providerId="ADAL" clId="{FEF30A8E-DEB8-46F7-920E-E132806F317C}" dt="2021-02-12T07:08:23.067" v="2835" actId="208"/>
          <ac:spMkLst>
            <pc:docMk/>
            <pc:sldMk cId="1719394569" sldId="366"/>
            <ac:spMk id="16" creationId="{A4E3864B-D6FB-4AB6-8B56-8D4E2C0D8605}"/>
          </ac:spMkLst>
        </pc:spChg>
        <pc:spChg chg="del">
          <ac:chgData name="Georg Pinne" userId="05574ceb-d5e8-42ed-bfd7-165f914e3d1e" providerId="ADAL" clId="{FEF30A8E-DEB8-46F7-920E-E132806F317C}" dt="2021-02-12T06:29:30.694" v="1345" actId="478"/>
          <ac:spMkLst>
            <pc:docMk/>
            <pc:sldMk cId="1719394569" sldId="366"/>
            <ac:spMk id="18" creationId="{72D8D97D-EECC-4427-A7D7-C159E5DDFD4A}"/>
          </ac:spMkLst>
        </pc:spChg>
        <pc:spChg chg="del">
          <ac:chgData name="Georg Pinne" userId="05574ceb-d5e8-42ed-bfd7-165f914e3d1e" providerId="ADAL" clId="{FEF30A8E-DEB8-46F7-920E-E132806F317C}" dt="2021-02-12T06:29:34.982" v="1352" actId="478"/>
          <ac:spMkLst>
            <pc:docMk/>
            <pc:sldMk cId="1719394569" sldId="366"/>
            <ac:spMk id="19" creationId="{ACA22C9D-70E0-433A-B75F-575C29CA08E3}"/>
          </ac:spMkLst>
        </pc:spChg>
        <pc:spChg chg="del">
          <ac:chgData name="Georg Pinne" userId="05574ceb-d5e8-42ed-bfd7-165f914e3d1e" providerId="ADAL" clId="{FEF30A8E-DEB8-46F7-920E-E132806F317C}" dt="2021-02-12T06:29:33.245" v="1351" actId="478"/>
          <ac:spMkLst>
            <pc:docMk/>
            <pc:sldMk cId="1719394569" sldId="366"/>
            <ac:spMk id="20" creationId="{03DDFA0F-0E18-422C-9EC5-ECDC02FCB193}"/>
          </ac:spMkLst>
        </pc:spChg>
        <pc:spChg chg="del">
          <ac:chgData name="Georg Pinne" userId="05574ceb-d5e8-42ed-bfd7-165f914e3d1e" providerId="ADAL" clId="{FEF30A8E-DEB8-46F7-920E-E132806F317C}" dt="2021-02-12T06:29:35.799" v="1353" actId="478"/>
          <ac:spMkLst>
            <pc:docMk/>
            <pc:sldMk cId="1719394569" sldId="366"/>
            <ac:spMk id="32" creationId="{C0558146-9683-4409-8667-90C75DF02766}"/>
          </ac:spMkLst>
        </pc:spChg>
        <pc:spChg chg="add del mod">
          <ac:chgData name="Georg Pinne" userId="05574ceb-d5e8-42ed-bfd7-165f914e3d1e" providerId="ADAL" clId="{FEF30A8E-DEB8-46F7-920E-E132806F317C}" dt="2021-02-12T07:03:15.719" v="2763" actId="123"/>
          <ac:spMkLst>
            <pc:docMk/>
            <pc:sldMk cId="1719394569" sldId="366"/>
            <ac:spMk id="35" creationId="{4E569F16-B784-4D79-98A4-DA8C422BF271}"/>
          </ac:spMkLst>
        </pc:spChg>
        <pc:spChg chg="del">
          <ac:chgData name="Georg Pinne" userId="05574ceb-d5e8-42ed-bfd7-165f914e3d1e" providerId="ADAL" clId="{FEF30A8E-DEB8-46F7-920E-E132806F317C}" dt="2021-02-12T06:29:31.349" v="1346" actId="478"/>
          <ac:spMkLst>
            <pc:docMk/>
            <pc:sldMk cId="1719394569" sldId="366"/>
            <ac:spMk id="36" creationId="{B31317B8-53FD-4E64-9073-3C7FB2C25779}"/>
          </ac:spMkLst>
        </pc:spChg>
        <pc:spChg chg="del">
          <ac:chgData name="Georg Pinne" userId="05574ceb-d5e8-42ed-bfd7-165f914e3d1e" providerId="ADAL" clId="{FEF30A8E-DEB8-46F7-920E-E132806F317C}" dt="2021-02-12T06:29:31.836" v="1347" actId="478"/>
          <ac:spMkLst>
            <pc:docMk/>
            <pc:sldMk cId="1719394569" sldId="366"/>
            <ac:spMk id="38" creationId="{E0CA53E8-5CAD-4AA7-9F06-167C306DBD37}"/>
          </ac:spMkLst>
        </pc:spChg>
        <pc:spChg chg="add mod">
          <ac:chgData name="Georg Pinne" userId="05574ceb-d5e8-42ed-bfd7-165f914e3d1e" providerId="ADAL" clId="{FEF30A8E-DEB8-46F7-920E-E132806F317C}" dt="2021-02-12T06:34:56.915" v="1476" actId="14100"/>
          <ac:spMkLst>
            <pc:docMk/>
            <pc:sldMk cId="1719394569" sldId="366"/>
            <ac:spMk id="39" creationId="{A721CB0F-9158-4356-91D3-0D34BFC5774F}"/>
          </ac:spMkLst>
        </pc:spChg>
        <pc:spChg chg="del">
          <ac:chgData name="Georg Pinne" userId="05574ceb-d5e8-42ed-bfd7-165f914e3d1e" providerId="ADAL" clId="{FEF30A8E-DEB8-46F7-920E-E132806F317C}" dt="2021-02-12T06:29:32.231" v="1348" actId="478"/>
          <ac:spMkLst>
            <pc:docMk/>
            <pc:sldMk cId="1719394569" sldId="366"/>
            <ac:spMk id="40" creationId="{B1ADD2AA-A68B-43B9-AACA-33A1422AC784}"/>
          </ac:spMkLst>
        </pc:spChg>
        <pc:spChg chg="add mod">
          <ac:chgData name="Georg Pinne" userId="05574ceb-d5e8-42ed-bfd7-165f914e3d1e" providerId="ADAL" clId="{FEF30A8E-DEB8-46F7-920E-E132806F317C}" dt="2021-02-12T06:36:06.663" v="1506" actId="1036"/>
          <ac:spMkLst>
            <pc:docMk/>
            <pc:sldMk cId="1719394569" sldId="366"/>
            <ac:spMk id="41" creationId="{B09A1FAF-4FF0-48BC-A4A8-DB2723C02D12}"/>
          </ac:spMkLst>
        </pc:spChg>
        <pc:spChg chg="del mod">
          <ac:chgData name="Georg Pinne" userId="05574ceb-d5e8-42ed-bfd7-165f914e3d1e" providerId="ADAL" clId="{FEF30A8E-DEB8-46F7-920E-E132806F317C}" dt="2021-02-12T06:29:32.760" v="1350" actId="478"/>
          <ac:spMkLst>
            <pc:docMk/>
            <pc:sldMk cId="1719394569" sldId="366"/>
            <ac:spMk id="42" creationId="{48768149-FD21-4CB6-897F-FCECF38144FC}"/>
          </ac:spMkLst>
        </pc:spChg>
        <pc:spChg chg="add mod">
          <ac:chgData name="Georg Pinne" userId="05574ceb-d5e8-42ed-bfd7-165f914e3d1e" providerId="ADAL" clId="{FEF30A8E-DEB8-46F7-920E-E132806F317C}" dt="2021-02-12T07:00:43.741" v="2728" actId="14100"/>
          <ac:spMkLst>
            <pc:docMk/>
            <pc:sldMk cId="1719394569" sldId="366"/>
            <ac:spMk id="43" creationId="{731CAD2A-5A64-430A-B371-9A2EF31FBAC6}"/>
          </ac:spMkLst>
        </pc:spChg>
        <pc:spChg chg="add mod">
          <ac:chgData name="Georg Pinne" userId="05574ceb-d5e8-42ed-bfd7-165f914e3d1e" providerId="ADAL" clId="{FEF30A8E-DEB8-46F7-920E-E132806F317C}" dt="2021-02-12T06:36:12.994" v="1508" actId="1035"/>
          <ac:spMkLst>
            <pc:docMk/>
            <pc:sldMk cId="1719394569" sldId="366"/>
            <ac:spMk id="45" creationId="{DF2F4452-CD50-4F73-90A2-0C843270C3B0}"/>
          </ac:spMkLst>
        </pc:spChg>
        <pc:spChg chg="mod">
          <ac:chgData name="Georg Pinne" userId="05574ceb-d5e8-42ed-bfd7-165f914e3d1e" providerId="ADAL" clId="{FEF30A8E-DEB8-46F7-920E-E132806F317C}" dt="2021-02-12T07:05:32.125" v="2802" actId="1037"/>
          <ac:spMkLst>
            <pc:docMk/>
            <pc:sldMk cId="1719394569" sldId="366"/>
            <ac:spMk id="46" creationId="{6B7A164E-47BC-45D4-A228-7FA2FFBA2BAC}"/>
          </ac:spMkLst>
        </pc:spChg>
        <pc:spChg chg="add del mod">
          <ac:chgData name="Georg Pinne" userId="05574ceb-d5e8-42ed-bfd7-165f914e3d1e" providerId="ADAL" clId="{FEF30A8E-DEB8-46F7-920E-E132806F317C}" dt="2021-02-12T06:35:47.906" v="1499"/>
          <ac:spMkLst>
            <pc:docMk/>
            <pc:sldMk cId="1719394569" sldId="366"/>
            <ac:spMk id="47" creationId="{4DA4B06D-AC50-4073-B207-5A84A99DFC32}"/>
          </ac:spMkLst>
        </pc:spChg>
        <pc:spChg chg="mod">
          <ac:chgData name="Georg Pinne" userId="05574ceb-d5e8-42ed-bfd7-165f914e3d1e" providerId="ADAL" clId="{FEF30A8E-DEB8-46F7-920E-E132806F317C}" dt="2021-02-12T07:05:32.125" v="2802" actId="1037"/>
          <ac:spMkLst>
            <pc:docMk/>
            <pc:sldMk cId="1719394569" sldId="366"/>
            <ac:spMk id="48" creationId="{D1812EA0-3905-48B8-9D52-1B435A12B288}"/>
          </ac:spMkLst>
        </pc:spChg>
        <pc:spChg chg="add mod">
          <ac:chgData name="Georg Pinne" userId="05574ceb-d5e8-42ed-bfd7-165f914e3d1e" providerId="ADAL" clId="{FEF30A8E-DEB8-46F7-920E-E132806F317C}" dt="2021-02-12T06:36:00.450" v="1504" actId="14100"/>
          <ac:spMkLst>
            <pc:docMk/>
            <pc:sldMk cId="1719394569" sldId="366"/>
            <ac:spMk id="49" creationId="{08074E95-518D-4BA2-BA1E-6B9074EDBC26}"/>
          </ac:spMkLst>
        </pc:spChg>
        <pc:spChg chg="mod">
          <ac:chgData name="Georg Pinne" userId="05574ceb-d5e8-42ed-bfd7-165f914e3d1e" providerId="ADAL" clId="{FEF30A8E-DEB8-46F7-920E-E132806F317C}" dt="2021-02-12T07:05:32.125" v="2802" actId="1037"/>
          <ac:spMkLst>
            <pc:docMk/>
            <pc:sldMk cId="1719394569" sldId="366"/>
            <ac:spMk id="50" creationId="{B12BE484-73B6-4BBC-8238-F18CE7E692BB}"/>
          </ac:spMkLst>
        </pc:spChg>
        <pc:spChg chg="add mod">
          <ac:chgData name="Georg Pinne" userId="05574ceb-d5e8-42ed-bfd7-165f914e3d1e" providerId="ADAL" clId="{FEF30A8E-DEB8-46F7-920E-E132806F317C}" dt="2021-02-12T06:37:01.749" v="1541" actId="20577"/>
          <ac:spMkLst>
            <pc:docMk/>
            <pc:sldMk cId="1719394569" sldId="366"/>
            <ac:spMk id="51" creationId="{BA408729-DFE2-4B73-8079-255ABC8EE996}"/>
          </ac:spMkLst>
        </pc:spChg>
        <pc:spChg chg="mod">
          <ac:chgData name="Georg Pinne" userId="05574ceb-d5e8-42ed-bfd7-165f914e3d1e" providerId="ADAL" clId="{FEF30A8E-DEB8-46F7-920E-E132806F317C}" dt="2021-02-12T07:05:32.125" v="2802" actId="1037"/>
          <ac:spMkLst>
            <pc:docMk/>
            <pc:sldMk cId="1719394569" sldId="366"/>
            <ac:spMk id="52" creationId="{9F1CE815-C383-49CA-9309-34C69C7EFED3}"/>
          </ac:spMkLst>
        </pc:spChg>
        <pc:spChg chg="add del mod">
          <ac:chgData name="Georg Pinne" userId="05574ceb-d5e8-42ed-bfd7-165f914e3d1e" providerId="ADAL" clId="{FEF30A8E-DEB8-46F7-920E-E132806F317C}" dt="2021-02-12T06:37:46.429" v="1547"/>
          <ac:spMkLst>
            <pc:docMk/>
            <pc:sldMk cId="1719394569" sldId="366"/>
            <ac:spMk id="53" creationId="{BBCAF7EA-E0C5-41DB-BBA7-476594E6D91B}"/>
          </ac:spMkLst>
        </pc:spChg>
        <pc:spChg chg="mod">
          <ac:chgData name="Georg Pinne" userId="05574ceb-d5e8-42ed-bfd7-165f914e3d1e" providerId="ADAL" clId="{FEF30A8E-DEB8-46F7-920E-E132806F317C}" dt="2021-02-12T07:05:32.125" v="2802" actId="1037"/>
          <ac:spMkLst>
            <pc:docMk/>
            <pc:sldMk cId="1719394569" sldId="366"/>
            <ac:spMk id="54" creationId="{A71F5ECD-F2E0-4E51-B3F2-154B42D7C7C9}"/>
          </ac:spMkLst>
        </pc:spChg>
        <pc:spChg chg="add del mod">
          <ac:chgData name="Georg Pinne" userId="05574ceb-d5e8-42ed-bfd7-165f914e3d1e" providerId="ADAL" clId="{FEF30A8E-DEB8-46F7-920E-E132806F317C}" dt="2021-02-12T06:37:46.429" v="1547"/>
          <ac:spMkLst>
            <pc:docMk/>
            <pc:sldMk cId="1719394569" sldId="366"/>
            <ac:spMk id="55" creationId="{9D15F11A-FF0D-4645-99FA-95C116344205}"/>
          </ac:spMkLst>
        </pc:spChg>
        <pc:spChg chg="mod">
          <ac:chgData name="Georg Pinne" userId="05574ceb-d5e8-42ed-bfd7-165f914e3d1e" providerId="ADAL" clId="{FEF30A8E-DEB8-46F7-920E-E132806F317C}" dt="2021-02-12T07:05:32.125" v="2802" actId="1037"/>
          <ac:spMkLst>
            <pc:docMk/>
            <pc:sldMk cId="1719394569" sldId="366"/>
            <ac:spMk id="56" creationId="{96775F65-8962-41DA-858D-808D2D95A145}"/>
          </ac:spMkLst>
        </pc:spChg>
        <pc:spChg chg="add del mod">
          <ac:chgData name="Georg Pinne" userId="05574ceb-d5e8-42ed-bfd7-165f914e3d1e" providerId="ADAL" clId="{FEF30A8E-DEB8-46F7-920E-E132806F317C}" dt="2021-02-12T06:37:46.429" v="1547"/>
          <ac:spMkLst>
            <pc:docMk/>
            <pc:sldMk cId="1719394569" sldId="366"/>
            <ac:spMk id="57" creationId="{77872916-7598-4451-8B3E-08C3718578D6}"/>
          </ac:spMkLst>
        </pc:spChg>
        <pc:spChg chg="mod">
          <ac:chgData name="Georg Pinne" userId="05574ceb-d5e8-42ed-bfd7-165f914e3d1e" providerId="ADAL" clId="{FEF30A8E-DEB8-46F7-920E-E132806F317C}" dt="2021-02-12T07:05:32.125" v="2802" actId="1037"/>
          <ac:spMkLst>
            <pc:docMk/>
            <pc:sldMk cId="1719394569" sldId="366"/>
            <ac:spMk id="58" creationId="{9372D3B0-B44E-443D-A6F4-52F4709B8736}"/>
          </ac:spMkLst>
        </pc:spChg>
        <pc:spChg chg="add del mod">
          <ac:chgData name="Georg Pinne" userId="05574ceb-d5e8-42ed-bfd7-165f914e3d1e" providerId="ADAL" clId="{FEF30A8E-DEB8-46F7-920E-E132806F317C}" dt="2021-02-12T06:37:46.429" v="1547"/>
          <ac:spMkLst>
            <pc:docMk/>
            <pc:sldMk cId="1719394569" sldId="366"/>
            <ac:spMk id="59" creationId="{E53A84FD-DAB1-4232-8431-C0C359C613D1}"/>
          </ac:spMkLst>
        </pc:spChg>
        <pc:spChg chg="mod">
          <ac:chgData name="Georg Pinne" userId="05574ceb-d5e8-42ed-bfd7-165f914e3d1e" providerId="ADAL" clId="{FEF30A8E-DEB8-46F7-920E-E132806F317C}" dt="2021-02-12T07:05:32.125" v="2802" actId="1037"/>
          <ac:spMkLst>
            <pc:docMk/>
            <pc:sldMk cId="1719394569" sldId="366"/>
            <ac:spMk id="60" creationId="{5697E7F3-54D8-4E78-86D7-89EF64DA327A}"/>
          </ac:spMkLst>
        </pc:spChg>
        <pc:spChg chg="add del mod">
          <ac:chgData name="Georg Pinne" userId="05574ceb-d5e8-42ed-bfd7-165f914e3d1e" providerId="ADAL" clId="{FEF30A8E-DEB8-46F7-920E-E132806F317C}" dt="2021-02-12T06:37:46.429" v="1547"/>
          <ac:spMkLst>
            <pc:docMk/>
            <pc:sldMk cId="1719394569" sldId="366"/>
            <ac:spMk id="61" creationId="{54E1EAC0-A14F-47F3-A21B-6EEF893E87FB}"/>
          </ac:spMkLst>
        </pc:spChg>
        <pc:spChg chg="mod">
          <ac:chgData name="Georg Pinne" userId="05574ceb-d5e8-42ed-bfd7-165f914e3d1e" providerId="ADAL" clId="{FEF30A8E-DEB8-46F7-920E-E132806F317C}" dt="2021-02-12T07:05:32.125" v="2802" actId="1037"/>
          <ac:spMkLst>
            <pc:docMk/>
            <pc:sldMk cId="1719394569" sldId="366"/>
            <ac:spMk id="62" creationId="{CF5DD90A-1E52-4FF3-A1E0-B83FD9E3AFA3}"/>
          </ac:spMkLst>
        </pc:spChg>
        <pc:spChg chg="add del mod">
          <ac:chgData name="Georg Pinne" userId="05574ceb-d5e8-42ed-bfd7-165f914e3d1e" providerId="ADAL" clId="{FEF30A8E-DEB8-46F7-920E-E132806F317C}" dt="2021-02-12T06:37:46.429" v="1547"/>
          <ac:spMkLst>
            <pc:docMk/>
            <pc:sldMk cId="1719394569" sldId="366"/>
            <ac:spMk id="63" creationId="{4EEC698D-E15D-4D04-907B-60F988907447}"/>
          </ac:spMkLst>
        </pc:spChg>
        <pc:spChg chg="mod">
          <ac:chgData name="Georg Pinne" userId="05574ceb-d5e8-42ed-bfd7-165f914e3d1e" providerId="ADAL" clId="{FEF30A8E-DEB8-46F7-920E-E132806F317C}" dt="2021-02-12T07:05:32.125" v="2802" actId="1037"/>
          <ac:spMkLst>
            <pc:docMk/>
            <pc:sldMk cId="1719394569" sldId="366"/>
            <ac:spMk id="64" creationId="{F5F3E1A6-9084-47FC-A634-372C2423208D}"/>
          </ac:spMkLst>
        </pc:spChg>
        <pc:spChg chg="add del mod">
          <ac:chgData name="Georg Pinne" userId="05574ceb-d5e8-42ed-bfd7-165f914e3d1e" providerId="ADAL" clId="{FEF30A8E-DEB8-46F7-920E-E132806F317C}" dt="2021-02-12T06:37:46.429" v="1547"/>
          <ac:spMkLst>
            <pc:docMk/>
            <pc:sldMk cId="1719394569" sldId="366"/>
            <ac:spMk id="65" creationId="{5C335B3E-A4B8-4111-9E78-346F696C7DEC}"/>
          </ac:spMkLst>
        </pc:spChg>
        <pc:spChg chg="add del mod">
          <ac:chgData name="Georg Pinne" userId="05574ceb-d5e8-42ed-bfd7-165f914e3d1e" providerId="ADAL" clId="{FEF30A8E-DEB8-46F7-920E-E132806F317C}" dt="2021-02-12T06:37:46.429" v="1547"/>
          <ac:spMkLst>
            <pc:docMk/>
            <pc:sldMk cId="1719394569" sldId="366"/>
            <ac:spMk id="67" creationId="{D1B7A714-B676-400E-A039-BBE4FC81CCE5}"/>
          </ac:spMkLst>
        </pc:spChg>
        <pc:spChg chg="add del mod">
          <ac:chgData name="Georg Pinne" userId="05574ceb-d5e8-42ed-bfd7-165f914e3d1e" providerId="ADAL" clId="{FEF30A8E-DEB8-46F7-920E-E132806F317C}" dt="2021-02-12T07:04:22.477" v="2779" actId="478"/>
          <ac:spMkLst>
            <pc:docMk/>
            <pc:sldMk cId="1719394569" sldId="366"/>
            <ac:spMk id="69" creationId="{7F7C6DB7-0C74-4DE0-8221-DD2A84FA8D48}"/>
          </ac:spMkLst>
        </pc:spChg>
        <pc:spChg chg="add mod">
          <ac:chgData name="Georg Pinne" userId="05574ceb-d5e8-42ed-bfd7-165f914e3d1e" providerId="ADAL" clId="{FEF30A8E-DEB8-46F7-920E-E132806F317C}" dt="2021-02-12T06:47:03.361" v="1915" actId="1035"/>
          <ac:spMkLst>
            <pc:docMk/>
            <pc:sldMk cId="1719394569" sldId="366"/>
            <ac:spMk id="70" creationId="{F0418DAA-80D1-41E7-AB72-2CB84EE32F35}"/>
          </ac:spMkLst>
        </pc:spChg>
        <pc:spChg chg="add mod">
          <ac:chgData name="Georg Pinne" userId="05574ceb-d5e8-42ed-bfd7-165f914e3d1e" providerId="ADAL" clId="{FEF30A8E-DEB8-46F7-920E-E132806F317C}" dt="2021-02-12T06:57:51.889" v="2454" actId="1035"/>
          <ac:spMkLst>
            <pc:docMk/>
            <pc:sldMk cId="1719394569" sldId="366"/>
            <ac:spMk id="71" creationId="{413BAF9B-4869-4203-85D6-8797096D6FE7}"/>
          </ac:spMkLst>
        </pc:spChg>
        <pc:spChg chg="add mod">
          <ac:chgData name="Georg Pinne" userId="05574ceb-d5e8-42ed-bfd7-165f914e3d1e" providerId="ADAL" clId="{FEF30A8E-DEB8-46F7-920E-E132806F317C}" dt="2021-02-12T06:47:03.361" v="1915" actId="1035"/>
          <ac:spMkLst>
            <pc:docMk/>
            <pc:sldMk cId="1719394569" sldId="366"/>
            <ac:spMk id="72" creationId="{C4900AE7-1D53-4069-BCB2-04C7C49A9626}"/>
          </ac:spMkLst>
        </pc:spChg>
        <pc:spChg chg="add mod">
          <ac:chgData name="Georg Pinne" userId="05574ceb-d5e8-42ed-bfd7-165f914e3d1e" providerId="ADAL" clId="{FEF30A8E-DEB8-46F7-920E-E132806F317C}" dt="2021-02-12T06:47:03.361" v="1915" actId="1035"/>
          <ac:spMkLst>
            <pc:docMk/>
            <pc:sldMk cId="1719394569" sldId="366"/>
            <ac:spMk id="73" creationId="{05F22786-EF3E-4E81-81ED-8AAF395241F8}"/>
          </ac:spMkLst>
        </pc:spChg>
        <pc:spChg chg="add mod">
          <ac:chgData name="Georg Pinne" userId="05574ceb-d5e8-42ed-bfd7-165f914e3d1e" providerId="ADAL" clId="{FEF30A8E-DEB8-46F7-920E-E132806F317C}" dt="2021-02-12T06:47:03.361" v="1915" actId="1035"/>
          <ac:spMkLst>
            <pc:docMk/>
            <pc:sldMk cId="1719394569" sldId="366"/>
            <ac:spMk id="74" creationId="{DB24A6C1-49ED-4477-8878-489C61E2CDD8}"/>
          </ac:spMkLst>
        </pc:spChg>
        <pc:spChg chg="add mod">
          <ac:chgData name="Georg Pinne" userId="05574ceb-d5e8-42ed-bfd7-165f914e3d1e" providerId="ADAL" clId="{FEF30A8E-DEB8-46F7-920E-E132806F317C}" dt="2021-02-12T06:47:03.361" v="1915" actId="1035"/>
          <ac:spMkLst>
            <pc:docMk/>
            <pc:sldMk cId="1719394569" sldId="366"/>
            <ac:spMk id="75" creationId="{0AC05239-FDC9-4C28-9D7A-3F02484905EB}"/>
          </ac:spMkLst>
        </pc:spChg>
        <pc:spChg chg="add mod">
          <ac:chgData name="Georg Pinne" userId="05574ceb-d5e8-42ed-bfd7-165f914e3d1e" providerId="ADAL" clId="{FEF30A8E-DEB8-46F7-920E-E132806F317C}" dt="2021-02-12T06:47:03.361" v="1915" actId="1035"/>
          <ac:spMkLst>
            <pc:docMk/>
            <pc:sldMk cId="1719394569" sldId="366"/>
            <ac:spMk id="77" creationId="{5CCCD021-0B3A-4761-9014-9F6D2981B016}"/>
          </ac:spMkLst>
        </pc:spChg>
        <pc:spChg chg="add mod">
          <ac:chgData name="Georg Pinne" userId="05574ceb-d5e8-42ed-bfd7-165f914e3d1e" providerId="ADAL" clId="{FEF30A8E-DEB8-46F7-920E-E132806F317C}" dt="2021-02-12T06:47:03.361" v="1915" actId="1035"/>
          <ac:spMkLst>
            <pc:docMk/>
            <pc:sldMk cId="1719394569" sldId="366"/>
            <ac:spMk id="78" creationId="{BB19B2C5-7A87-4A11-8895-3F7E3D3FA52D}"/>
          </ac:spMkLst>
        </pc:spChg>
        <pc:spChg chg="add mod">
          <ac:chgData name="Georg Pinne" userId="05574ceb-d5e8-42ed-bfd7-165f914e3d1e" providerId="ADAL" clId="{FEF30A8E-DEB8-46F7-920E-E132806F317C}" dt="2021-02-12T07:04:45.180" v="2787" actId="14100"/>
          <ac:spMkLst>
            <pc:docMk/>
            <pc:sldMk cId="1719394569" sldId="366"/>
            <ac:spMk id="79" creationId="{04400493-071B-4370-BFC8-DE47F6E4B451}"/>
          </ac:spMkLst>
        </pc:spChg>
        <pc:spChg chg="add del mod">
          <ac:chgData name="Georg Pinne" userId="05574ceb-d5e8-42ed-bfd7-165f914e3d1e" providerId="ADAL" clId="{FEF30A8E-DEB8-46F7-920E-E132806F317C}" dt="2021-02-12T07:05:07.495" v="2794" actId="478"/>
          <ac:spMkLst>
            <pc:docMk/>
            <pc:sldMk cId="1719394569" sldId="366"/>
            <ac:spMk id="80" creationId="{8FF2B209-207B-4555-8409-9BB8A8E1C65A}"/>
          </ac:spMkLst>
        </pc:spChg>
        <pc:spChg chg="add mod">
          <ac:chgData name="Georg Pinne" userId="05574ceb-d5e8-42ed-bfd7-165f914e3d1e" providerId="ADAL" clId="{FEF30A8E-DEB8-46F7-920E-E132806F317C}" dt="2021-02-12T07:07:43.420" v="2833" actId="1076"/>
          <ac:spMkLst>
            <pc:docMk/>
            <pc:sldMk cId="1719394569" sldId="366"/>
            <ac:spMk id="81" creationId="{E6EA73A6-32D4-48B0-9488-627B28DDB6D5}"/>
          </ac:spMkLst>
        </pc:spChg>
        <pc:spChg chg="add mod ord">
          <ac:chgData name="Georg Pinne" userId="05574ceb-d5e8-42ed-bfd7-165f914e3d1e" providerId="ADAL" clId="{FEF30A8E-DEB8-46F7-920E-E132806F317C}" dt="2021-02-12T07:07:36.421" v="2832" actId="1076"/>
          <ac:spMkLst>
            <pc:docMk/>
            <pc:sldMk cId="1719394569" sldId="366"/>
            <ac:spMk id="82" creationId="{241773CD-10E7-4905-B123-431CB68C2374}"/>
          </ac:spMkLst>
        </pc:spChg>
        <pc:spChg chg="add del mod">
          <ac:chgData name="Georg Pinne" userId="05574ceb-d5e8-42ed-bfd7-165f914e3d1e" providerId="ADAL" clId="{FEF30A8E-DEB8-46F7-920E-E132806F317C}" dt="2021-02-12T07:06:16.338" v="2816"/>
          <ac:spMkLst>
            <pc:docMk/>
            <pc:sldMk cId="1719394569" sldId="366"/>
            <ac:spMk id="83" creationId="{F8A4A447-AAA3-425D-A707-98B4DBFB7DB8}"/>
          </ac:spMkLst>
        </pc:spChg>
        <pc:spChg chg="add mod">
          <ac:chgData name="Georg Pinne" userId="05574ceb-d5e8-42ed-bfd7-165f914e3d1e" providerId="ADAL" clId="{FEF30A8E-DEB8-46F7-920E-E132806F317C}" dt="2021-02-12T07:07:20.578" v="2828" actId="1076"/>
          <ac:spMkLst>
            <pc:docMk/>
            <pc:sldMk cId="1719394569" sldId="366"/>
            <ac:spMk id="84" creationId="{59CF519C-B78C-421E-87E6-45ECB2680BB4}"/>
          </ac:spMkLst>
        </pc:spChg>
        <pc:spChg chg="add mod">
          <ac:chgData name="Georg Pinne" userId="05574ceb-d5e8-42ed-bfd7-165f914e3d1e" providerId="ADAL" clId="{FEF30A8E-DEB8-46F7-920E-E132806F317C}" dt="2021-02-12T08:08:49.502" v="4232"/>
          <ac:spMkLst>
            <pc:docMk/>
            <pc:sldMk cId="1719394569" sldId="366"/>
            <ac:spMk id="85" creationId="{730B51CF-8528-4461-9B46-5543C3178EB5}"/>
          </ac:spMkLst>
        </pc:spChg>
        <pc:graphicFrameChg chg="add mod modGraphic">
          <ac:chgData name="Georg Pinne" userId="05574ceb-d5e8-42ed-bfd7-165f914e3d1e" providerId="ADAL" clId="{FEF30A8E-DEB8-46F7-920E-E132806F317C}" dt="2021-02-12T06:47:03.361" v="1915" actId="1035"/>
          <ac:graphicFrameMkLst>
            <pc:docMk/>
            <pc:sldMk cId="1719394569" sldId="366"/>
            <ac:graphicFrameMk id="11" creationId="{5F9EFB35-A766-4E11-A3DC-1DB71009D81A}"/>
          </ac:graphicFrameMkLst>
        </pc:graphicFrameChg>
        <pc:graphicFrameChg chg="mod">
          <ac:chgData name="Georg Pinne" userId="05574ceb-d5e8-42ed-bfd7-165f914e3d1e" providerId="ADAL" clId="{FEF30A8E-DEB8-46F7-920E-E132806F317C}" dt="2021-02-12T07:05:41.178" v="2805" actId="1037"/>
          <ac:graphicFrameMkLst>
            <pc:docMk/>
            <pc:sldMk cId="1719394569" sldId="366"/>
            <ac:graphicFrameMk id="21" creationId="{F3D885F7-9E12-4F88-8CC4-AD508CAB81B4}"/>
          </ac:graphicFrameMkLst>
        </pc:graphicFrameChg>
        <pc:graphicFrameChg chg="del modGraphic">
          <ac:chgData name="Georg Pinne" userId="05574ceb-d5e8-42ed-bfd7-165f914e3d1e" providerId="ADAL" clId="{FEF30A8E-DEB8-46F7-920E-E132806F317C}" dt="2021-02-12T06:29:29.507" v="1344" actId="478"/>
          <ac:graphicFrameMkLst>
            <pc:docMk/>
            <pc:sldMk cId="1719394569" sldId="366"/>
            <ac:graphicFrameMk id="34" creationId="{CBFF0498-5680-4574-8A32-9E79B45ACA2E}"/>
          </ac:graphicFrameMkLst>
        </pc:graphicFrameChg>
        <pc:graphicFrameChg chg="mod">
          <ac:chgData name="Georg Pinne" userId="05574ceb-d5e8-42ed-bfd7-165f914e3d1e" providerId="ADAL" clId="{FEF30A8E-DEB8-46F7-920E-E132806F317C}" dt="2021-02-12T07:05:32.125" v="2802" actId="1037"/>
          <ac:graphicFrameMkLst>
            <pc:docMk/>
            <pc:sldMk cId="1719394569" sldId="366"/>
            <ac:graphicFrameMk id="44" creationId="{5C9A6323-E1C8-4152-9ABD-71593D48BBC1}"/>
          </ac:graphicFrameMkLst>
        </pc:graphicFrameChg>
        <pc:graphicFrameChg chg="del modGraphic">
          <ac:chgData name="Georg Pinne" userId="05574ceb-d5e8-42ed-bfd7-165f914e3d1e" providerId="ADAL" clId="{FEF30A8E-DEB8-46F7-920E-E132806F317C}" dt="2021-02-12T06:28:11.141" v="1329" actId="478"/>
          <ac:graphicFrameMkLst>
            <pc:docMk/>
            <pc:sldMk cId="1719394569" sldId="366"/>
            <ac:graphicFrameMk id="66" creationId="{DC4AF532-FECA-4095-8C97-EC5D8886A104}"/>
          </ac:graphicFrameMkLst>
        </pc:graphicFrameChg>
        <pc:cxnChg chg="mod">
          <ac:chgData name="Georg Pinne" userId="05574ceb-d5e8-42ed-bfd7-165f914e3d1e" providerId="ADAL" clId="{FEF30A8E-DEB8-46F7-920E-E132806F317C}" dt="2021-02-12T06:47:03.361" v="1915" actId="1035"/>
          <ac:cxnSpMkLst>
            <pc:docMk/>
            <pc:sldMk cId="1719394569" sldId="366"/>
            <ac:cxnSpMk id="17" creationId="{24005C22-C458-462C-8BA8-BEE64C7911EF}"/>
          </ac:cxnSpMkLst>
        </pc:cxnChg>
        <pc:cxnChg chg="add del mod">
          <ac:chgData name="Georg Pinne" userId="05574ceb-d5e8-42ed-bfd7-165f914e3d1e" providerId="ADAL" clId="{FEF30A8E-DEB8-46F7-920E-E132806F317C}" dt="2021-02-12T06:37:46.429" v="1547"/>
          <ac:cxnSpMkLst>
            <pc:docMk/>
            <pc:sldMk cId="1719394569" sldId="366"/>
            <ac:cxnSpMk id="68" creationId="{462886A1-6DDA-4681-8059-09E24C86B603}"/>
          </ac:cxnSpMkLst>
        </pc:cxnChg>
        <pc:cxnChg chg="add mod">
          <ac:chgData name="Georg Pinne" userId="05574ceb-d5e8-42ed-bfd7-165f914e3d1e" providerId="ADAL" clId="{FEF30A8E-DEB8-46F7-920E-E132806F317C}" dt="2021-02-12T06:47:03.361" v="1915" actId="1035"/>
          <ac:cxnSpMkLst>
            <pc:docMk/>
            <pc:sldMk cId="1719394569" sldId="366"/>
            <ac:cxnSpMk id="76" creationId="{93FC1C9E-A0E4-45BC-AA36-896AEA614EB9}"/>
          </ac:cxnSpMkLst>
        </pc:cxnChg>
      </pc:sldChg>
    </pc:docChg>
  </pc:docChgLst>
  <pc:docChgLst>
    <pc:chgData name="Kai Hesselmann" userId="4fc0911e-7d2f-44b0-be88-dbe7fe0fce87" providerId="ADAL" clId="{99B1BB3A-151A-40F5-93B8-3B60A27DE3C0}"/>
    <pc:docChg chg="undo redo custSel modSld modMainMaster">
      <pc:chgData name="Kai Hesselmann" userId="4fc0911e-7d2f-44b0-be88-dbe7fe0fce87" providerId="ADAL" clId="{99B1BB3A-151A-40F5-93B8-3B60A27DE3C0}" dt="2021-04-07T08:45:34.799" v="396" actId="20577"/>
      <pc:docMkLst>
        <pc:docMk/>
      </pc:docMkLst>
      <pc:sldChg chg="addSp modSp mod">
        <pc:chgData name="Kai Hesselmann" userId="4fc0911e-7d2f-44b0-be88-dbe7fe0fce87" providerId="ADAL" clId="{99B1BB3A-151A-40F5-93B8-3B60A27DE3C0}" dt="2021-04-07T08:45:34.799" v="396" actId="20577"/>
        <pc:sldMkLst>
          <pc:docMk/>
          <pc:sldMk cId="920750432" sldId="293"/>
        </pc:sldMkLst>
        <pc:spChg chg="add mod">
          <ac:chgData name="Kai Hesselmann" userId="4fc0911e-7d2f-44b0-be88-dbe7fe0fce87" providerId="ADAL" clId="{99B1BB3A-151A-40F5-93B8-3B60A27DE3C0}" dt="2021-04-07T08:45:34.799" v="396" actId="20577"/>
          <ac:spMkLst>
            <pc:docMk/>
            <pc:sldMk cId="920750432" sldId="293"/>
            <ac:spMk id="5" creationId="{058E3459-8A3F-4941-8D67-DB2EC49DE799}"/>
          </ac:spMkLst>
        </pc:spChg>
      </pc:sldChg>
      <pc:sldChg chg="modSp mod">
        <pc:chgData name="Kai Hesselmann" userId="4fc0911e-7d2f-44b0-be88-dbe7fe0fce87" providerId="ADAL" clId="{99B1BB3A-151A-40F5-93B8-3B60A27DE3C0}" dt="2021-04-07T08:37:46.521" v="30" actId="20577"/>
        <pc:sldMkLst>
          <pc:docMk/>
          <pc:sldMk cId="3299224964" sldId="296"/>
        </pc:sldMkLst>
        <pc:spChg chg="mod">
          <ac:chgData name="Kai Hesselmann" userId="4fc0911e-7d2f-44b0-be88-dbe7fe0fce87" providerId="ADAL" clId="{99B1BB3A-151A-40F5-93B8-3B60A27DE3C0}" dt="2021-04-07T08:37:46.521" v="30" actId="20577"/>
          <ac:spMkLst>
            <pc:docMk/>
            <pc:sldMk cId="3299224964" sldId="296"/>
            <ac:spMk id="3" creationId="{C35093D0-D913-4B34-8AE3-F8C9DF5E8E3E}"/>
          </ac:spMkLst>
        </pc:spChg>
      </pc:sldChg>
      <pc:sldChg chg="mod">
        <pc:chgData name="Kai Hesselmann" userId="4fc0911e-7d2f-44b0-be88-dbe7fe0fce87" providerId="ADAL" clId="{99B1BB3A-151A-40F5-93B8-3B60A27DE3C0}" dt="2021-04-07T08:44:21.291" v="261" actId="27918"/>
        <pc:sldMkLst>
          <pc:docMk/>
          <pc:sldMk cId="977870538" sldId="347"/>
        </pc:sldMkLst>
      </pc:sldChg>
      <pc:sldChg chg="mod">
        <pc:chgData name="Kai Hesselmann" userId="4fc0911e-7d2f-44b0-be88-dbe7fe0fce87" providerId="ADAL" clId="{99B1BB3A-151A-40F5-93B8-3B60A27DE3C0}" dt="2021-04-07T08:41:47.145" v="122" actId="27918"/>
        <pc:sldMkLst>
          <pc:docMk/>
          <pc:sldMk cId="1386513648" sldId="377"/>
        </pc:sldMkLst>
      </pc:sldChg>
      <pc:sldMasterChg chg="modSp mod modSldLayout">
        <pc:chgData name="Kai Hesselmann" userId="4fc0911e-7d2f-44b0-be88-dbe7fe0fce87" providerId="ADAL" clId="{99B1BB3A-151A-40F5-93B8-3B60A27DE3C0}" dt="2021-04-07T08:36:16.857" v="4" actId="20577"/>
        <pc:sldMasterMkLst>
          <pc:docMk/>
          <pc:sldMasterMk cId="2812843248" sldId="2147483651"/>
        </pc:sldMasterMkLst>
        <pc:spChg chg="mod">
          <ac:chgData name="Kai Hesselmann" userId="4fc0911e-7d2f-44b0-be88-dbe7fe0fce87" providerId="ADAL" clId="{99B1BB3A-151A-40F5-93B8-3B60A27DE3C0}" dt="2021-04-07T08:36:16.857" v="4" actId="20577"/>
          <ac:spMkLst>
            <pc:docMk/>
            <pc:sldMasterMk cId="2812843248" sldId="2147483651"/>
            <ac:spMk id="9" creationId="{6027D352-F0E4-4C90-9E3A-3AD3B2ED2B82}"/>
          </ac:spMkLst>
        </pc:spChg>
        <pc:sldLayoutChg chg="delSp modSp mod">
          <pc:chgData name="Kai Hesselmann" userId="4fc0911e-7d2f-44b0-be88-dbe7fe0fce87" providerId="ADAL" clId="{99B1BB3A-151A-40F5-93B8-3B60A27DE3C0}" dt="2021-04-07T08:36:11.592" v="2" actId="478"/>
          <pc:sldLayoutMkLst>
            <pc:docMk/>
            <pc:sldMasterMk cId="2812843248" sldId="2147483651"/>
            <pc:sldLayoutMk cId="4228418195" sldId="2147483652"/>
          </pc:sldLayoutMkLst>
          <pc:spChg chg="del mod">
            <ac:chgData name="Kai Hesselmann" userId="4fc0911e-7d2f-44b0-be88-dbe7fe0fce87" providerId="ADAL" clId="{99B1BB3A-151A-40F5-93B8-3B60A27DE3C0}" dt="2021-04-07T08:36:11.592" v="2" actId="478"/>
            <ac:spMkLst>
              <pc:docMk/>
              <pc:sldMasterMk cId="2812843248" sldId="2147483651"/>
              <pc:sldLayoutMk cId="4228418195" sldId="2147483652"/>
              <ac:spMk id="7" creationId="{04F9E5C8-BA75-4F94-B04E-E22A8ED72CC7}"/>
            </ac:spMkLst>
          </pc:spChg>
        </pc:sldLayoutChg>
      </pc:sldMasterChg>
    </pc:docChg>
  </pc:docChgLst>
  <pc:docChgLst>
    <pc:chgData name="Nicolas von Westphalen" userId="4eb7a7cb-d831-41d5-8404-3def3e43d49f" providerId="ADAL" clId="{454A464B-FFD0-4088-A187-C56F7837D213}"/>
    <pc:docChg chg="undo custSel modSld">
      <pc:chgData name="Nicolas von Westphalen" userId="4eb7a7cb-d831-41d5-8404-3def3e43d49f" providerId="ADAL" clId="{454A464B-FFD0-4088-A187-C56F7837D213}" dt="2021-03-01T09:35:50.394" v="309"/>
      <pc:docMkLst>
        <pc:docMk/>
      </pc:docMkLst>
      <pc:sldChg chg="addSp delSp modSp mod">
        <pc:chgData name="Nicolas von Westphalen" userId="4eb7a7cb-d831-41d5-8404-3def3e43d49f" providerId="ADAL" clId="{454A464B-FFD0-4088-A187-C56F7837D213}" dt="2021-02-25T17:08:49.687" v="295" actId="478"/>
        <pc:sldMkLst>
          <pc:docMk/>
          <pc:sldMk cId="3049681915" sldId="324"/>
        </pc:sldMkLst>
        <pc:spChg chg="add del mod">
          <ac:chgData name="Nicolas von Westphalen" userId="4eb7a7cb-d831-41d5-8404-3def3e43d49f" providerId="ADAL" clId="{454A464B-FFD0-4088-A187-C56F7837D213}" dt="2021-02-25T17:08:49.687" v="295" actId="478"/>
          <ac:spMkLst>
            <pc:docMk/>
            <pc:sldMk cId="3049681915" sldId="324"/>
            <ac:spMk id="2" creationId="{ABBC4958-3152-43AD-96E2-95569BA702E5}"/>
          </ac:spMkLst>
        </pc:spChg>
      </pc:sldChg>
      <pc:sldChg chg="addSp modSp mod">
        <pc:chgData name="Nicolas von Westphalen" userId="4eb7a7cb-d831-41d5-8404-3def3e43d49f" providerId="ADAL" clId="{454A464B-FFD0-4088-A187-C56F7837D213}" dt="2021-02-22T12:47:43.295" v="158" actId="13926"/>
        <pc:sldMkLst>
          <pc:docMk/>
          <pc:sldMk cId="3467199786" sldId="336"/>
        </pc:sldMkLst>
        <pc:spChg chg="add mod">
          <ac:chgData name="Nicolas von Westphalen" userId="4eb7a7cb-d831-41d5-8404-3def3e43d49f" providerId="ADAL" clId="{454A464B-FFD0-4088-A187-C56F7837D213}" dt="2021-02-22T12:47:43.295" v="158" actId="13926"/>
          <ac:spMkLst>
            <pc:docMk/>
            <pc:sldMk cId="3467199786" sldId="336"/>
            <ac:spMk id="3" creationId="{8A7547E4-25A0-42AF-9151-41B663C93446}"/>
          </ac:spMkLst>
        </pc:spChg>
      </pc:sldChg>
      <pc:sldChg chg="addSp modSp mod">
        <pc:chgData name="Nicolas von Westphalen" userId="4eb7a7cb-d831-41d5-8404-3def3e43d49f" providerId="ADAL" clId="{454A464B-FFD0-4088-A187-C56F7837D213}" dt="2021-02-22T12:48:16.535" v="195" actId="20577"/>
        <pc:sldMkLst>
          <pc:docMk/>
          <pc:sldMk cId="977870538" sldId="347"/>
        </pc:sldMkLst>
        <pc:spChg chg="add mod">
          <ac:chgData name="Nicolas von Westphalen" userId="4eb7a7cb-d831-41d5-8404-3def3e43d49f" providerId="ADAL" clId="{454A464B-FFD0-4088-A187-C56F7837D213}" dt="2021-02-22T12:48:16.535" v="195" actId="20577"/>
          <ac:spMkLst>
            <pc:docMk/>
            <pc:sldMk cId="977870538" sldId="347"/>
            <ac:spMk id="2" creationId="{649C831E-1C96-4BFD-B957-A23656A887E6}"/>
          </ac:spMkLst>
        </pc:spChg>
      </pc:sldChg>
      <pc:sldChg chg="modSp mod">
        <pc:chgData name="Nicolas von Westphalen" userId="4eb7a7cb-d831-41d5-8404-3def3e43d49f" providerId="ADAL" clId="{454A464B-FFD0-4088-A187-C56F7837D213}" dt="2021-03-01T09:34:56.113" v="307" actId="1076"/>
        <pc:sldMkLst>
          <pc:docMk/>
          <pc:sldMk cId="106259827" sldId="358"/>
        </pc:sldMkLst>
        <pc:spChg chg="mod">
          <ac:chgData name="Nicolas von Westphalen" userId="4eb7a7cb-d831-41d5-8404-3def3e43d49f" providerId="ADAL" clId="{454A464B-FFD0-4088-A187-C56F7837D213}" dt="2021-03-01T09:34:56.113" v="307" actId="1076"/>
          <ac:spMkLst>
            <pc:docMk/>
            <pc:sldMk cId="106259827" sldId="358"/>
            <ac:spMk id="27" creationId="{999BCAFB-409D-496A-93AB-C4587BC19502}"/>
          </ac:spMkLst>
        </pc:spChg>
        <pc:graphicFrameChg chg="mod">
          <ac:chgData name="Nicolas von Westphalen" userId="4eb7a7cb-d831-41d5-8404-3def3e43d49f" providerId="ADAL" clId="{454A464B-FFD0-4088-A187-C56F7837D213}" dt="2021-03-01T09:32:21.231" v="305"/>
          <ac:graphicFrameMkLst>
            <pc:docMk/>
            <pc:sldMk cId="106259827" sldId="358"/>
            <ac:graphicFrameMk id="3" creationId="{7399AFB4-20DA-4290-871B-7FA78C0BA2FD}"/>
          </ac:graphicFrameMkLst>
        </pc:graphicFrameChg>
      </pc:sldChg>
      <pc:sldChg chg="addSp modSp mod">
        <pc:chgData name="Nicolas von Westphalen" userId="4eb7a7cb-d831-41d5-8404-3def3e43d49f" providerId="ADAL" clId="{454A464B-FFD0-4088-A187-C56F7837D213}" dt="2021-03-01T09:10:02.803" v="299" actId="1076"/>
        <pc:sldMkLst>
          <pc:docMk/>
          <pc:sldMk cId="3487777279" sldId="360"/>
        </pc:sldMkLst>
        <pc:spChg chg="add mod">
          <ac:chgData name="Nicolas von Westphalen" userId="4eb7a7cb-d831-41d5-8404-3def3e43d49f" providerId="ADAL" clId="{454A464B-FFD0-4088-A187-C56F7837D213}" dt="2021-02-22T12:49:49.526" v="272" actId="1076"/>
          <ac:spMkLst>
            <pc:docMk/>
            <pc:sldMk cId="3487777279" sldId="360"/>
            <ac:spMk id="12" creationId="{68B53B6F-E312-4734-92FC-DB36E3478B6D}"/>
          </ac:spMkLst>
        </pc:spChg>
        <pc:graphicFrameChg chg="mod">
          <ac:chgData name="Nicolas von Westphalen" userId="4eb7a7cb-d831-41d5-8404-3def3e43d49f" providerId="ADAL" clId="{454A464B-FFD0-4088-A187-C56F7837D213}" dt="2021-03-01T09:10:02.803" v="299" actId="1076"/>
          <ac:graphicFrameMkLst>
            <pc:docMk/>
            <pc:sldMk cId="3487777279" sldId="360"/>
            <ac:graphicFrameMk id="43" creationId="{C781436B-8FDE-48C3-83F9-A13AFBB7A4BC}"/>
          </ac:graphicFrameMkLst>
        </pc:graphicFrameChg>
      </pc:sldChg>
      <pc:sldChg chg="modSp mod">
        <pc:chgData name="Nicolas von Westphalen" userId="4eb7a7cb-d831-41d5-8404-3def3e43d49f" providerId="ADAL" clId="{454A464B-FFD0-4088-A187-C56F7837D213}" dt="2021-02-24T09:19:51.743" v="292" actId="255"/>
        <pc:sldMkLst>
          <pc:docMk/>
          <pc:sldMk cId="1719394569" sldId="366"/>
        </pc:sldMkLst>
        <pc:spChg chg="mod">
          <ac:chgData name="Nicolas von Westphalen" userId="4eb7a7cb-d831-41d5-8404-3def3e43d49f" providerId="ADAL" clId="{454A464B-FFD0-4088-A187-C56F7837D213}" dt="2021-02-24T09:19:51.743" v="292" actId="255"/>
          <ac:spMkLst>
            <pc:docMk/>
            <pc:sldMk cId="1719394569" sldId="366"/>
            <ac:spMk id="35" creationId="{4E569F16-B784-4D79-98A4-DA8C422BF271}"/>
          </ac:spMkLst>
        </pc:spChg>
      </pc:sldChg>
      <pc:sldChg chg="modSp mod">
        <pc:chgData name="Nicolas von Westphalen" userId="4eb7a7cb-d831-41d5-8404-3def3e43d49f" providerId="ADAL" clId="{454A464B-FFD0-4088-A187-C56F7837D213}" dt="2021-02-26T09:03:15.350" v="297" actId="207"/>
        <pc:sldMkLst>
          <pc:docMk/>
          <pc:sldMk cId="395789375" sldId="367"/>
        </pc:sldMkLst>
        <pc:spChg chg="mod">
          <ac:chgData name="Nicolas von Westphalen" userId="4eb7a7cb-d831-41d5-8404-3def3e43d49f" providerId="ADAL" clId="{454A464B-FFD0-4088-A187-C56F7837D213}" dt="2021-02-22T17:43:31.175" v="289" actId="1076"/>
          <ac:spMkLst>
            <pc:docMk/>
            <pc:sldMk cId="395789375" sldId="367"/>
            <ac:spMk id="8" creationId="{55842081-97CF-4E12-AF2C-E6B4AE9BE9EB}"/>
          </ac:spMkLst>
        </pc:spChg>
        <pc:spChg chg="mod">
          <ac:chgData name="Nicolas von Westphalen" userId="4eb7a7cb-d831-41d5-8404-3def3e43d49f" providerId="ADAL" clId="{454A464B-FFD0-4088-A187-C56F7837D213}" dt="2021-02-22T17:43:19.236" v="287" actId="1076"/>
          <ac:spMkLst>
            <pc:docMk/>
            <pc:sldMk cId="395789375" sldId="367"/>
            <ac:spMk id="24" creationId="{412EED0F-1EB3-4BE9-A26D-669009A6B32F}"/>
          </ac:spMkLst>
        </pc:spChg>
        <pc:graphicFrameChg chg="mod">
          <ac:chgData name="Nicolas von Westphalen" userId="4eb7a7cb-d831-41d5-8404-3def3e43d49f" providerId="ADAL" clId="{454A464B-FFD0-4088-A187-C56F7837D213}" dt="2021-02-26T09:03:15.350" v="297" actId="207"/>
          <ac:graphicFrameMkLst>
            <pc:docMk/>
            <pc:sldMk cId="395789375" sldId="367"/>
            <ac:graphicFrameMk id="6" creationId="{D6C9C7E3-14BC-45AA-995F-949E48C4229A}"/>
          </ac:graphicFrameMkLst>
        </pc:graphicFrameChg>
      </pc:sldChg>
      <pc:sldChg chg="modSp">
        <pc:chgData name="Nicolas von Westphalen" userId="4eb7a7cb-d831-41d5-8404-3def3e43d49f" providerId="ADAL" clId="{454A464B-FFD0-4088-A187-C56F7837D213}" dt="2021-03-01T09:10:15.207" v="301"/>
        <pc:sldMkLst>
          <pc:docMk/>
          <pc:sldMk cId="2436420133" sldId="381"/>
        </pc:sldMkLst>
        <pc:graphicFrameChg chg="mod">
          <ac:chgData name="Nicolas von Westphalen" userId="4eb7a7cb-d831-41d5-8404-3def3e43d49f" providerId="ADAL" clId="{454A464B-FFD0-4088-A187-C56F7837D213}" dt="2021-03-01T09:10:15.207" v="301"/>
          <ac:graphicFrameMkLst>
            <pc:docMk/>
            <pc:sldMk cId="2436420133" sldId="381"/>
            <ac:graphicFrameMk id="13" creationId="{6227651A-17FE-4530-9E6E-D2F19FBA343A}"/>
          </ac:graphicFrameMkLst>
        </pc:graphicFrameChg>
      </pc:sldChg>
      <pc:sldChg chg="modSp">
        <pc:chgData name="Nicolas von Westphalen" userId="4eb7a7cb-d831-41d5-8404-3def3e43d49f" providerId="ADAL" clId="{454A464B-FFD0-4088-A187-C56F7837D213}" dt="2021-03-01T09:35:50.394" v="309"/>
        <pc:sldMkLst>
          <pc:docMk/>
          <pc:sldMk cId="1220646678" sldId="382"/>
        </pc:sldMkLst>
        <pc:graphicFrameChg chg="mod">
          <ac:chgData name="Nicolas von Westphalen" userId="4eb7a7cb-d831-41d5-8404-3def3e43d49f" providerId="ADAL" clId="{454A464B-FFD0-4088-A187-C56F7837D213}" dt="2021-03-01T09:35:50.394" v="309"/>
          <ac:graphicFrameMkLst>
            <pc:docMk/>
            <pc:sldMk cId="1220646678" sldId="382"/>
            <ac:graphicFrameMk id="15" creationId="{B157D824-53EA-493A-B536-682D8485DD06}"/>
          </ac:graphicFrameMkLst>
        </pc:graphicFrameChg>
      </pc:sldChg>
    </pc:docChg>
  </pc:docChgLst>
  <pc:docChgLst>
    <pc:chgData name="Georg  Pinne" userId="05574ceb-d5e8-42ed-bfd7-165f914e3d1e" providerId="ADAL" clId="{FEF30A8E-DEB8-46F7-920E-E132806F317C}"/>
    <pc:docChg chg="modSld">
      <pc:chgData name="Georg  Pinne" userId="05574ceb-d5e8-42ed-bfd7-165f914e3d1e" providerId="ADAL" clId="{FEF30A8E-DEB8-46F7-920E-E132806F317C}" dt="2021-02-21T20:26:28.111" v="3" actId="20577"/>
      <pc:docMkLst>
        <pc:docMk/>
      </pc:docMkLst>
      <pc:sldChg chg="modSp mod">
        <pc:chgData name="Georg  Pinne" userId="05574ceb-d5e8-42ed-bfd7-165f914e3d1e" providerId="ADAL" clId="{FEF30A8E-DEB8-46F7-920E-E132806F317C}" dt="2021-02-21T20:26:28.111" v="3" actId="20577"/>
        <pc:sldMkLst>
          <pc:docMk/>
          <pc:sldMk cId="4063377980" sldId="364"/>
        </pc:sldMkLst>
        <pc:spChg chg="mod">
          <ac:chgData name="Georg  Pinne" userId="05574ceb-d5e8-42ed-bfd7-165f914e3d1e" providerId="ADAL" clId="{FEF30A8E-DEB8-46F7-920E-E132806F317C}" dt="2021-02-21T20:26:28.111" v="3" actId="20577"/>
          <ac:spMkLst>
            <pc:docMk/>
            <pc:sldMk cId="4063377980" sldId="364"/>
            <ac:spMk id="70" creationId="{DC12FB88-4C44-4F40-9F4E-515952387BDC}"/>
          </ac:spMkLst>
        </pc:spChg>
      </pc:sldChg>
    </pc:docChg>
  </pc:docChgLst>
  <pc:docChgLst>
    <pc:chgData name="Nicolas von Westphalen" userId="4eb7a7cb-d831-41d5-8404-3def3e43d49f" providerId="ADAL" clId="{80EDB85F-54A3-4225-8B31-471A1D90D663}"/>
    <pc:docChg chg="undo custSel modSld">
      <pc:chgData name="Nicolas von Westphalen" userId="4eb7a7cb-d831-41d5-8404-3def3e43d49f" providerId="ADAL" clId="{80EDB85F-54A3-4225-8B31-471A1D90D663}" dt="2021-02-22T09:35:48.114" v="1556" actId="113"/>
      <pc:docMkLst>
        <pc:docMk/>
      </pc:docMkLst>
      <pc:sldChg chg="modSp mod">
        <pc:chgData name="Nicolas von Westphalen" userId="4eb7a7cb-d831-41d5-8404-3def3e43d49f" providerId="ADAL" clId="{80EDB85F-54A3-4225-8B31-471A1D90D663}" dt="2021-02-18T09:46:48.400" v="465" actId="1036"/>
        <pc:sldMkLst>
          <pc:docMk/>
          <pc:sldMk cId="2673889257" sldId="298"/>
        </pc:sldMkLst>
        <pc:spChg chg="mod">
          <ac:chgData name="Nicolas von Westphalen" userId="4eb7a7cb-d831-41d5-8404-3def3e43d49f" providerId="ADAL" clId="{80EDB85F-54A3-4225-8B31-471A1D90D663}" dt="2021-02-18T09:37:34.269" v="456" actId="113"/>
          <ac:spMkLst>
            <pc:docMk/>
            <pc:sldMk cId="2673889257" sldId="298"/>
            <ac:spMk id="50" creationId="{1782E0CE-FD60-434C-A555-45CC6154E515}"/>
          </ac:spMkLst>
        </pc:spChg>
        <pc:spChg chg="mod ord">
          <ac:chgData name="Nicolas von Westphalen" userId="4eb7a7cb-d831-41d5-8404-3def3e43d49f" providerId="ADAL" clId="{80EDB85F-54A3-4225-8B31-471A1D90D663}" dt="2021-02-18T09:46:48.400" v="465" actId="1036"/>
          <ac:spMkLst>
            <pc:docMk/>
            <pc:sldMk cId="2673889257" sldId="298"/>
            <ac:spMk id="51" creationId="{A59A170C-BB85-4786-9CB9-17D4494E3A6E}"/>
          </ac:spMkLst>
        </pc:spChg>
      </pc:sldChg>
      <pc:sldChg chg="modSp mod">
        <pc:chgData name="Nicolas von Westphalen" userId="4eb7a7cb-d831-41d5-8404-3def3e43d49f" providerId="ADAL" clId="{80EDB85F-54A3-4225-8B31-471A1D90D663}" dt="2021-02-18T10:32:47.296" v="793" actId="113"/>
        <pc:sldMkLst>
          <pc:docMk/>
          <pc:sldMk cId="1301093302" sldId="306"/>
        </pc:sldMkLst>
        <pc:spChg chg="mod">
          <ac:chgData name="Nicolas von Westphalen" userId="4eb7a7cb-d831-41d5-8404-3def3e43d49f" providerId="ADAL" clId="{80EDB85F-54A3-4225-8B31-471A1D90D663}" dt="2021-02-18T10:32:47.296" v="793" actId="113"/>
          <ac:spMkLst>
            <pc:docMk/>
            <pc:sldMk cId="1301093302" sldId="306"/>
            <ac:spMk id="12" creationId="{4CC89DFB-4752-4101-A187-80D3AA67AC04}"/>
          </ac:spMkLst>
        </pc:spChg>
        <pc:graphicFrameChg chg="modGraphic">
          <ac:chgData name="Nicolas von Westphalen" userId="4eb7a7cb-d831-41d5-8404-3def3e43d49f" providerId="ADAL" clId="{80EDB85F-54A3-4225-8B31-471A1D90D663}" dt="2021-02-18T10:01:21.589" v="600" actId="20577"/>
          <ac:graphicFrameMkLst>
            <pc:docMk/>
            <pc:sldMk cId="1301093302" sldId="306"/>
            <ac:graphicFrameMk id="65" creationId="{97966EA8-3912-4A1E-9AB0-35497AC25E5B}"/>
          </ac:graphicFrameMkLst>
        </pc:graphicFrameChg>
      </pc:sldChg>
      <pc:sldChg chg="modSp mod">
        <pc:chgData name="Nicolas von Westphalen" userId="4eb7a7cb-d831-41d5-8404-3def3e43d49f" providerId="ADAL" clId="{80EDB85F-54A3-4225-8B31-471A1D90D663}" dt="2021-02-18T11:04:12.346" v="875" actId="207"/>
        <pc:sldMkLst>
          <pc:docMk/>
          <pc:sldMk cId="3952975784" sldId="307"/>
        </pc:sldMkLst>
        <pc:spChg chg="mod">
          <ac:chgData name="Nicolas von Westphalen" userId="4eb7a7cb-d831-41d5-8404-3def3e43d49f" providerId="ADAL" clId="{80EDB85F-54A3-4225-8B31-471A1D90D663}" dt="2021-02-18T10:10:18.041" v="679" actId="1035"/>
          <ac:spMkLst>
            <pc:docMk/>
            <pc:sldMk cId="3952975784" sldId="307"/>
            <ac:spMk id="3" creationId="{02D44259-FBBE-498A-9F5D-492D75818DDE}"/>
          </ac:spMkLst>
        </pc:spChg>
        <pc:spChg chg="mod">
          <ac:chgData name="Nicolas von Westphalen" userId="4eb7a7cb-d831-41d5-8404-3def3e43d49f" providerId="ADAL" clId="{80EDB85F-54A3-4225-8B31-471A1D90D663}" dt="2021-02-18T10:10:18.041" v="679" actId="1035"/>
          <ac:spMkLst>
            <pc:docMk/>
            <pc:sldMk cId="3952975784" sldId="307"/>
            <ac:spMk id="8" creationId="{DDAC9F3E-207F-488B-857B-7C37DCA35903}"/>
          </ac:spMkLst>
        </pc:spChg>
        <pc:spChg chg="mod">
          <ac:chgData name="Nicolas von Westphalen" userId="4eb7a7cb-d831-41d5-8404-3def3e43d49f" providerId="ADAL" clId="{80EDB85F-54A3-4225-8B31-471A1D90D663}" dt="2021-02-18T11:04:12.346" v="875" actId="207"/>
          <ac:spMkLst>
            <pc:docMk/>
            <pc:sldMk cId="3952975784" sldId="307"/>
            <ac:spMk id="695" creationId="{150CC1C7-6AC3-4BF1-894D-E5973FF56C84}"/>
          </ac:spMkLst>
        </pc:spChg>
        <pc:spChg chg="mod">
          <ac:chgData name="Nicolas von Westphalen" userId="4eb7a7cb-d831-41d5-8404-3def3e43d49f" providerId="ADAL" clId="{80EDB85F-54A3-4225-8B31-471A1D90D663}" dt="2021-02-18T10:09:59.091" v="665" actId="20577"/>
          <ac:spMkLst>
            <pc:docMk/>
            <pc:sldMk cId="3952975784" sldId="307"/>
            <ac:spMk id="1227" creationId="{7DB2FE8E-6A32-4CBC-86E3-69578CDE172C}"/>
          </ac:spMkLst>
        </pc:spChg>
      </pc:sldChg>
      <pc:sldChg chg="modSp mod">
        <pc:chgData name="Nicolas von Westphalen" userId="4eb7a7cb-d831-41d5-8404-3def3e43d49f" providerId="ADAL" clId="{80EDB85F-54A3-4225-8B31-471A1D90D663}" dt="2021-02-18T10:29:21.639" v="788" actId="113"/>
        <pc:sldMkLst>
          <pc:docMk/>
          <pc:sldMk cId="3083379284" sldId="308"/>
        </pc:sldMkLst>
        <pc:spChg chg="mod">
          <ac:chgData name="Nicolas von Westphalen" userId="4eb7a7cb-d831-41d5-8404-3def3e43d49f" providerId="ADAL" clId="{80EDB85F-54A3-4225-8B31-471A1D90D663}" dt="2021-02-18T10:29:21.639" v="788" actId="113"/>
          <ac:spMkLst>
            <pc:docMk/>
            <pc:sldMk cId="3083379284" sldId="308"/>
            <ac:spMk id="22" creationId="{2201C571-E9A8-47C7-89FE-4181668F1B1A}"/>
          </ac:spMkLst>
        </pc:spChg>
        <pc:spChg chg="mod">
          <ac:chgData name="Nicolas von Westphalen" userId="4eb7a7cb-d831-41d5-8404-3def3e43d49f" providerId="ADAL" clId="{80EDB85F-54A3-4225-8B31-471A1D90D663}" dt="2021-02-18T10:14:16.636" v="706" actId="255"/>
          <ac:spMkLst>
            <pc:docMk/>
            <pc:sldMk cId="3083379284" sldId="308"/>
            <ac:spMk id="23" creationId="{F644E9EA-9E38-43FB-829B-FF3EE569384B}"/>
          </ac:spMkLst>
        </pc:spChg>
        <pc:spChg chg="mod">
          <ac:chgData name="Nicolas von Westphalen" userId="4eb7a7cb-d831-41d5-8404-3def3e43d49f" providerId="ADAL" clId="{80EDB85F-54A3-4225-8B31-471A1D90D663}" dt="2021-02-18T10:14:38.446" v="717" actId="20577"/>
          <ac:spMkLst>
            <pc:docMk/>
            <pc:sldMk cId="3083379284" sldId="308"/>
            <ac:spMk id="24" creationId="{68116FC8-7FE8-40F1-8EDA-ABD8BF308E73}"/>
          </ac:spMkLst>
        </pc:spChg>
        <pc:spChg chg="mod">
          <ac:chgData name="Nicolas von Westphalen" userId="4eb7a7cb-d831-41d5-8404-3def3e43d49f" providerId="ADAL" clId="{80EDB85F-54A3-4225-8B31-471A1D90D663}" dt="2021-02-15T15:52:54.731" v="108" actId="1036"/>
          <ac:spMkLst>
            <pc:docMk/>
            <pc:sldMk cId="3083379284" sldId="308"/>
            <ac:spMk id="25" creationId="{A279CA34-68EC-4F51-B16E-FDD4F732387C}"/>
          </ac:spMkLst>
        </pc:spChg>
      </pc:sldChg>
      <pc:sldChg chg="modSp mod">
        <pc:chgData name="Nicolas von Westphalen" userId="4eb7a7cb-d831-41d5-8404-3def3e43d49f" providerId="ADAL" clId="{80EDB85F-54A3-4225-8B31-471A1D90D663}" dt="2021-02-19T14:27:35.471" v="1394" actId="120"/>
        <pc:sldMkLst>
          <pc:docMk/>
          <pc:sldMk cId="895173213" sldId="317"/>
        </pc:sldMkLst>
        <pc:spChg chg="mod">
          <ac:chgData name="Nicolas von Westphalen" userId="4eb7a7cb-d831-41d5-8404-3def3e43d49f" providerId="ADAL" clId="{80EDB85F-54A3-4225-8B31-471A1D90D663}" dt="2021-02-19T14:27:14.961" v="1392" actId="113"/>
          <ac:spMkLst>
            <pc:docMk/>
            <pc:sldMk cId="895173213" sldId="317"/>
            <ac:spMk id="190" creationId="{B36F91B8-CACB-4D52-86F5-3C4C5ADB9E75}"/>
          </ac:spMkLst>
        </pc:spChg>
        <pc:spChg chg="mod">
          <ac:chgData name="Nicolas von Westphalen" userId="4eb7a7cb-d831-41d5-8404-3def3e43d49f" providerId="ADAL" clId="{80EDB85F-54A3-4225-8B31-471A1D90D663}" dt="2021-02-19T14:27:35.471" v="1394" actId="120"/>
          <ac:spMkLst>
            <pc:docMk/>
            <pc:sldMk cId="895173213" sldId="317"/>
            <ac:spMk id="192" creationId="{621866F1-DD34-4D18-9772-2A5E97A09756}"/>
          </ac:spMkLst>
        </pc:spChg>
        <pc:spChg chg="mod">
          <ac:chgData name="Nicolas von Westphalen" userId="4eb7a7cb-d831-41d5-8404-3def3e43d49f" providerId="ADAL" clId="{80EDB85F-54A3-4225-8B31-471A1D90D663}" dt="2021-02-18T11:33:54.352" v="1297" actId="20577"/>
          <ac:spMkLst>
            <pc:docMk/>
            <pc:sldMk cId="895173213" sldId="317"/>
            <ac:spMk id="196" creationId="{88E5B558-559F-47F9-88B0-45A726266B83}"/>
          </ac:spMkLst>
        </pc:spChg>
      </pc:sldChg>
      <pc:sldChg chg="modSp mod">
        <pc:chgData name="Nicolas von Westphalen" userId="4eb7a7cb-d831-41d5-8404-3def3e43d49f" providerId="ADAL" clId="{80EDB85F-54A3-4225-8B31-471A1D90D663}" dt="2021-02-19T14:45:56.661" v="1493" actId="20577"/>
        <pc:sldMkLst>
          <pc:docMk/>
          <pc:sldMk cId="3049681915" sldId="324"/>
        </pc:sldMkLst>
        <pc:spChg chg="mod">
          <ac:chgData name="Nicolas von Westphalen" userId="4eb7a7cb-d831-41d5-8404-3def3e43d49f" providerId="ADAL" clId="{80EDB85F-54A3-4225-8B31-471A1D90D663}" dt="2021-02-18T15:03:02.371" v="1345" actId="120"/>
          <ac:spMkLst>
            <pc:docMk/>
            <pc:sldMk cId="3049681915" sldId="324"/>
            <ac:spMk id="18" creationId="{0ECECAF7-9559-4A33-98E6-D81872869D7F}"/>
          </ac:spMkLst>
        </pc:spChg>
        <pc:spChg chg="mod">
          <ac:chgData name="Nicolas von Westphalen" userId="4eb7a7cb-d831-41d5-8404-3def3e43d49f" providerId="ADAL" clId="{80EDB85F-54A3-4225-8B31-471A1D90D663}" dt="2021-02-19T14:45:56.661" v="1493" actId="20577"/>
          <ac:spMkLst>
            <pc:docMk/>
            <pc:sldMk cId="3049681915" sldId="324"/>
            <ac:spMk id="20" creationId="{E6A4740B-E496-47EC-A6E6-5DFE8E500DB3}"/>
          </ac:spMkLst>
        </pc:spChg>
        <pc:spChg chg="mod">
          <ac:chgData name="Nicolas von Westphalen" userId="4eb7a7cb-d831-41d5-8404-3def3e43d49f" providerId="ADAL" clId="{80EDB85F-54A3-4225-8B31-471A1D90D663}" dt="2021-02-18T15:02:37.505" v="1343" actId="120"/>
          <ac:spMkLst>
            <pc:docMk/>
            <pc:sldMk cId="3049681915" sldId="324"/>
            <ac:spMk id="25" creationId="{42F51657-E9B7-40B8-9CF0-2698293AC299}"/>
          </ac:spMkLst>
        </pc:spChg>
      </pc:sldChg>
      <pc:sldChg chg="modSp mod">
        <pc:chgData name="Nicolas von Westphalen" userId="4eb7a7cb-d831-41d5-8404-3def3e43d49f" providerId="ADAL" clId="{80EDB85F-54A3-4225-8B31-471A1D90D663}" dt="2021-02-19T14:46:20.035" v="1496" actId="14100"/>
        <pc:sldMkLst>
          <pc:docMk/>
          <pc:sldMk cId="3283193669" sldId="326"/>
        </pc:sldMkLst>
        <pc:spChg chg="mod">
          <ac:chgData name="Nicolas von Westphalen" userId="4eb7a7cb-d831-41d5-8404-3def3e43d49f" providerId="ADAL" clId="{80EDB85F-54A3-4225-8B31-471A1D90D663}" dt="2021-02-19T14:46:20.035" v="1496" actId="14100"/>
          <ac:spMkLst>
            <pc:docMk/>
            <pc:sldMk cId="3283193669" sldId="326"/>
            <ac:spMk id="15" creationId="{F7D5B727-7977-434A-A531-89B6797F2FFD}"/>
          </ac:spMkLst>
        </pc:spChg>
      </pc:sldChg>
      <pc:sldChg chg="modSp mod">
        <pc:chgData name="Nicolas von Westphalen" userId="4eb7a7cb-d831-41d5-8404-3def3e43d49f" providerId="ADAL" clId="{80EDB85F-54A3-4225-8B31-471A1D90D663}" dt="2021-02-18T11:22:22.339" v="955" actId="20577"/>
        <pc:sldMkLst>
          <pc:docMk/>
          <pc:sldMk cId="3467199786" sldId="336"/>
        </pc:sldMkLst>
        <pc:spChg chg="mod">
          <ac:chgData name="Nicolas von Westphalen" userId="4eb7a7cb-d831-41d5-8404-3def3e43d49f" providerId="ADAL" clId="{80EDB85F-54A3-4225-8B31-471A1D90D663}" dt="2021-02-18T11:22:22.339" v="955" actId="20577"/>
          <ac:spMkLst>
            <pc:docMk/>
            <pc:sldMk cId="3467199786" sldId="336"/>
            <ac:spMk id="19" creationId="{1A4E6978-D228-4199-B505-6E22114BC5D7}"/>
          </ac:spMkLst>
        </pc:spChg>
        <pc:spChg chg="mod">
          <ac:chgData name="Nicolas von Westphalen" userId="4eb7a7cb-d831-41d5-8404-3def3e43d49f" providerId="ADAL" clId="{80EDB85F-54A3-4225-8B31-471A1D90D663}" dt="2021-02-18T10:58:41.131" v="832" actId="20577"/>
          <ac:spMkLst>
            <pc:docMk/>
            <pc:sldMk cId="3467199786" sldId="336"/>
            <ac:spMk id="29" creationId="{6C6F398F-852D-40CE-ABE3-5982D131FE3F}"/>
          </ac:spMkLst>
        </pc:spChg>
      </pc:sldChg>
      <pc:sldChg chg="modSp mod">
        <pc:chgData name="Nicolas von Westphalen" userId="4eb7a7cb-d831-41d5-8404-3def3e43d49f" providerId="ADAL" clId="{80EDB85F-54A3-4225-8B31-471A1D90D663}" dt="2021-02-18T09:58:25.451" v="522" actId="20577"/>
        <pc:sldMkLst>
          <pc:docMk/>
          <pc:sldMk cId="2236457937" sldId="337"/>
        </pc:sldMkLst>
        <pc:spChg chg="mod">
          <ac:chgData name="Nicolas von Westphalen" userId="4eb7a7cb-d831-41d5-8404-3def3e43d49f" providerId="ADAL" clId="{80EDB85F-54A3-4225-8B31-471A1D90D663}" dt="2021-02-18T09:57:41.253" v="511" actId="20577"/>
          <ac:spMkLst>
            <pc:docMk/>
            <pc:sldMk cId="2236457937" sldId="337"/>
            <ac:spMk id="36" creationId="{6470679E-035A-4862-8138-2101149FAF58}"/>
          </ac:spMkLst>
        </pc:spChg>
        <pc:spChg chg="mod">
          <ac:chgData name="Nicolas von Westphalen" userId="4eb7a7cb-d831-41d5-8404-3def3e43d49f" providerId="ADAL" clId="{80EDB85F-54A3-4225-8B31-471A1D90D663}" dt="2021-02-18T09:49:53.325" v="503" actId="20577"/>
          <ac:spMkLst>
            <pc:docMk/>
            <pc:sldMk cId="2236457937" sldId="337"/>
            <ac:spMk id="39" creationId="{02860076-6010-4035-A643-9FF0E8B9EEF0}"/>
          </ac:spMkLst>
        </pc:spChg>
        <pc:spChg chg="mod">
          <ac:chgData name="Nicolas von Westphalen" userId="4eb7a7cb-d831-41d5-8404-3def3e43d49f" providerId="ADAL" clId="{80EDB85F-54A3-4225-8B31-471A1D90D663}" dt="2021-02-18T09:58:25.451" v="522" actId="20577"/>
          <ac:spMkLst>
            <pc:docMk/>
            <pc:sldMk cId="2236457937" sldId="337"/>
            <ac:spMk id="45" creationId="{9C3DE556-6AD3-425F-8F80-D4759AB63666}"/>
          </ac:spMkLst>
        </pc:spChg>
      </pc:sldChg>
      <pc:sldChg chg="modSp mod">
        <pc:chgData name="Nicolas von Westphalen" userId="4eb7a7cb-d831-41d5-8404-3def3e43d49f" providerId="ADAL" clId="{80EDB85F-54A3-4225-8B31-471A1D90D663}" dt="2021-02-18T17:46:47.428" v="1355" actId="255"/>
        <pc:sldMkLst>
          <pc:docMk/>
          <pc:sldMk cId="2282108408" sldId="338"/>
        </pc:sldMkLst>
        <pc:graphicFrameChg chg="modGraphic">
          <ac:chgData name="Nicolas von Westphalen" userId="4eb7a7cb-d831-41d5-8404-3def3e43d49f" providerId="ADAL" clId="{80EDB85F-54A3-4225-8B31-471A1D90D663}" dt="2021-02-18T17:46:47.428" v="1355" actId="255"/>
          <ac:graphicFrameMkLst>
            <pc:docMk/>
            <pc:sldMk cId="2282108408" sldId="338"/>
            <ac:graphicFrameMk id="11" creationId="{C29D1808-B792-49B2-9402-B30470F9D1F8}"/>
          </ac:graphicFrameMkLst>
        </pc:graphicFrameChg>
        <pc:graphicFrameChg chg="modGraphic">
          <ac:chgData name="Nicolas von Westphalen" userId="4eb7a7cb-d831-41d5-8404-3def3e43d49f" providerId="ADAL" clId="{80EDB85F-54A3-4225-8B31-471A1D90D663}" dt="2021-02-18T17:46:42.207" v="1354" actId="255"/>
          <ac:graphicFrameMkLst>
            <pc:docMk/>
            <pc:sldMk cId="2282108408" sldId="338"/>
            <ac:graphicFrameMk id="29" creationId="{FE68539B-7A2C-4693-9AAE-0E4A76F6F7E0}"/>
          </ac:graphicFrameMkLst>
        </pc:graphicFrameChg>
      </pc:sldChg>
      <pc:sldChg chg="modSp mod">
        <pc:chgData name="Nicolas von Westphalen" userId="4eb7a7cb-d831-41d5-8404-3def3e43d49f" providerId="ADAL" clId="{80EDB85F-54A3-4225-8B31-471A1D90D663}" dt="2021-02-19T14:24:11.855" v="1391" actId="108"/>
        <pc:sldMkLst>
          <pc:docMk/>
          <pc:sldMk cId="2992616775" sldId="342"/>
        </pc:sldMkLst>
        <pc:spChg chg="mod">
          <ac:chgData name="Nicolas von Westphalen" userId="4eb7a7cb-d831-41d5-8404-3def3e43d49f" providerId="ADAL" clId="{80EDB85F-54A3-4225-8B31-471A1D90D663}" dt="2021-02-19T14:23:15.136" v="1387" actId="20577"/>
          <ac:spMkLst>
            <pc:docMk/>
            <pc:sldMk cId="2992616775" sldId="342"/>
            <ac:spMk id="11" creationId="{71C7A036-B4BA-41B8-9731-72EBC3924349}"/>
          </ac:spMkLst>
        </pc:spChg>
        <pc:spChg chg="mod">
          <ac:chgData name="Nicolas von Westphalen" userId="4eb7a7cb-d831-41d5-8404-3def3e43d49f" providerId="ADAL" clId="{80EDB85F-54A3-4225-8B31-471A1D90D663}" dt="2021-02-19T14:24:00.199" v="1388" actId="108"/>
          <ac:spMkLst>
            <pc:docMk/>
            <pc:sldMk cId="2992616775" sldId="342"/>
            <ac:spMk id="42" creationId="{85ADFC1E-6784-494E-8B26-F504839F85B3}"/>
          </ac:spMkLst>
        </pc:spChg>
        <pc:spChg chg="mod">
          <ac:chgData name="Nicolas von Westphalen" userId="4eb7a7cb-d831-41d5-8404-3def3e43d49f" providerId="ADAL" clId="{80EDB85F-54A3-4225-8B31-471A1D90D663}" dt="2021-02-18T10:59:24.253" v="835" actId="113"/>
          <ac:spMkLst>
            <pc:docMk/>
            <pc:sldMk cId="2992616775" sldId="342"/>
            <ac:spMk id="44" creationId="{02EA9378-C8DA-43AE-ACBE-8314A3C2797B}"/>
          </ac:spMkLst>
        </pc:spChg>
        <pc:spChg chg="mod">
          <ac:chgData name="Nicolas von Westphalen" userId="4eb7a7cb-d831-41d5-8404-3def3e43d49f" providerId="ADAL" clId="{80EDB85F-54A3-4225-8B31-471A1D90D663}" dt="2021-02-19T14:24:11.855" v="1391" actId="108"/>
          <ac:spMkLst>
            <pc:docMk/>
            <pc:sldMk cId="2992616775" sldId="342"/>
            <ac:spMk id="45" creationId="{8B11667F-FEA1-4442-9B09-57BBB8C83C29}"/>
          </ac:spMkLst>
        </pc:spChg>
        <pc:spChg chg="mod">
          <ac:chgData name="Nicolas von Westphalen" userId="4eb7a7cb-d831-41d5-8404-3def3e43d49f" providerId="ADAL" clId="{80EDB85F-54A3-4225-8B31-471A1D90D663}" dt="2021-02-19T14:24:07.031" v="1390" actId="108"/>
          <ac:spMkLst>
            <pc:docMk/>
            <pc:sldMk cId="2992616775" sldId="342"/>
            <ac:spMk id="46" creationId="{E7A4C128-6E2E-459F-8F34-BA645B3576DF}"/>
          </ac:spMkLst>
        </pc:spChg>
        <pc:spChg chg="mod">
          <ac:chgData name="Nicolas von Westphalen" userId="4eb7a7cb-d831-41d5-8404-3def3e43d49f" providerId="ADAL" clId="{80EDB85F-54A3-4225-8B31-471A1D90D663}" dt="2021-02-18T10:59:21.183" v="834" actId="113"/>
          <ac:spMkLst>
            <pc:docMk/>
            <pc:sldMk cId="2992616775" sldId="342"/>
            <ac:spMk id="47" creationId="{F0841F06-A3C0-49EA-A7F7-EB9E4BD33571}"/>
          </ac:spMkLst>
        </pc:spChg>
        <pc:spChg chg="mod">
          <ac:chgData name="Nicolas von Westphalen" userId="4eb7a7cb-d831-41d5-8404-3def3e43d49f" providerId="ADAL" clId="{80EDB85F-54A3-4225-8B31-471A1D90D663}" dt="2021-02-18T11:23:32.918" v="956" actId="14100"/>
          <ac:spMkLst>
            <pc:docMk/>
            <pc:sldMk cId="2992616775" sldId="342"/>
            <ac:spMk id="50" creationId="{9A9A1243-A60F-4320-869E-4DEAE2647649}"/>
          </ac:spMkLst>
        </pc:spChg>
      </pc:sldChg>
      <pc:sldChg chg="modSp mod">
        <pc:chgData name="Nicolas von Westphalen" userId="4eb7a7cb-d831-41d5-8404-3def3e43d49f" providerId="ADAL" clId="{80EDB85F-54A3-4225-8B31-471A1D90D663}" dt="2021-02-19T15:38:27.899" v="1531" actId="14100"/>
        <pc:sldMkLst>
          <pc:docMk/>
          <pc:sldMk cId="977870538" sldId="347"/>
        </pc:sldMkLst>
        <pc:spChg chg="mod">
          <ac:chgData name="Nicolas von Westphalen" userId="4eb7a7cb-d831-41d5-8404-3def3e43d49f" providerId="ADAL" clId="{80EDB85F-54A3-4225-8B31-471A1D90D663}" dt="2021-02-19T15:38:27.899" v="1531" actId="14100"/>
          <ac:spMkLst>
            <pc:docMk/>
            <pc:sldMk cId="977870538" sldId="347"/>
            <ac:spMk id="13" creationId="{DB47710D-33CD-4E3F-9F87-08460E715EA2}"/>
          </ac:spMkLst>
        </pc:spChg>
        <pc:spChg chg="mod">
          <ac:chgData name="Nicolas von Westphalen" userId="4eb7a7cb-d831-41d5-8404-3def3e43d49f" providerId="ADAL" clId="{80EDB85F-54A3-4225-8B31-471A1D90D663}" dt="2021-02-19T14:49:03.718" v="1497" actId="255"/>
          <ac:spMkLst>
            <pc:docMk/>
            <pc:sldMk cId="977870538" sldId="347"/>
            <ac:spMk id="16" creationId="{8AC48996-B796-455A-930B-AFFF4178117C}"/>
          </ac:spMkLst>
        </pc:spChg>
        <pc:spChg chg="mod">
          <ac:chgData name="Nicolas von Westphalen" userId="4eb7a7cb-d831-41d5-8404-3def3e43d49f" providerId="ADAL" clId="{80EDB85F-54A3-4225-8B31-471A1D90D663}" dt="2021-02-19T15:31:51.309" v="1502" actId="1076"/>
          <ac:spMkLst>
            <pc:docMk/>
            <pc:sldMk cId="977870538" sldId="347"/>
            <ac:spMk id="17" creationId="{8E861547-D097-49B2-B07C-16BFE9AB29BF}"/>
          </ac:spMkLst>
        </pc:spChg>
        <pc:spChg chg="mod">
          <ac:chgData name="Nicolas von Westphalen" userId="4eb7a7cb-d831-41d5-8404-3def3e43d49f" providerId="ADAL" clId="{80EDB85F-54A3-4225-8B31-471A1D90D663}" dt="2021-02-19T14:49:31.911" v="1498" actId="1076"/>
          <ac:spMkLst>
            <pc:docMk/>
            <pc:sldMk cId="977870538" sldId="347"/>
            <ac:spMk id="21" creationId="{4B15751B-BBAB-4DAF-BF1A-DF1F4C7BD2A8}"/>
          </ac:spMkLst>
        </pc:spChg>
      </pc:sldChg>
      <pc:sldChg chg="modSp mod">
        <pc:chgData name="Nicolas von Westphalen" userId="4eb7a7cb-d831-41d5-8404-3def3e43d49f" providerId="ADAL" clId="{80EDB85F-54A3-4225-8B31-471A1D90D663}" dt="2021-02-18T10:10:55.423" v="705" actId="1035"/>
        <pc:sldMkLst>
          <pc:docMk/>
          <pc:sldMk cId="580259244" sldId="351"/>
        </pc:sldMkLst>
        <pc:spChg chg="mod">
          <ac:chgData name="Nicolas von Westphalen" userId="4eb7a7cb-d831-41d5-8404-3def3e43d49f" providerId="ADAL" clId="{80EDB85F-54A3-4225-8B31-471A1D90D663}" dt="2021-02-18T10:10:47.352" v="698" actId="1035"/>
          <ac:spMkLst>
            <pc:docMk/>
            <pc:sldMk cId="580259244" sldId="351"/>
            <ac:spMk id="45" creationId="{B3C61E6A-BBE4-4D92-958A-0BBFC548DDD8}"/>
          </ac:spMkLst>
        </pc:spChg>
        <pc:spChg chg="mod">
          <ac:chgData name="Nicolas von Westphalen" userId="4eb7a7cb-d831-41d5-8404-3def3e43d49f" providerId="ADAL" clId="{80EDB85F-54A3-4225-8B31-471A1D90D663}" dt="2021-02-18T10:10:55.423" v="705" actId="1035"/>
          <ac:spMkLst>
            <pc:docMk/>
            <pc:sldMk cId="580259244" sldId="351"/>
            <ac:spMk id="48" creationId="{344CD6B1-781A-44AD-AB75-8952FA541E5C}"/>
          </ac:spMkLst>
        </pc:spChg>
      </pc:sldChg>
      <pc:sldChg chg="modSp mod">
        <pc:chgData name="Nicolas von Westphalen" userId="4eb7a7cb-d831-41d5-8404-3def3e43d49f" providerId="ADAL" clId="{80EDB85F-54A3-4225-8B31-471A1D90D663}" dt="2021-02-18T09:36:31.365" v="448" actId="1076"/>
        <pc:sldMkLst>
          <pc:docMk/>
          <pc:sldMk cId="705361737" sldId="352"/>
        </pc:sldMkLst>
        <pc:spChg chg="mod">
          <ac:chgData name="Nicolas von Westphalen" userId="4eb7a7cb-d831-41d5-8404-3def3e43d49f" providerId="ADAL" clId="{80EDB85F-54A3-4225-8B31-471A1D90D663}" dt="2021-02-18T09:36:31.365" v="448" actId="1076"/>
          <ac:spMkLst>
            <pc:docMk/>
            <pc:sldMk cId="705361737" sldId="352"/>
            <ac:spMk id="47" creationId="{13E852B0-6F97-4A21-9983-735923AB43C9}"/>
          </ac:spMkLst>
        </pc:spChg>
        <pc:spChg chg="mod">
          <ac:chgData name="Nicolas von Westphalen" userId="4eb7a7cb-d831-41d5-8404-3def3e43d49f" providerId="ADAL" clId="{80EDB85F-54A3-4225-8B31-471A1D90D663}" dt="2021-02-12T08:07:34.200" v="35" actId="122"/>
          <ac:spMkLst>
            <pc:docMk/>
            <pc:sldMk cId="705361737" sldId="352"/>
            <ac:spMk id="54" creationId="{0C8D0FAC-2431-430D-9175-ED8DB435502C}"/>
          </ac:spMkLst>
        </pc:spChg>
        <pc:spChg chg="mod">
          <ac:chgData name="Nicolas von Westphalen" userId="4eb7a7cb-d831-41d5-8404-3def3e43d49f" providerId="ADAL" clId="{80EDB85F-54A3-4225-8B31-471A1D90D663}" dt="2021-02-12T08:07:34.200" v="35" actId="122"/>
          <ac:spMkLst>
            <pc:docMk/>
            <pc:sldMk cId="705361737" sldId="352"/>
            <ac:spMk id="55" creationId="{69845376-E826-406D-954E-73BF4FD942CD}"/>
          </ac:spMkLst>
        </pc:spChg>
        <pc:spChg chg="mod">
          <ac:chgData name="Nicolas von Westphalen" userId="4eb7a7cb-d831-41d5-8404-3def3e43d49f" providerId="ADAL" clId="{80EDB85F-54A3-4225-8B31-471A1D90D663}" dt="2021-02-12T08:07:34.200" v="35" actId="122"/>
          <ac:spMkLst>
            <pc:docMk/>
            <pc:sldMk cId="705361737" sldId="352"/>
            <ac:spMk id="56" creationId="{E36FAE0D-22A5-4E18-BDC8-EA99AB70EA26}"/>
          </ac:spMkLst>
        </pc:spChg>
        <pc:spChg chg="mod">
          <ac:chgData name="Nicolas von Westphalen" userId="4eb7a7cb-d831-41d5-8404-3def3e43d49f" providerId="ADAL" clId="{80EDB85F-54A3-4225-8B31-471A1D90D663}" dt="2021-02-12T08:07:34.200" v="35" actId="122"/>
          <ac:spMkLst>
            <pc:docMk/>
            <pc:sldMk cId="705361737" sldId="352"/>
            <ac:spMk id="57" creationId="{881E5828-DCD3-4FF9-A8C7-B02C23837049}"/>
          </ac:spMkLst>
        </pc:spChg>
        <pc:spChg chg="mod">
          <ac:chgData name="Nicolas von Westphalen" userId="4eb7a7cb-d831-41d5-8404-3def3e43d49f" providerId="ADAL" clId="{80EDB85F-54A3-4225-8B31-471A1D90D663}" dt="2021-02-12T08:07:34.200" v="35" actId="122"/>
          <ac:spMkLst>
            <pc:docMk/>
            <pc:sldMk cId="705361737" sldId="352"/>
            <ac:spMk id="58" creationId="{D97CFBFA-CA17-4AA9-BEEE-9D1652D0CABD}"/>
          </ac:spMkLst>
        </pc:spChg>
        <pc:spChg chg="mod">
          <ac:chgData name="Nicolas von Westphalen" userId="4eb7a7cb-d831-41d5-8404-3def3e43d49f" providerId="ADAL" clId="{80EDB85F-54A3-4225-8B31-471A1D90D663}" dt="2021-02-12T08:07:34.200" v="35" actId="122"/>
          <ac:spMkLst>
            <pc:docMk/>
            <pc:sldMk cId="705361737" sldId="352"/>
            <ac:spMk id="59" creationId="{FC2F0904-F8A3-4997-8CB7-103825F38BCD}"/>
          </ac:spMkLst>
        </pc:spChg>
        <pc:spChg chg="mod">
          <ac:chgData name="Nicolas von Westphalen" userId="4eb7a7cb-d831-41d5-8404-3def3e43d49f" providerId="ADAL" clId="{80EDB85F-54A3-4225-8B31-471A1D90D663}" dt="2021-02-12T08:07:29.417" v="34" actId="122"/>
          <ac:spMkLst>
            <pc:docMk/>
            <pc:sldMk cId="705361737" sldId="352"/>
            <ac:spMk id="60" creationId="{22E088AF-1D6D-41D0-96B5-79E78DA10D91}"/>
          </ac:spMkLst>
        </pc:spChg>
        <pc:spChg chg="mod">
          <ac:chgData name="Nicolas von Westphalen" userId="4eb7a7cb-d831-41d5-8404-3def3e43d49f" providerId="ADAL" clId="{80EDB85F-54A3-4225-8B31-471A1D90D663}" dt="2021-02-12T08:07:27.281" v="33" actId="122"/>
          <ac:spMkLst>
            <pc:docMk/>
            <pc:sldMk cId="705361737" sldId="352"/>
            <ac:spMk id="61" creationId="{786063C5-F1FF-43F4-AFB4-74EE6365B055}"/>
          </ac:spMkLst>
        </pc:spChg>
        <pc:spChg chg="mod">
          <ac:chgData name="Nicolas von Westphalen" userId="4eb7a7cb-d831-41d5-8404-3def3e43d49f" providerId="ADAL" clId="{80EDB85F-54A3-4225-8B31-471A1D90D663}" dt="2021-02-12T08:07:24.179" v="32" actId="122"/>
          <ac:spMkLst>
            <pc:docMk/>
            <pc:sldMk cId="705361737" sldId="352"/>
            <ac:spMk id="62" creationId="{5CCC3AD2-2735-4CAA-B890-75DDE308170D}"/>
          </ac:spMkLst>
        </pc:spChg>
      </pc:sldChg>
      <pc:sldChg chg="modSp mod">
        <pc:chgData name="Nicolas von Westphalen" userId="4eb7a7cb-d831-41d5-8404-3def3e43d49f" providerId="ADAL" clId="{80EDB85F-54A3-4225-8B31-471A1D90D663}" dt="2021-02-18T09:49:30.770" v="500" actId="20577"/>
        <pc:sldMkLst>
          <pc:docMk/>
          <pc:sldMk cId="146415368" sldId="353"/>
        </pc:sldMkLst>
        <pc:spChg chg="mod">
          <ac:chgData name="Nicolas von Westphalen" userId="4eb7a7cb-d831-41d5-8404-3def3e43d49f" providerId="ADAL" clId="{80EDB85F-54A3-4225-8B31-471A1D90D663}" dt="2021-02-18T09:49:30.770" v="500" actId="20577"/>
          <ac:spMkLst>
            <pc:docMk/>
            <pc:sldMk cId="146415368" sldId="353"/>
            <ac:spMk id="51" creationId="{A59A170C-BB85-4786-9CB9-17D4494E3A6E}"/>
          </ac:spMkLst>
        </pc:spChg>
      </pc:sldChg>
      <pc:sldChg chg="modSp mod">
        <pc:chgData name="Nicolas von Westphalen" userId="4eb7a7cb-d831-41d5-8404-3def3e43d49f" providerId="ADAL" clId="{80EDB85F-54A3-4225-8B31-471A1D90D663}" dt="2021-02-19T15:32:30.176" v="1506" actId="2711"/>
        <pc:sldMkLst>
          <pc:docMk/>
          <pc:sldMk cId="2360385378" sldId="355"/>
        </pc:sldMkLst>
        <pc:spChg chg="mod">
          <ac:chgData name="Nicolas von Westphalen" userId="4eb7a7cb-d831-41d5-8404-3def3e43d49f" providerId="ADAL" clId="{80EDB85F-54A3-4225-8B31-471A1D90D663}" dt="2021-02-19T15:32:30.176" v="1506" actId="2711"/>
          <ac:spMkLst>
            <pc:docMk/>
            <pc:sldMk cId="2360385378" sldId="355"/>
            <ac:spMk id="33" creationId="{6950D33D-1DA8-43D4-B81E-517A31433BF4}"/>
          </ac:spMkLst>
        </pc:spChg>
      </pc:sldChg>
      <pc:sldChg chg="modSp mod">
        <pc:chgData name="Nicolas von Westphalen" userId="4eb7a7cb-d831-41d5-8404-3def3e43d49f" providerId="ADAL" clId="{80EDB85F-54A3-4225-8B31-471A1D90D663}" dt="2021-02-19T15:37:54.626" v="1524" actId="122"/>
        <pc:sldMkLst>
          <pc:docMk/>
          <pc:sldMk cId="1287671573" sldId="357"/>
        </pc:sldMkLst>
        <pc:spChg chg="mod">
          <ac:chgData name="Nicolas von Westphalen" userId="4eb7a7cb-d831-41d5-8404-3def3e43d49f" providerId="ADAL" clId="{80EDB85F-54A3-4225-8B31-471A1D90D663}" dt="2021-02-19T15:37:54.626" v="1524" actId="122"/>
          <ac:spMkLst>
            <pc:docMk/>
            <pc:sldMk cId="1287671573" sldId="357"/>
            <ac:spMk id="117" creationId="{D261F628-9EFD-417B-9940-B83E3FC82F37}"/>
          </ac:spMkLst>
        </pc:spChg>
      </pc:sldChg>
      <pc:sldChg chg="modSp mod">
        <pc:chgData name="Nicolas von Westphalen" userId="4eb7a7cb-d831-41d5-8404-3def3e43d49f" providerId="ADAL" clId="{80EDB85F-54A3-4225-8B31-471A1D90D663}" dt="2021-02-22T09:35:48.114" v="1556" actId="113"/>
        <pc:sldMkLst>
          <pc:docMk/>
          <pc:sldMk cId="3487777279" sldId="360"/>
        </pc:sldMkLst>
        <pc:spChg chg="mod">
          <ac:chgData name="Nicolas von Westphalen" userId="4eb7a7cb-d831-41d5-8404-3def3e43d49f" providerId="ADAL" clId="{80EDB85F-54A3-4225-8B31-471A1D90D663}" dt="2021-02-22T09:35:48.114" v="1556" actId="113"/>
          <ac:spMkLst>
            <pc:docMk/>
            <pc:sldMk cId="3487777279" sldId="360"/>
            <ac:spMk id="10" creationId="{294D0264-AE6A-47B7-8BA5-F298859691EE}"/>
          </ac:spMkLst>
        </pc:spChg>
      </pc:sldChg>
      <pc:sldChg chg="modSp mod">
        <pc:chgData name="Nicolas von Westphalen" userId="4eb7a7cb-d831-41d5-8404-3def3e43d49f" providerId="ADAL" clId="{80EDB85F-54A3-4225-8B31-471A1D90D663}" dt="2021-02-22T09:35:33.853" v="1554" actId="113"/>
        <pc:sldMkLst>
          <pc:docMk/>
          <pc:sldMk cId="265725489" sldId="361"/>
        </pc:sldMkLst>
        <pc:spChg chg="mod">
          <ac:chgData name="Nicolas von Westphalen" userId="4eb7a7cb-d831-41d5-8404-3def3e43d49f" providerId="ADAL" clId="{80EDB85F-54A3-4225-8B31-471A1D90D663}" dt="2021-02-22T09:35:33.853" v="1554" actId="113"/>
          <ac:spMkLst>
            <pc:docMk/>
            <pc:sldMk cId="265725489" sldId="361"/>
            <ac:spMk id="22" creationId="{D0A66647-3248-4D0E-B887-17D2BED6AAE1}"/>
          </ac:spMkLst>
        </pc:spChg>
        <pc:spChg chg="mod">
          <ac:chgData name="Nicolas von Westphalen" userId="4eb7a7cb-d831-41d5-8404-3def3e43d49f" providerId="ADAL" clId="{80EDB85F-54A3-4225-8B31-471A1D90D663}" dt="2021-02-15T13:03:08.560" v="37" actId="20577"/>
          <ac:spMkLst>
            <pc:docMk/>
            <pc:sldMk cId="265725489" sldId="361"/>
            <ac:spMk id="24" creationId="{F8F10775-4498-4369-BCD9-00B8C089A75D}"/>
          </ac:spMkLst>
        </pc:spChg>
      </pc:sldChg>
      <pc:sldChg chg="modSp mod">
        <pc:chgData name="Nicolas von Westphalen" userId="4eb7a7cb-d831-41d5-8404-3def3e43d49f" providerId="ADAL" clId="{80EDB85F-54A3-4225-8B31-471A1D90D663}" dt="2021-02-22T09:35:39.858" v="1555" actId="113"/>
        <pc:sldMkLst>
          <pc:docMk/>
          <pc:sldMk cId="604645966" sldId="362"/>
        </pc:sldMkLst>
        <pc:spChg chg="mod">
          <ac:chgData name="Nicolas von Westphalen" userId="4eb7a7cb-d831-41d5-8404-3def3e43d49f" providerId="ADAL" clId="{80EDB85F-54A3-4225-8B31-471A1D90D663}" dt="2021-02-22T09:35:39.858" v="1555" actId="113"/>
          <ac:spMkLst>
            <pc:docMk/>
            <pc:sldMk cId="604645966" sldId="362"/>
            <ac:spMk id="14" creationId="{32496C50-B3BB-4766-8F49-762DE701B0E4}"/>
          </ac:spMkLst>
        </pc:spChg>
      </pc:sldChg>
      <pc:sldChg chg="delSp modSp mod">
        <pc:chgData name="Nicolas von Westphalen" userId="4eb7a7cb-d831-41d5-8404-3def3e43d49f" providerId="ADAL" clId="{80EDB85F-54A3-4225-8B31-471A1D90D663}" dt="2021-02-19T15:45:45.645" v="1553" actId="14100"/>
        <pc:sldMkLst>
          <pc:docMk/>
          <pc:sldMk cId="4063377980" sldId="364"/>
        </pc:sldMkLst>
        <pc:spChg chg="del">
          <ac:chgData name="Nicolas von Westphalen" userId="4eb7a7cb-d831-41d5-8404-3def3e43d49f" providerId="ADAL" clId="{80EDB85F-54A3-4225-8B31-471A1D90D663}" dt="2021-02-19T15:43:14.547" v="1536" actId="478"/>
          <ac:spMkLst>
            <pc:docMk/>
            <pc:sldMk cId="4063377980" sldId="364"/>
            <ac:spMk id="76" creationId="{FC63565B-2D61-4DE1-9017-B5E931A5BAD6}"/>
          </ac:spMkLst>
        </pc:spChg>
        <pc:spChg chg="mod">
          <ac:chgData name="Nicolas von Westphalen" userId="4eb7a7cb-d831-41d5-8404-3def3e43d49f" providerId="ADAL" clId="{80EDB85F-54A3-4225-8B31-471A1D90D663}" dt="2021-02-19T15:45:45.645" v="1553" actId="14100"/>
          <ac:spMkLst>
            <pc:docMk/>
            <pc:sldMk cId="4063377980" sldId="364"/>
            <ac:spMk id="78" creationId="{3436098A-71BF-4F96-AE52-2CA14BC97149}"/>
          </ac:spMkLst>
        </pc:spChg>
      </pc:sldChg>
      <pc:sldChg chg="modSp mod">
        <pc:chgData name="Nicolas von Westphalen" userId="4eb7a7cb-d831-41d5-8404-3def3e43d49f" providerId="ADAL" clId="{80EDB85F-54A3-4225-8B31-471A1D90D663}" dt="2021-02-19T15:42:39.947" v="1533" actId="14100"/>
        <pc:sldMkLst>
          <pc:docMk/>
          <pc:sldMk cId="2398288043" sldId="365"/>
        </pc:sldMkLst>
        <pc:spChg chg="mod">
          <ac:chgData name="Nicolas von Westphalen" userId="4eb7a7cb-d831-41d5-8404-3def3e43d49f" providerId="ADAL" clId="{80EDB85F-54A3-4225-8B31-471A1D90D663}" dt="2021-02-19T15:42:39.947" v="1533" actId="14100"/>
          <ac:spMkLst>
            <pc:docMk/>
            <pc:sldMk cId="2398288043" sldId="365"/>
            <ac:spMk id="93" creationId="{1208C8EB-AE21-42CC-9CCA-8146F58E3038}"/>
          </ac:spMkLst>
        </pc:spChg>
      </pc:sldChg>
      <pc:sldChg chg="modSp mod">
        <pc:chgData name="Nicolas von Westphalen" userId="4eb7a7cb-d831-41d5-8404-3def3e43d49f" providerId="ADAL" clId="{80EDB85F-54A3-4225-8B31-471A1D90D663}" dt="2021-02-19T14:30:36.175" v="1484" actId="1076"/>
        <pc:sldMkLst>
          <pc:docMk/>
          <pc:sldMk cId="1719394569" sldId="366"/>
        </pc:sldMkLst>
        <pc:spChg chg="mod">
          <ac:chgData name="Nicolas von Westphalen" userId="4eb7a7cb-d831-41d5-8404-3def3e43d49f" providerId="ADAL" clId="{80EDB85F-54A3-4225-8B31-471A1D90D663}" dt="2021-02-19T14:28:02.658" v="1397" actId="120"/>
          <ac:spMkLst>
            <pc:docMk/>
            <pc:sldMk cId="1719394569" sldId="366"/>
            <ac:spMk id="35" creationId="{4E569F16-B784-4D79-98A4-DA8C422BF271}"/>
          </ac:spMkLst>
        </pc:spChg>
        <pc:spChg chg="mod">
          <ac:chgData name="Nicolas von Westphalen" userId="4eb7a7cb-d831-41d5-8404-3def3e43d49f" providerId="ADAL" clId="{80EDB85F-54A3-4225-8B31-471A1D90D663}" dt="2021-02-19T14:30:36.175" v="1484" actId="1076"/>
          <ac:spMkLst>
            <pc:docMk/>
            <pc:sldMk cId="1719394569" sldId="366"/>
            <ac:spMk id="45" creationId="{DF2F4452-CD50-4F73-90A2-0C843270C3B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Gesamtleistung</c:v>
                </c:pt>
              </c:strCache>
            </c:strRef>
          </c:tx>
          <c:spPr>
            <a:solidFill>
              <a:schemeClr val="accent1"/>
            </a:solidFill>
            <a:ln>
              <a:noFill/>
            </a:ln>
            <a:effectLst/>
          </c:spPr>
          <c:invertIfNegative val="0"/>
          <c:dLbls>
            <c:numFmt formatCode="#,##0" sourceLinked="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Tabelle1!$A$2:$A$9</c:f>
              <c:strCache>
                <c:ptCount val="8"/>
                <c:pt idx="0">
                  <c:v>2017</c:v>
                </c:pt>
                <c:pt idx="1">
                  <c:v>2018</c:v>
                </c:pt>
                <c:pt idx="2">
                  <c:v>2019</c:v>
                </c:pt>
                <c:pt idx="3">
                  <c:v>2020</c:v>
                </c:pt>
                <c:pt idx="4">
                  <c:v>2021P</c:v>
                </c:pt>
                <c:pt idx="5">
                  <c:v>2022P</c:v>
                </c:pt>
                <c:pt idx="6">
                  <c:v>2023P</c:v>
                </c:pt>
                <c:pt idx="7">
                  <c:v>2024P</c:v>
                </c:pt>
              </c:strCache>
            </c:strRef>
          </c:cat>
          <c:val>
            <c:numRef>
              <c:f>Tabelle1!$B$2:$B$9</c:f>
              <c:numCache>
                <c:formatCode>#,##0</c:formatCode>
                <c:ptCount val="8"/>
                <c:pt idx="0">
                  <c:v>27048</c:v>
                </c:pt>
                <c:pt idx="1">
                  <c:v>28797</c:v>
                </c:pt>
                <c:pt idx="2">
                  <c:v>25963</c:v>
                </c:pt>
                <c:pt idx="3">
                  <c:v>22479</c:v>
                </c:pt>
                <c:pt idx="4" formatCode="#,##0_);\(#,##0\)">
                  <c:v>27114.9</c:v>
                </c:pt>
                <c:pt idx="5" formatCode="#,##0_);\(#,##0\)">
                  <c:v>35851.700000000004</c:v>
                </c:pt>
                <c:pt idx="6" formatCode="#,##0_);\(#,##0\)">
                  <c:v>36180</c:v>
                </c:pt>
                <c:pt idx="7" formatCode="#,##0_);\(#,##0\)">
                  <c:v>37989</c:v>
                </c:pt>
              </c:numCache>
            </c:numRef>
          </c:val>
          <c:extLst>
            <c:ext xmlns:c16="http://schemas.microsoft.com/office/drawing/2014/chart" uri="{C3380CC4-5D6E-409C-BE32-E72D297353CC}">
              <c16:uniqueId val="{00000000-83D5-42CD-8407-7BE8864F4946}"/>
            </c:ext>
          </c:extLst>
        </c:ser>
        <c:ser>
          <c:idx val="1"/>
          <c:order val="1"/>
          <c:tx>
            <c:strRef>
              <c:f>Tabelle1!$C$1</c:f>
              <c:strCache>
                <c:ptCount val="1"/>
                <c:pt idx="0">
                  <c:v>EBITDA</c:v>
                </c:pt>
              </c:strCache>
            </c:strRef>
          </c:tx>
          <c:spPr>
            <a:solidFill>
              <a:schemeClr val="accent3"/>
            </a:solidFill>
            <a:ln>
              <a:noFill/>
            </a:ln>
            <a:effectLst/>
          </c:spPr>
          <c:invertIfNegative val="0"/>
          <c:dLbls>
            <c:dLbl>
              <c:idx val="5"/>
              <c:layout>
                <c:manualLayout>
                  <c:x val="0"/>
                  <c:y val="2.04776851065318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D5-42CD-8407-7BE8864F4946}"/>
                </c:ext>
              </c:extLst>
            </c:dLbl>
            <c:dLbl>
              <c:idx val="6"/>
              <c:layout>
                <c:manualLayout>
                  <c:x val="-1.2358934333695063E-16"/>
                  <c:y val="2.07045346959614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3D5-42CD-8407-7BE8864F4946}"/>
                </c:ext>
              </c:extLst>
            </c:dLbl>
            <c:dLbl>
              <c:idx val="7"/>
              <c:layout>
                <c:manualLayout>
                  <c:x val="0"/>
                  <c:y val="2.416959384630858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3D5-42CD-8407-7BE8864F4946}"/>
                </c:ext>
              </c:extLst>
            </c:dLbl>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Tabelle1!$A$2:$A$9</c:f>
              <c:strCache>
                <c:ptCount val="8"/>
                <c:pt idx="0">
                  <c:v>2017</c:v>
                </c:pt>
                <c:pt idx="1">
                  <c:v>2018</c:v>
                </c:pt>
                <c:pt idx="2">
                  <c:v>2019</c:v>
                </c:pt>
                <c:pt idx="3">
                  <c:v>2020</c:v>
                </c:pt>
                <c:pt idx="4">
                  <c:v>2021P</c:v>
                </c:pt>
                <c:pt idx="5">
                  <c:v>2022P</c:v>
                </c:pt>
                <c:pt idx="6">
                  <c:v>2023P</c:v>
                </c:pt>
                <c:pt idx="7">
                  <c:v>2024P</c:v>
                </c:pt>
              </c:strCache>
            </c:strRef>
          </c:cat>
          <c:val>
            <c:numRef>
              <c:f>Tabelle1!$C$2:$C$9</c:f>
              <c:numCache>
                <c:formatCode>#,##0</c:formatCode>
                <c:ptCount val="8"/>
                <c:pt idx="0" formatCode="#,##0_);\(#,##0\)">
                  <c:v>2130.6</c:v>
                </c:pt>
                <c:pt idx="1">
                  <c:v>2144</c:v>
                </c:pt>
                <c:pt idx="2" formatCode="General">
                  <c:v>891</c:v>
                </c:pt>
                <c:pt idx="3">
                  <c:v>1112</c:v>
                </c:pt>
                <c:pt idx="4" formatCode="#,##0_);\(#,##0\)">
                  <c:v>1494.1000000000001</c:v>
                </c:pt>
                <c:pt idx="5" formatCode="#,##0_);\(#,##0\)">
                  <c:v>4529.2</c:v>
                </c:pt>
                <c:pt idx="6" formatCode="#,##0_);\(#,##0\)">
                  <c:v>5051.8</c:v>
                </c:pt>
                <c:pt idx="7" formatCode="#,##0_);\(#,##0\)">
                  <c:v>5304.39</c:v>
                </c:pt>
              </c:numCache>
            </c:numRef>
          </c:val>
          <c:extLst>
            <c:ext xmlns:c16="http://schemas.microsoft.com/office/drawing/2014/chart" uri="{C3380CC4-5D6E-409C-BE32-E72D297353CC}">
              <c16:uniqueId val="{00000004-83D5-42CD-8407-7BE8864F4946}"/>
            </c:ext>
          </c:extLst>
        </c:ser>
        <c:dLbls>
          <c:dLblPos val="ctr"/>
          <c:showLegendKey val="0"/>
          <c:showVal val="1"/>
          <c:showCatName val="0"/>
          <c:showSerName val="0"/>
          <c:showPercent val="0"/>
          <c:showBubbleSize val="0"/>
        </c:dLbls>
        <c:gapWidth val="75"/>
        <c:overlap val="-25"/>
        <c:axId val="2100097040"/>
        <c:axId val="2100103696"/>
      </c:barChart>
      <c:catAx>
        <c:axId val="2100097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spc="120" normalizeH="0" baseline="0">
                <a:solidFill>
                  <a:schemeClr val="tx1">
                    <a:lumMod val="65000"/>
                    <a:lumOff val="35000"/>
                  </a:schemeClr>
                </a:solidFill>
                <a:latin typeface="+mn-lt"/>
                <a:ea typeface="+mn-ea"/>
                <a:cs typeface="+mn-cs"/>
              </a:defRPr>
            </a:pPr>
            <a:endParaRPr lang="de-DE"/>
          </a:p>
        </c:txPr>
        <c:crossAx val="2100103696"/>
        <c:crosses val="autoZero"/>
        <c:auto val="1"/>
        <c:lblAlgn val="ctr"/>
        <c:lblOffset val="100"/>
        <c:noMultiLvlLbl val="0"/>
      </c:catAx>
      <c:valAx>
        <c:axId val="2100103696"/>
        <c:scaling>
          <c:orientation val="minMax"/>
          <c:max val="40000"/>
        </c:scaling>
        <c:delete val="1"/>
        <c:axPos val="l"/>
        <c:numFmt formatCode="#,##0" sourceLinked="1"/>
        <c:majorTickMark val="none"/>
        <c:minorTickMark val="none"/>
        <c:tickLblPos val="nextTo"/>
        <c:crossAx val="2100097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D8F-40B6-949D-757A8E8365D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D8F-40B6-949D-757A8E8365D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D8F-40B6-949D-757A8E8365DC}"/>
              </c:ext>
            </c:extLst>
          </c:dPt>
          <c:dLbls>
            <c:dLbl>
              <c:idx val="0"/>
              <c:layout>
                <c:manualLayout>
                  <c:x val="4.4419867782689533E-2"/>
                  <c:y val="-0.101296768124618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8F-40B6-949D-757A8E8365DC}"/>
                </c:ext>
              </c:extLst>
            </c:dLbl>
            <c:dLbl>
              <c:idx val="1"/>
              <c:layout>
                <c:manualLayout>
                  <c:x val="9.328172234364810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8F-40B6-949D-757A8E8365DC}"/>
                </c:ext>
              </c:extLst>
            </c:dLbl>
            <c:dLbl>
              <c:idx val="2"/>
              <c:layout>
                <c:manualLayout>
                  <c:x val="-0.10216569590018611"/>
                  <c:y val="-5.8033936325078281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8F-40B6-949D-757A8E8365D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Tabelle1!$A$2:$A$4</c:f>
              <c:strCache>
                <c:ptCount val="3"/>
                <c:pt idx="0">
                  <c:v>Admin</c:v>
                </c:pt>
                <c:pt idx="1">
                  <c:v>450€ Fahrer</c:v>
                </c:pt>
                <c:pt idx="2">
                  <c:v>Vollzeit-Fahrer</c:v>
                </c:pt>
              </c:strCache>
            </c:strRef>
          </c:cat>
          <c:val>
            <c:numRef>
              <c:f>Tabelle1!$B$2:$B$4</c:f>
              <c:numCache>
                <c:formatCode>General</c:formatCode>
                <c:ptCount val="3"/>
                <c:pt idx="0">
                  <c:v>10</c:v>
                </c:pt>
                <c:pt idx="1">
                  <c:v>36</c:v>
                </c:pt>
                <c:pt idx="2">
                  <c:v>55</c:v>
                </c:pt>
              </c:numCache>
            </c:numRef>
          </c:val>
          <c:extLst>
            <c:ext xmlns:c16="http://schemas.microsoft.com/office/drawing/2014/chart" uri="{C3380CC4-5D6E-409C-BE32-E72D297353CC}">
              <c16:uniqueId val="{00000006-9D8F-40B6-949D-757A8E8365DC}"/>
            </c:ext>
          </c:extLst>
        </c:ser>
        <c:dLbls>
          <c:showLegendKey val="0"/>
          <c:showVal val="0"/>
          <c:showCatName val="0"/>
          <c:showSerName val="0"/>
          <c:showPercent val="0"/>
          <c:showBubbleSize val="0"/>
          <c:showLeaderLines val="1"/>
        </c:dLbls>
        <c:firstSliceAng val="0"/>
        <c:holeSize val="57"/>
      </c:doughnutChart>
      <c:spPr>
        <a:noFill/>
        <a:ln>
          <a:noFill/>
        </a:ln>
        <a:effectLst/>
      </c:spPr>
    </c:plotArea>
    <c:legend>
      <c:legendPos val="b"/>
      <c:layout>
        <c:manualLayout>
          <c:xMode val="edge"/>
          <c:yMode val="edge"/>
          <c:x val="0.13617032885741956"/>
          <c:y val="0.77365655909036302"/>
          <c:w val="0.76529644536577357"/>
          <c:h val="0.226343440909636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de-DE" sz="1400" b="1" i="0" u="none" strike="noStrike" kern="1200" spc="0" baseline="0" noProof="0">
                <a:solidFill>
                  <a:schemeClr val="tx1">
                    <a:lumMod val="65000"/>
                    <a:lumOff val="35000"/>
                  </a:schemeClr>
                </a:solidFill>
                <a:latin typeface="+mn-lt"/>
                <a:ea typeface="+mn-ea"/>
                <a:cs typeface="+mn-cs"/>
              </a:defRPr>
            </a:pPr>
            <a:r>
              <a:rPr lang="de-DE" sz="1400" b="1" noProof="0"/>
              <a:t>Umsatz je Geschäftsbereich</a:t>
            </a:r>
            <a:r>
              <a:rPr lang="de-DE" sz="1400" b="1" baseline="0" noProof="0"/>
              <a:t> </a:t>
            </a:r>
            <a:r>
              <a:rPr lang="de-DE" sz="1400" b="1" noProof="0"/>
              <a:t>2020</a:t>
            </a:r>
          </a:p>
        </c:rich>
      </c:tx>
      <c:layout>
        <c:manualLayout>
          <c:xMode val="edge"/>
          <c:yMode val="edge"/>
          <c:x val="0.10965085635331435"/>
          <c:y val="6.0504226317322864E-2"/>
        </c:manualLayout>
      </c:layout>
      <c:overlay val="0"/>
      <c:spPr>
        <a:noFill/>
        <a:ln>
          <a:noFill/>
        </a:ln>
        <a:effectLst/>
      </c:spPr>
      <c:txPr>
        <a:bodyPr rot="0" spcFirstLastPara="1" vertOverflow="ellipsis" vert="horz" wrap="square" anchor="ctr" anchorCtr="1"/>
        <a:lstStyle/>
        <a:p>
          <a:pPr algn="ctr" rtl="0">
            <a:defRPr lang="de-DE" sz="1400" b="1" i="0" u="none" strike="noStrike" kern="1200" spc="0" baseline="0" noProof="0">
              <a:solidFill>
                <a:schemeClr val="tx1">
                  <a:lumMod val="65000"/>
                  <a:lumOff val="35000"/>
                </a:schemeClr>
              </a:solidFill>
              <a:latin typeface="+mn-lt"/>
              <a:ea typeface="+mn-ea"/>
              <a:cs typeface="+mn-cs"/>
            </a:defRPr>
          </a:pPr>
          <a:endParaRPr lang="de-DE"/>
        </a:p>
      </c:txPr>
    </c:title>
    <c:autoTitleDeleted val="0"/>
    <c:plotArea>
      <c:layout/>
      <c:pieChart>
        <c:varyColors val="1"/>
        <c:ser>
          <c:idx val="0"/>
          <c:order val="0"/>
          <c:tx>
            <c:strRef>
              <c:f>Tabelle1!$H$1</c:f>
              <c:strCache>
                <c:ptCount val="1"/>
                <c:pt idx="0">
                  <c:v>2020</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1-F618-443F-B96D-E405E7A03C5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F-F618-443F-B96D-E405E7A03C5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F618-443F-B96D-E405E7A03C5C}"/>
              </c:ext>
            </c:extLst>
          </c:dPt>
          <c:cat>
            <c:strRef>
              <c:f>Tabelle1!$G$2:$G$4</c:f>
              <c:strCache>
                <c:ptCount val="3"/>
                <c:pt idx="0">
                  <c:v>Werkverkehre</c:v>
                </c:pt>
                <c:pt idx="1">
                  <c:v>Lagerhaltung und Kommissionierung</c:v>
                </c:pt>
                <c:pt idx="2">
                  <c:v>Entsorgungslogistik</c:v>
                </c:pt>
              </c:strCache>
            </c:strRef>
          </c:cat>
          <c:val>
            <c:numRef>
              <c:f>Tabelle1!$H$2:$H$4</c:f>
              <c:numCache>
                <c:formatCode>General</c:formatCode>
                <c:ptCount val="3"/>
                <c:pt idx="0">
                  <c:v>69</c:v>
                </c:pt>
                <c:pt idx="1">
                  <c:v>6</c:v>
                </c:pt>
                <c:pt idx="2">
                  <c:v>25</c:v>
                </c:pt>
              </c:numCache>
            </c:numRef>
          </c:val>
          <c:extLst>
            <c:ext xmlns:c16="http://schemas.microsoft.com/office/drawing/2014/chart" uri="{C3380CC4-5D6E-409C-BE32-E72D297353CC}">
              <c16:uniqueId val="{00000000-F618-443F-B96D-E405E7A03C5C}"/>
            </c:ext>
          </c:extLst>
        </c:ser>
        <c:ser>
          <c:idx val="1"/>
          <c:order val="1"/>
          <c:tx>
            <c:strRef>
              <c:f>Tabelle1!$C$1</c:f>
              <c:strCache>
                <c:ptCount val="1"/>
                <c:pt idx="0">
                  <c:v>Lagerhaltung / Kommissionierung</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7-122C-4940-AFEF-5193FA7DB90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9-122C-4940-AFEF-5193FA7DB90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B-122C-4940-AFEF-5193FA7DB90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D-122C-4940-AFEF-5193FA7DB90F}"/>
              </c:ext>
            </c:extLst>
          </c:dPt>
          <c:cat>
            <c:strRef>
              <c:f>Tabelle1!$G$2:$G$4</c:f>
              <c:strCache>
                <c:ptCount val="3"/>
                <c:pt idx="0">
                  <c:v>Werkverkehre</c:v>
                </c:pt>
                <c:pt idx="1">
                  <c:v>Lagerhaltung und Kommissionierung</c:v>
                </c:pt>
                <c:pt idx="2">
                  <c:v>Entsorgungslogistik</c:v>
                </c:pt>
              </c:strCache>
            </c:strRef>
          </c:cat>
          <c:val>
            <c:numRef>
              <c:f>Tabelle1!$C$2:$C$5</c:f>
              <c:numCache>
                <c:formatCode>General</c:formatCode>
                <c:ptCount val="4"/>
                <c:pt idx="0">
                  <c:v>1</c:v>
                </c:pt>
                <c:pt idx="1">
                  <c:v>2</c:v>
                </c:pt>
                <c:pt idx="2">
                  <c:v>4</c:v>
                </c:pt>
                <c:pt idx="3">
                  <c:v>6</c:v>
                </c:pt>
              </c:numCache>
            </c:numRef>
          </c:val>
          <c:extLst>
            <c:ext xmlns:c16="http://schemas.microsoft.com/office/drawing/2014/chart" uri="{C3380CC4-5D6E-409C-BE32-E72D297353CC}">
              <c16:uniqueId val="{00000008-F618-443F-B96D-E405E7A03C5C}"/>
            </c:ext>
          </c:extLst>
        </c:ser>
        <c:ser>
          <c:idx val="2"/>
          <c:order val="2"/>
          <c:tx>
            <c:strRef>
              <c:f>Tabelle1!$D$1</c:f>
              <c:strCache>
                <c:ptCount val="1"/>
                <c:pt idx="0">
                  <c:v>Entsorgungslogistik</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F-122C-4940-AFEF-5193FA7DB90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1-122C-4940-AFEF-5193FA7DB90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3-122C-4940-AFEF-5193FA7DB90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5-122C-4940-AFEF-5193FA7DB90F}"/>
              </c:ext>
            </c:extLst>
          </c:dPt>
          <c:cat>
            <c:strRef>
              <c:f>Tabelle1!$G$2:$G$4</c:f>
              <c:strCache>
                <c:ptCount val="3"/>
                <c:pt idx="0">
                  <c:v>Werkverkehre</c:v>
                </c:pt>
                <c:pt idx="1">
                  <c:v>Lagerhaltung und Kommissionierung</c:v>
                </c:pt>
                <c:pt idx="2">
                  <c:v>Entsorgungslogistik</c:v>
                </c:pt>
              </c:strCache>
            </c:strRef>
          </c:cat>
          <c:val>
            <c:numRef>
              <c:f>Tabelle1!$D$2:$D$5</c:f>
              <c:numCache>
                <c:formatCode>General</c:formatCode>
                <c:ptCount val="4"/>
                <c:pt idx="0">
                  <c:v>8</c:v>
                </c:pt>
                <c:pt idx="1">
                  <c:v>16</c:v>
                </c:pt>
                <c:pt idx="2">
                  <c:v>21</c:v>
                </c:pt>
                <c:pt idx="3">
                  <c:v>25</c:v>
                </c:pt>
              </c:numCache>
            </c:numRef>
          </c:val>
          <c:extLst>
            <c:ext xmlns:c16="http://schemas.microsoft.com/office/drawing/2014/chart" uri="{C3380CC4-5D6E-409C-BE32-E72D297353CC}">
              <c16:uniqueId val="{00000009-F618-443F-B96D-E405E7A03C5C}"/>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Tabelle1!$B$1</c:f>
              <c:strCache>
                <c:ptCount val="1"/>
                <c:pt idx="0">
                  <c:v>Werkverkehre</c:v>
                </c:pt>
              </c:strCache>
            </c:strRef>
          </c:tx>
          <c:spPr>
            <a:solidFill>
              <a:schemeClr val="accent1"/>
            </a:solidFill>
            <a:ln>
              <a:noFill/>
            </a:ln>
            <a:effectLst/>
          </c:spPr>
          <c:invertIfNegative val="0"/>
          <c:cat>
            <c:numRef>
              <c:f>Tabelle1!$A$2:$A$5</c:f>
              <c:numCache>
                <c:formatCode>General</c:formatCode>
                <c:ptCount val="4"/>
                <c:pt idx="0">
                  <c:v>2017</c:v>
                </c:pt>
                <c:pt idx="1">
                  <c:v>2018</c:v>
                </c:pt>
                <c:pt idx="2">
                  <c:v>2019</c:v>
                </c:pt>
                <c:pt idx="3">
                  <c:v>2020</c:v>
                </c:pt>
              </c:numCache>
            </c:numRef>
          </c:cat>
          <c:val>
            <c:numRef>
              <c:f>Tabelle1!$B$2:$B$5</c:f>
              <c:numCache>
                <c:formatCode>General</c:formatCode>
                <c:ptCount val="4"/>
                <c:pt idx="0">
                  <c:v>24884.16</c:v>
                </c:pt>
                <c:pt idx="1">
                  <c:v>23613.539999999997</c:v>
                </c:pt>
                <c:pt idx="2">
                  <c:v>19472.25</c:v>
                </c:pt>
                <c:pt idx="3">
                  <c:v>15510.509999999998</c:v>
                </c:pt>
              </c:numCache>
            </c:numRef>
          </c:val>
          <c:extLst>
            <c:ext xmlns:c16="http://schemas.microsoft.com/office/drawing/2014/chart" uri="{C3380CC4-5D6E-409C-BE32-E72D297353CC}">
              <c16:uniqueId val="{00000000-399C-4088-B765-51DE63677396}"/>
            </c:ext>
          </c:extLst>
        </c:ser>
        <c:ser>
          <c:idx val="5"/>
          <c:order val="1"/>
          <c:tx>
            <c:strRef>
              <c:f>Tabelle1!$C$1</c:f>
              <c:strCache>
                <c:ptCount val="1"/>
                <c:pt idx="0">
                  <c:v>Lagerhaltung / Kommissionierung</c:v>
                </c:pt>
              </c:strCache>
            </c:strRef>
          </c:tx>
          <c:spPr>
            <a:solidFill>
              <a:schemeClr val="accent6"/>
            </a:solidFill>
            <a:ln>
              <a:noFill/>
            </a:ln>
            <a:effectLst/>
          </c:spPr>
          <c:invertIfNegative val="0"/>
          <c:cat>
            <c:numRef>
              <c:f>Tabelle1!$A$2:$A$5</c:f>
              <c:numCache>
                <c:formatCode>General</c:formatCode>
                <c:ptCount val="4"/>
                <c:pt idx="0">
                  <c:v>2017</c:v>
                </c:pt>
                <c:pt idx="1">
                  <c:v>2018</c:v>
                </c:pt>
                <c:pt idx="2">
                  <c:v>2019</c:v>
                </c:pt>
                <c:pt idx="3">
                  <c:v>2020</c:v>
                </c:pt>
              </c:numCache>
            </c:numRef>
          </c:cat>
          <c:val>
            <c:numRef>
              <c:f>Tabelle1!$C$2:$C$5</c:f>
              <c:numCache>
                <c:formatCode>General</c:formatCode>
                <c:ptCount val="4"/>
                <c:pt idx="0">
                  <c:v>270.48</c:v>
                </c:pt>
                <c:pt idx="1">
                  <c:v>575.94000000000005</c:v>
                </c:pt>
                <c:pt idx="2">
                  <c:v>1038.52</c:v>
                </c:pt>
                <c:pt idx="3">
                  <c:v>1348.74</c:v>
                </c:pt>
              </c:numCache>
            </c:numRef>
          </c:val>
          <c:extLst>
            <c:ext xmlns:c16="http://schemas.microsoft.com/office/drawing/2014/chart" uri="{C3380CC4-5D6E-409C-BE32-E72D297353CC}">
              <c16:uniqueId val="{00000005-399C-4088-B765-51DE63677396}"/>
            </c:ext>
          </c:extLst>
        </c:ser>
        <c:ser>
          <c:idx val="6"/>
          <c:order val="2"/>
          <c:tx>
            <c:strRef>
              <c:f>Tabelle1!$D$1</c:f>
              <c:strCache>
                <c:ptCount val="1"/>
                <c:pt idx="0">
                  <c:v>Entsorgungslogistik</c:v>
                </c:pt>
              </c:strCache>
            </c:strRef>
          </c:tx>
          <c:spPr>
            <a:solidFill>
              <a:schemeClr val="accent1">
                <a:lumMod val="60000"/>
              </a:schemeClr>
            </a:solidFill>
            <a:ln>
              <a:noFill/>
            </a:ln>
            <a:effectLst/>
          </c:spPr>
          <c:invertIfNegative val="0"/>
          <c:cat>
            <c:numRef>
              <c:f>Tabelle1!$A$2:$A$5</c:f>
              <c:numCache>
                <c:formatCode>General</c:formatCode>
                <c:ptCount val="4"/>
                <c:pt idx="0">
                  <c:v>2017</c:v>
                </c:pt>
                <c:pt idx="1">
                  <c:v>2018</c:v>
                </c:pt>
                <c:pt idx="2">
                  <c:v>2019</c:v>
                </c:pt>
                <c:pt idx="3">
                  <c:v>2020</c:v>
                </c:pt>
              </c:numCache>
            </c:numRef>
          </c:cat>
          <c:val>
            <c:numRef>
              <c:f>Tabelle1!$D$2:$D$5</c:f>
              <c:numCache>
                <c:formatCode>General</c:formatCode>
                <c:ptCount val="4"/>
                <c:pt idx="0">
                  <c:v>1893.3600000000001</c:v>
                </c:pt>
                <c:pt idx="1">
                  <c:v>4607.5200000000004</c:v>
                </c:pt>
                <c:pt idx="2">
                  <c:v>5452.23</c:v>
                </c:pt>
                <c:pt idx="3">
                  <c:v>5619.75</c:v>
                </c:pt>
              </c:numCache>
            </c:numRef>
          </c:val>
          <c:extLst>
            <c:ext xmlns:c16="http://schemas.microsoft.com/office/drawing/2014/chart" uri="{C3380CC4-5D6E-409C-BE32-E72D297353CC}">
              <c16:uniqueId val="{00000006-399C-4088-B765-51DE63677396}"/>
            </c:ext>
          </c:extLst>
        </c:ser>
        <c:dLbls>
          <c:showLegendKey val="0"/>
          <c:showVal val="0"/>
          <c:showCatName val="0"/>
          <c:showSerName val="0"/>
          <c:showPercent val="0"/>
          <c:showBubbleSize val="0"/>
        </c:dLbls>
        <c:gapWidth val="75"/>
        <c:overlap val="100"/>
        <c:serLines>
          <c:spPr>
            <a:ln w="9525" cap="flat" cmpd="sng" algn="ctr">
              <a:solidFill>
                <a:schemeClr val="tx1">
                  <a:lumMod val="35000"/>
                  <a:lumOff val="65000"/>
                </a:schemeClr>
              </a:solidFill>
              <a:round/>
            </a:ln>
            <a:effectLst/>
          </c:spPr>
        </c:serLines>
        <c:axId val="726143839"/>
        <c:axId val="726135103"/>
      </c:barChart>
      <c:catAx>
        <c:axId val="726143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726135103"/>
        <c:crosses val="autoZero"/>
        <c:auto val="1"/>
        <c:lblAlgn val="ctr"/>
        <c:lblOffset val="100"/>
        <c:noMultiLvlLbl val="0"/>
      </c:catAx>
      <c:valAx>
        <c:axId val="72613510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7261438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3175">
      <a:noFill/>
    </a:ln>
    <a:effectLst/>
  </c:spPr>
  <c:txPr>
    <a:bodyPr/>
    <a:lstStyle/>
    <a:p>
      <a:pPr>
        <a:defRPr/>
      </a:pPr>
      <a:endParaRPr lang="de-DE"/>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Tabelle1!$E$1</c:f>
              <c:strCache>
                <c:ptCount val="1"/>
                <c:pt idx="0">
                  <c:v>Verkauf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BAB-493D-B736-16B53BF617B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BAB-493D-B736-16B53BF617B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BAB-493D-B736-16B53BF617B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BAB-493D-B736-16B53BF617B6}"/>
              </c:ext>
            </c:extLst>
          </c:dPt>
          <c:dPt>
            <c:idx val="4"/>
            <c:bubble3D val="0"/>
            <c:spPr>
              <a:solidFill>
                <a:schemeClr val="accent5"/>
              </a:solidFill>
              <a:ln w="6350">
                <a:solidFill>
                  <a:schemeClr val="bg1">
                    <a:lumMod val="75000"/>
                  </a:schemeClr>
                </a:solidFill>
              </a:ln>
              <a:effectLst/>
            </c:spPr>
            <c:extLst>
              <c:ext xmlns:c16="http://schemas.microsoft.com/office/drawing/2014/chart" uri="{C3380CC4-5D6E-409C-BE32-E72D297353CC}">
                <c16:uniqueId val="{00000009-CBAB-493D-B736-16B53BF617B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BAB-493D-B736-16B53BF617B6}"/>
              </c:ext>
            </c:extLst>
          </c:dPt>
          <c:dLbls>
            <c:dLbl>
              <c:idx val="0"/>
              <c:layout>
                <c:manualLayout>
                  <c:x val="6.6851624778148239E-2"/>
                  <c:y val="-8.2640191438931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BAB-493D-B736-16B53BF617B6}"/>
                </c:ext>
              </c:extLst>
            </c:dLbl>
            <c:dLbl>
              <c:idx val="1"/>
              <c:layout>
                <c:manualLayout>
                  <c:x val="9.6563458012880785E-2"/>
                  <c:y val="6.88668261991100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BAB-493D-B736-16B53BF617B6}"/>
                </c:ext>
              </c:extLst>
            </c:dLbl>
            <c:dLbl>
              <c:idx val="2"/>
              <c:layout>
                <c:manualLayout>
                  <c:x val="0.10027743716722234"/>
                  <c:y val="1.37733652398219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BAB-493D-B736-16B53BF617B6}"/>
                </c:ext>
              </c:extLst>
            </c:dLbl>
            <c:dLbl>
              <c:idx val="3"/>
              <c:layout>
                <c:manualLayout>
                  <c:x val="7.4279583086831302E-2"/>
                  <c:y val="8.2640191438931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BAB-493D-B736-16B53BF617B6}"/>
                </c:ext>
              </c:extLst>
            </c:dLbl>
            <c:dLbl>
              <c:idx val="4"/>
              <c:layout>
                <c:manualLayout>
                  <c:x val="-8.1707541395514574E-2"/>
                  <c:y val="9.64135566787534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BAB-493D-B736-16B53BF617B6}"/>
                </c:ext>
              </c:extLst>
            </c:dLbl>
            <c:dLbl>
              <c:idx val="5"/>
              <c:layout>
                <c:manualLayout>
                  <c:x val="-0.10770539547590549"/>
                  <c:y val="-1.37733652398219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BAB-493D-B736-16B53BF617B6}"/>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Kunde 1</c:v>
                </c:pt>
                <c:pt idx="1">
                  <c:v>Kunde 2</c:v>
                </c:pt>
                <c:pt idx="2">
                  <c:v>Kunde 3</c:v>
                </c:pt>
                <c:pt idx="3">
                  <c:v>Kunde 4</c:v>
                </c:pt>
                <c:pt idx="4">
                  <c:v>Kunde 5</c:v>
                </c:pt>
                <c:pt idx="5">
                  <c:v>Rest</c:v>
                </c:pt>
              </c:strCache>
            </c:strRef>
          </c:cat>
          <c:val>
            <c:numRef>
              <c:f>Tabelle1!$E$2:$E$7</c:f>
              <c:numCache>
                <c:formatCode>General</c:formatCode>
                <c:ptCount val="6"/>
                <c:pt idx="0">
                  <c:v>15</c:v>
                </c:pt>
                <c:pt idx="1">
                  <c:v>13</c:v>
                </c:pt>
                <c:pt idx="2">
                  <c:v>13</c:v>
                </c:pt>
                <c:pt idx="3">
                  <c:v>12</c:v>
                </c:pt>
                <c:pt idx="4">
                  <c:v>11</c:v>
                </c:pt>
                <c:pt idx="5">
                  <c:v>36</c:v>
                </c:pt>
              </c:numCache>
            </c:numRef>
          </c:val>
          <c:extLst>
            <c:ext xmlns:c16="http://schemas.microsoft.com/office/drawing/2014/chart" uri="{C3380CC4-5D6E-409C-BE32-E72D297353CC}">
              <c16:uniqueId val="{0000000C-CBAB-493D-B736-16B53BF617B6}"/>
            </c:ext>
          </c:extLst>
        </c:ser>
        <c:dLbls>
          <c:showLegendKey val="0"/>
          <c:showVal val="1"/>
          <c:showCatName val="0"/>
          <c:showSerName val="0"/>
          <c:showPercent val="0"/>
          <c:showBubbleSize val="0"/>
          <c:showLeaderLines val="1"/>
        </c:dLbls>
        <c:firstSliceAng val="0"/>
        <c:holeSize val="64"/>
      </c:doughnutChart>
      <c:spPr>
        <a:noFill/>
        <a:ln>
          <a:noFill/>
        </a:ln>
        <a:effectLst/>
      </c:spPr>
    </c:plotArea>
    <c:legend>
      <c:legendPos val="b"/>
      <c:layout>
        <c:manualLayout>
          <c:xMode val="edge"/>
          <c:yMode val="edge"/>
          <c:x val="0.13437266853669994"/>
          <c:y val="0.76199149898083229"/>
          <c:w val="0.77582246360812201"/>
          <c:h val="0.2095471111450926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Umsatz (Mrd. €)</c:v>
                </c:pt>
              </c:strCache>
            </c:strRef>
          </c:tx>
          <c:spPr>
            <a:solidFill>
              <a:schemeClr val="accent1"/>
            </a:solidFill>
            <a:ln>
              <a:noFill/>
            </a:ln>
            <a:effectLst/>
          </c:spPr>
          <c:invertIfNegative val="0"/>
          <c:cat>
            <c:numRef>
              <c:f>Tabelle1!$A$2:$A$15</c:f>
              <c:numCache>
                <c:formatCode>General</c:formatCode>
                <c:ptCount val="14"/>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numCache>
            </c:numRef>
          </c:cat>
          <c:val>
            <c:numRef>
              <c:f>Tabelle1!$B$2:$B$15</c:f>
              <c:numCache>
                <c:formatCode>General</c:formatCode>
                <c:ptCount val="14"/>
                <c:pt idx="0">
                  <c:v>237.4</c:v>
                </c:pt>
                <c:pt idx="1">
                  <c:v>220.9</c:v>
                </c:pt>
                <c:pt idx="2">
                  <c:v>236</c:v>
                </c:pt>
                <c:pt idx="3">
                  <c:v>230.5</c:v>
                </c:pt>
                <c:pt idx="4">
                  <c:v>234.5</c:v>
                </c:pt>
                <c:pt idx="5">
                  <c:v>238.6</c:v>
                </c:pt>
                <c:pt idx="6">
                  <c:v>244.3</c:v>
                </c:pt>
                <c:pt idx="7">
                  <c:v>256.89999999999998</c:v>
                </c:pt>
                <c:pt idx="8">
                  <c:v>252.2</c:v>
                </c:pt>
                <c:pt idx="9">
                  <c:v>262.7</c:v>
                </c:pt>
                <c:pt idx="10">
                  <c:v>261.5</c:v>
                </c:pt>
                <c:pt idx="11">
                  <c:v>261.7</c:v>
                </c:pt>
                <c:pt idx="12">
                  <c:v>222.4</c:v>
                </c:pt>
                <c:pt idx="13">
                  <c:v>243.8</c:v>
                </c:pt>
              </c:numCache>
            </c:numRef>
          </c:val>
          <c:extLst>
            <c:ext xmlns:c16="http://schemas.microsoft.com/office/drawing/2014/chart" uri="{C3380CC4-5D6E-409C-BE32-E72D297353CC}">
              <c16:uniqueId val="{00000000-BE1C-41C0-83F7-F21FB63667F0}"/>
            </c:ext>
          </c:extLst>
        </c:ser>
        <c:dLbls>
          <c:showLegendKey val="0"/>
          <c:showVal val="0"/>
          <c:showCatName val="0"/>
          <c:showSerName val="0"/>
          <c:showPercent val="0"/>
          <c:showBubbleSize val="0"/>
        </c:dLbls>
        <c:gapWidth val="75"/>
        <c:overlap val="-25"/>
        <c:axId val="1828091583"/>
        <c:axId val="1828080767"/>
      </c:barChart>
      <c:lineChart>
        <c:grouping val="standard"/>
        <c:varyColors val="0"/>
        <c:ser>
          <c:idx val="1"/>
          <c:order val="1"/>
          <c:tx>
            <c:strRef>
              <c:f>Tabelle1!$C$1</c:f>
              <c:strCache>
                <c:ptCount val="1"/>
                <c:pt idx="0">
                  <c:v>Beschäftigte (Tsd.)</c:v>
                </c:pt>
              </c:strCache>
            </c:strRef>
          </c:tx>
          <c:spPr>
            <a:ln w="28575" cap="rnd">
              <a:solidFill>
                <a:schemeClr val="accent2"/>
              </a:solidFill>
              <a:round/>
            </a:ln>
            <a:effectLst/>
          </c:spPr>
          <c:marker>
            <c:symbol val="none"/>
          </c:marker>
          <c:cat>
            <c:numRef>
              <c:f>Tabelle1!$A$2:$A$15</c:f>
              <c:numCache>
                <c:formatCode>General</c:formatCode>
                <c:ptCount val="14"/>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numCache>
            </c:numRef>
          </c:cat>
          <c:val>
            <c:numRef>
              <c:f>Tabelle1!$C$2:$C$15</c:f>
              <c:numCache>
                <c:formatCode>General</c:formatCode>
                <c:ptCount val="14"/>
                <c:pt idx="0">
                  <c:v>1337.7</c:v>
                </c:pt>
                <c:pt idx="1">
                  <c:v>1329.5</c:v>
                </c:pt>
                <c:pt idx="2">
                  <c:v>1353.4</c:v>
                </c:pt>
                <c:pt idx="3">
                  <c:v>1392.3</c:v>
                </c:pt>
                <c:pt idx="4">
                  <c:v>1412.8</c:v>
                </c:pt>
                <c:pt idx="5">
                  <c:v>1443.9</c:v>
                </c:pt>
                <c:pt idx="6">
                  <c:v>1521.9</c:v>
                </c:pt>
                <c:pt idx="7">
                  <c:v>1554.3</c:v>
                </c:pt>
                <c:pt idx="8">
                  <c:v>1616.3</c:v>
                </c:pt>
                <c:pt idx="9">
                  <c:v>1677.5</c:v>
                </c:pt>
                <c:pt idx="10">
                  <c:v>1711.5</c:v>
                </c:pt>
                <c:pt idx="11">
                  <c:v>1731.1</c:v>
                </c:pt>
                <c:pt idx="12">
                  <c:v>1680.9</c:v>
                </c:pt>
                <c:pt idx="13">
                  <c:v>1697.8</c:v>
                </c:pt>
              </c:numCache>
            </c:numRef>
          </c:val>
          <c:smooth val="0"/>
          <c:extLst>
            <c:ext xmlns:c16="http://schemas.microsoft.com/office/drawing/2014/chart" uri="{C3380CC4-5D6E-409C-BE32-E72D297353CC}">
              <c16:uniqueId val="{00000001-BE1C-41C0-83F7-F21FB63667F0}"/>
            </c:ext>
          </c:extLst>
        </c:ser>
        <c:dLbls>
          <c:showLegendKey val="0"/>
          <c:showVal val="0"/>
          <c:showCatName val="0"/>
          <c:showSerName val="0"/>
          <c:showPercent val="0"/>
          <c:showBubbleSize val="0"/>
        </c:dLbls>
        <c:marker val="1"/>
        <c:smooth val="0"/>
        <c:axId val="1805292111"/>
        <c:axId val="1805309999"/>
      </c:lineChart>
      <c:catAx>
        <c:axId val="18280915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28080767"/>
        <c:crosses val="autoZero"/>
        <c:auto val="1"/>
        <c:lblAlgn val="ctr"/>
        <c:lblOffset val="100"/>
        <c:noMultiLvlLbl val="0"/>
      </c:catAx>
      <c:valAx>
        <c:axId val="18280807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28091583"/>
        <c:crosses val="autoZero"/>
        <c:crossBetween val="between"/>
      </c:valAx>
      <c:valAx>
        <c:axId val="180530999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05292111"/>
        <c:crosses val="max"/>
        <c:crossBetween val="between"/>
      </c:valAx>
      <c:catAx>
        <c:axId val="1805292111"/>
        <c:scaling>
          <c:orientation val="minMax"/>
        </c:scaling>
        <c:delete val="1"/>
        <c:axPos val="b"/>
        <c:numFmt formatCode="General" sourceLinked="1"/>
        <c:majorTickMark val="out"/>
        <c:minorTickMark val="none"/>
        <c:tickLblPos val="nextTo"/>
        <c:crossAx val="1805309999"/>
        <c:crosses val="autoZero"/>
        <c:auto val="1"/>
        <c:lblAlgn val="ctr"/>
        <c:lblOffset val="100"/>
        <c:noMultiLvlLbl val="0"/>
      </c:catAx>
      <c:spPr>
        <a:noFill/>
        <a:ln>
          <a:noFill/>
        </a:ln>
        <a:effectLst/>
      </c:spPr>
    </c:plotArea>
    <c:legend>
      <c:legendPos val="b"/>
      <c:layout>
        <c:manualLayout>
          <c:xMode val="edge"/>
          <c:yMode val="edge"/>
          <c:x val="8.1149292722396044E-2"/>
          <c:y val="0.8765833574728964"/>
          <c:w val="0.89999978198201225"/>
          <c:h val="0.1234166425271035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de-DE" sz="1400" b="1"/>
              <a:t>Umsatz- und Beschäftigtenprognose der Logistikbranche in Deutschland</a:t>
            </a:r>
          </a:p>
        </c:rich>
      </c:tx>
      <c:layout>
        <c:manualLayout>
          <c:xMode val="edge"/>
          <c:yMode val="edge"/>
          <c:x val="0.18947572928427006"/>
          <c:y val="4.6250616674889007E-3"/>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barChart>
        <c:barDir val="col"/>
        <c:grouping val="clustered"/>
        <c:varyColors val="0"/>
        <c:ser>
          <c:idx val="0"/>
          <c:order val="0"/>
          <c:tx>
            <c:strRef>
              <c:f>Tabelle1!$B$1</c:f>
              <c:strCache>
                <c:ptCount val="1"/>
                <c:pt idx="0">
                  <c:v>Umsatz (Mrd. €)</c:v>
                </c:pt>
              </c:strCache>
            </c:strRef>
          </c:tx>
          <c:spPr>
            <a:solidFill>
              <a:schemeClr val="accent1"/>
            </a:solidFill>
            <a:ln>
              <a:noFill/>
            </a:ln>
            <a:effectLst/>
          </c:spPr>
          <c:invertIfNegative val="0"/>
          <c:cat>
            <c:numRef>
              <c:f>Tabelle1!$A$2:$A$8</c:f>
              <c:numCache>
                <c:formatCode>General</c:formatCode>
                <c:ptCount val="7"/>
                <c:pt idx="0">
                  <c:v>2020</c:v>
                </c:pt>
                <c:pt idx="1">
                  <c:v>2021</c:v>
                </c:pt>
                <c:pt idx="2">
                  <c:v>2022</c:v>
                </c:pt>
                <c:pt idx="3">
                  <c:v>2023</c:v>
                </c:pt>
                <c:pt idx="4">
                  <c:v>2024</c:v>
                </c:pt>
                <c:pt idx="5">
                  <c:v>2025</c:v>
                </c:pt>
                <c:pt idx="6">
                  <c:v>2026</c:v>
                </c:pt>
              </c:numCache>
            </c:numRef>
          </c:cat>
          <c:val>
            <c:numRef>
              <c:f>Tabelle1!$B$2:$B$8</c:f>
              <c:numCache>
                <c:formatCode>General</c:formatCode>
                <c:ptCount val="7"/>
                <c:pt idx="0">
                  <c:v>222.4</c:v>
                </c:pt>
                <c:pt idx="1">
                  <c:v>243.8</c:v>
                </c:pt>
                <c:pt idx="2">
                  <c:v>248</c:v>
                </c:pt>
                <c:pt idx="3">
                  <c:v>252.5</c:v>
                </c:pt>
                <c:pt idx="4">
                  <c:v>258.10000000000002</c:v>
                </c:pt>
                <c:pt idx="5">
                  <c:v>262.39999999999998</c:v>
                </c:pt>
                <c:pt idx="6">
                  <c:v>267.2</c:v>
                </c:pt>
              </c:numCache>
            </c:numRef>
          </c:val>
          <c:extLst>
            <c:ext xmlns:c16="http://schemas.microsoft.com/office/drawing/2014/chart" uri="{C3380CC4-5D6E-409C-BE32-E72D297353CC}">
              <c16:uniqueId val="{00000000-22CA-46DE-BAFF-C7D34AD28A9F}"/>
            </c:ext>
          </c:extLst>
        </c:ser>
        <c:dLbls>
          <c:showLegendKey val="0"/>
          <c:showVal val="0"/>
          <c:showCatName val="0"/>
          <c:showSerName val="0"/>
          <c:showPercent val="0"/>
          <c:showBubbleSize val="0"/>
        </c:dLbls>
        <c:gapWidth val="150"/>
        <c:axId val="1828091583"/>
        <c:axId val="1828080767"/>
      </c:barChart>
      <c:lineChart>
        <c:grouping val="standard"/>
        <c:varyColors val="0"/>
        <c:ser>
          <c:idx val="1"/>
          <c:order val="1"/>
          <c:tx>
            <c:strRef>
              <c:f>Tabelle1!$C$1</c:f>
              <c:strCache>
                <c:ptCount val="1"/>
                <c:pt idx="0">
                  <c:v>Beschäftigte (Mio.)</c:v>
                </c:pt>
              </c:strCache>
            </c:strRef>
          </c:tx>
          <c:spPr>
            <a:ln w="28575" cap="rnd">
              <a:solidFill>
                <a:schemeClr val="accent2"/>
              </a:solidFill>
              <a:round/>
            </a:ln>
            <a:effectLst/>
          </c:spPr>
          <c:marker>
            <c:symbol val="none"/>
          </c:marker>
          <c:cat>
            <c:numRef>
              <c:f>Tabelle1!$A$2:$A$8</c:f>
              <c:numCache>
                <c:formatCode>General</c:formatCode>
                <c:ptCount val="7"/>
                <c:pt idx="0">
                  <c:v>2020</c:v>
                </c:pt>
                <c:pt idx="1">
                  <c:v>2021</c:v>
                </c:pt>
                <c:pt idx="2">
                  <c:v>2022</c:v>
                </c:pt>
                <c:pt idx="3">
                  <c:v>2023</c:v>
                </c:pt>
                <c:pt idx="4">
                  <c:v>2024</c:v>
                </c:pt>
                <c:pt idx="5">
                  <c:v>2025</c:v>
                </c:pt>
                <c:pt idx="6">
                  <c:v>2026</c:v>
                </c:pt>
              </c:numCache>
            </c:numRef>
          </c:cat>
          <c:val>
            <c:numRef>
              <c:f>Tabelle1!$C$2:$C$8</c:f>
              <c:numCache>
                <c:formatCode>General</c:formatCode>
                <c:ptCount val="7"/>
                <c:pt idx="0">
                  <c:v>1.3377000000000001</c:v>
                </c:pt>
                <c:pt idx="1">
                  <c:v>1.3294999999999999</c:v>
                </c:pt>
                <c:pt idx="2">
                  <c:v>1.3534000000000002</c:v>
                </c:pt>
                <c:pt idx="3">
                  <c:v>1.3922999999999999</c:v>
                </c:pt>
                <c:pt idx="4">
                  <c:v>1.4128000000000001</c:v>
                </c:pt>
                <c:pt idx="5">
                  <c:v>1.4439000000000002</c:v>
                </c:pt>
                <c:pt idx="6">
                  <c:v>1.5219</c:v>
                </c:pt>
              </c:numCache>
            </c:numRef>
          </c:val>
          <c:smooth val="0"/>
          <c:extLst>
            <c:ext xmlns:c16="http://schemas.microsoft.com/office/drawing/2014/chart" uri="{C3380CC4-5D6E-409C-BE32-E72D297353CC}">
              <c16:uniqueId val="{00000001-22CA-46DE-BAFF-C7D34AD28A9F}"/>
            </c:ext>
          </c:extLst>
        </c:ser>
        <c:dLbls>
          <c:showLegendKey val="0"/>
          <c:showVal val="0"/>
          <c:showCatName val="0"/>
          <c:showSerName val="0"/>
          <c:showPercent val="0"/>
          <c:showBubbleSize val="0"/>
        </c:dLbls>
        <c:marker val="1"/>
        <c:smooth val="0"/>
        <c:axId val="1805292111"/>
        <c:axId val="1805309999"/>
      </c:lineChart>
      <c:catAx>
        <c:axId val="18280915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28080767"/>
        <c:crosses val="autoZero"/>
        <c:auto val="1"/>
        <c:lblAlgn val="ctr"/>
        <c:lblOffset val="100"/>
        <c:noMultiLvlLbl val="0"/>
      </c:catAx>
      <c:valAx>
        <c:axId val="18280807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28091583"/>
        <c:crosses val="autoZero"/>
        <c:crossBetween val="between"/>
      </c:valAx>
      <c:valAx>
        <c:axId val="180530999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805292111"/>
        <c:crosses val="max"/>
        <c:crossBetween val="between"/>
      </c:valAx>
      <c:catAx>
        <c:axId val="1805292111"/>
        <c:scaling>
          <c:orientation val="minMax"/>
        </c:scaling>
        <c:delete val="1"/>
        <c:axPos val="b"/>
        <c:numFmt formatCode="General" sourceLinked="1"/>
        <c:majorTickMark val="out"/>
        <c:minorTickMark val="none"/>
        <c:tickLblPos val="nextTo"/>
        <c:crossAx val="1805309999"/>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de-D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67228983285225"/>
          <c:y val="3.4118666255631716E-2"/>
          <c:w val="0.8095015446959386"/>
          <c:h val="0.73612233063802701"/>
        </c:manualLayout>
      </c:layout>
      <c:barChart>
        <c:barDir val="col"/>
        <c:grouping val="clustered"/>
        <c:varyColors val="0"/>
        <c:ser>
          <c:idx val="0"/>
          <c:order val="0"/>
          <c:tx>
            <c:strRef>
              <c:f>Tabelle1!$B$1</c:f>
              <c:strCache>
                <c:ptCount val="1"/>
                <c:pt idx="0">
                  <c:v>Gesamtleistung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name>Trend (Gesamtleistung)</c:name>
            <c:spPr>
              <a:ln w="19050" cap="rnd">
                <a:solidFill>
                  <a:schemeClr val="accent1"/>
                </a:solidFill>
                <a:prstDash val="sysDot"/>
              </a:ln>
              <a:effectLst/>
            </c:spPr>
            <c:trendlineType val="poly"/>
            <c:order val="4"/>
            <c:dispRSqr val="0"/>
            <c:dispEq val="0"/>
          </c:trendline>
          <c:cat>
            <c:strRef>
              <c:f>Tabelle1!$A$2:$A$7</c:f>
              <c:strCache>
                <c:ptCount val="6"/>
                <c:pt idx="0">
                  <c:v>2017</c:v>
                </c:pt>
                <c:pt idx="1">
                  <c:v>2018</c:v>
                </c:pt>
                <c:pt idx="2">
                  <c:v>2019</c:v>
                </c:pt>
                <c:pt idx="3">
                  <c:v>2020</c:v>
                </c:pt>
                <c:pt idx="4">
                  <c:v>2021P</c:v>
                </c:pt>
                <c:pt idx="5">
                  <c:v>2022P</c:v>
                </c:pt>
              </c:strCache>
            </c:strRef>
          </c:cat>
          <c:val>
            <c:numRef>
              <c:f>Tabelle1!$B$2:$B$7</c:f>
              <c:numCache>
                <c:formatCode>#,##0</c:formatCode>
                <c:ptCount val="6"/>
                <c:pt idx="0">
                  <c:v>27048</c:v>
                </c:pt>
                <c:pt idx="1">
                  <c:v>28797</c:v>
                </c:pt>
                <c:pt idx="2">
                  <c:v>25963</c:v>
                </c:pt>
                <c:pt idx="3">
                  <c:v>22479</c:v>
                </c:pt>
                <c:pt idx="4" formatCode="#,##0_);\(#,##0\)">
                  <c:v>27114.9</c:v>
                </c:pt>
                <c:pt idx="5" formatCode="#,##0_);\(#,##0\)">
                  <c:v>35851.700000000004</c:v>
                </c:pt>
              </c:numCache>
            </c:numRef>
          </c:val>
          <c:extLst>
            <c:ext xmlns:c16="http://schemas.microsoft.com/office/drawing/2014/chart" uri="{C3380CC4-5D6E-409C-BE32-E72D297353CC}">
              <c16:uniqueId val="{00000000-5838-45D8-AD48-6B3C0DF4CDCB}"/>
            </c:ext>
          </c:extLst>
        </c:ser>
        <c:ser>
          <c:idx val="1"/>
          <c:order val="1"/>
          <c:tx>
            <c:strRef>
              <c:f>Tabelle1!$C$1</c:f>
              <c:strCache>
                <c:ptCount val="1"/>
                <c:pt idx="0">
                  <c:v>EBITDA</c:v>
                </c:pt>
              </c:strCache>
            </c:strRef>
          </c:tx>
          <c:spPr>
            <a:solidFill>
              <a:schemeClr val="accent2"/>
            </a:solidFill>
            <a:ln>
              <a:noFill/>
            </a:ln>
            <a:effectLst/>
          </c:spPr>
          <c:invertIfNegative val="0"/>
          <c:dLbls>
            <c:dLbl>
              <c:idx val="0"/>
              <c:layout>
                <c:manualLayout>
                  <c:x val="2.4600847615424828E-2"/>
                  <c:y val="-5.229080664444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838-45D8-AD48-6B3C0DF4CDCB}"/>
                </c:ext>
              </c:extLst>
            </c:dLbl>
            <c:dLbl>
              <c:idx val="1"/>
              <c:layout>
                <c:manualLayout>
                  <c:x val="3.0751059519281036E-2"/>
                  <c:y val="-4.927157736990622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838-45D8-AD48-6B3C0DF4CDCB}"/>
                </c:ext>
              </c:extLst>
            </c:dLbl>
            <c:dLbl>
              <c:idx val="2"/>
              <c:layout>
                <c:manualLayout>
                  <c:x val="3.3826165471209139E-2"/>
                  <c:y val="-7.233050703140497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838-45D8-AD48-6B3C0DF4CDCB}"/>
                </c:ext>
              </c:extLst>
            </c:dLbl>
            <c:dLbl>
              <c:idx val="3"/>
              <c:layout>
                <c:manualLayout>
                  <c:x val="2.4600847615424828E-2"/>
                  <c:y val="-7.10362709232654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838-45D8-AD48-6B3C0DF4CDCB}"/>
                </c:ext>
              </c:extLst>
            </c:dLbl>
            <c:dLbl>
              <c:idx val="4"/>
              <c:layout>
                <c:manualLayout>
                  <c:x val="2.4600847615424828E-2"/>
                  <c:y val="-6.400442939645106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838-45D8-AD48-6B3C0DF4CDCB}"/>
                </c:ext>
              </c:extLst>
            </c:dLbl>
            <c:dLbl>
              <c:idx val="5"/>
              <c:layout>
                <c:manualLayout>
                  <c:x val="3.0905783354185135E-2"/>
                  <c:y val="-9.39958622869902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838-45D8-AD48-6B3C0DF4CDC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name>Trend (EBITDA)</c:name>
            <c:spPr>
              <a:ln w="19050" cap="rnd">
                <a:solidFill>
                  <a:schemeClr val="accent2"/>
                </a:solidFill>
                <a:prstDash val="sysDot"/>
              </a:ln>
              <a:effectLst/>
            </c:spPr>
            <c:trendlineType val="poly"/>
            <c:order val="4"/>
            <c:dispRSqr val="0"/>
            <c:dispEq val="0"/>
          </c:trendline>
          <c:cat>
            <c:strRef>
              <c:f>Tabelle1!$A$2:$A$7</c:f>
              <c:strCache>
                <c:ptCount val="6"/>
                <c:pt idx="0">
                  <c:v>2017</c:v>
                </c:pt>
                <c:pt idx="1">
                  <c:v>2018</c:v>
                </c:pt>
                <c:pt idx="2">
                  <c:v>2019</c:v>
                </c:pt>
                <c:pt idx="3">
                  <c:v>2020</c:v>
                </c:pt>
                <c:pt idx="4">
                  <c:v>2021P</c:v>
                </c:pt>
                <c:pt idx="5">
                  <c:v>2022P</c:v>
                </c:pt>
              </c:strCache>
            </c:strRef>
          </c:cat>
          <c:val>
            <c:numRef>
              <c:f>Tabelle1!$C$2:$C$7</c:f>
              <c:numCache>
                <c:formatCode>#,##0</c:formatCode>
                <c:ptCount val="6"/>
                <c:pt idx="0" formatCode="#,##0_);\(#,##0\)">
                  <c:v>2130.6</c:v>
                </c:pt>
                <c:pt idx="1">
                  <c:v>2144</c:v>
                </c:pt>
                <c:pt idx="2" formatCode="General">
                  <c:v>891</c:v>
                </c:pt>
                <c:pt idx="3">
                  <c:v>1112</c:v>
                </c:pt>
                <c:pt idx="4" formatCode="#,##0_);\(#,##0\)">
                  <c:v>1494.1000000000001</c:v>
                </c:pt>
                <c:pt idx="5" formatCode="#,##0_);\(#,##0\)">
                  <c:v>4529.2</c:v>
                </c:pt>
              </c:numCache>
            </c:numRef>
          </c:val>
          <c:extLst>
            <c:ext xmlns:c16="http://schemas.microsoft.com/office/drawing/2014/chart" uri="{C3380CC4-5D6E-409C-BE32-E72D297353CC}">
              <c16:uniqueId val="{00000001-5838-45D8-AD48-6B3C0DF4CDCB}"/>
            </c:ext>
          </c:extLst>
        </c:ser>
        <c:dLbls>
          <c:dLblPos val="outEnd"/>
          <c:showLegendKey val="0"/>
          <c:showVal val="1"/>
          <c:showCatName val="0"/>
          <c:showSerName val="0"/>
          <c:showPercent val="0"/>
          <c:showBubbleSize val="0"/>
        </c:dLbls>
        <c:gapWidth val="219"/>
        <c:overlap val="-27"/>
        <c:axId val="2100097040"/>
        <c:axId val="2100103696"/>
      </c:barChart>
      <c:catAx>
        <c:axId val="2100097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2100103696"/>
        <c:crosses val="autoZero"/>
        <c:auto val="1"/>
        <c:lblAlgn val="ctr"/>
        <c:lblOffset val="100"/>
        <c:noMultiLvlLbl val="0"/>
      </c:catAx>
      <c:valAx>
        <c:axId val="2100103696"/>
        <c:scaling>
          <c:orientation val="minMax"/>
          <c:max val="4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2100097040"/>
        <c:crosses val="autoZero"/>
        <c:crossBetween val="between"/>
      </c:valAx>
      <c:spPr>
        <a:noFill/>
        <a:ln>
          <a:noFill/>
        </a:ln>
        <a:effectLst/>
      </c:spPr>
    </c:plotArea>
    <c:legend>
      <c:legendPos val="b"/>
      <c:layout>
        <c:manualLayout>
          <c:xMode val="edge"/>
          <c:yMode val="edge"/>
          <c:x val="5.4339543513838823E-2"/>
          <c:y val="0.86592211702793798"/>
          <c:w val="0.90362109464570772"/>
          <c:h val="0.111895968568052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6ED00E-C348-40C3-9195-7A229E53E03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de-DE"/>
        </a:p>
      </dgm:t>
    </dgm:pt>
    <dgm:pt modelId="{AC17E075-F862-4762-9BC3-F2E8763E17E8}">
      <dgm:prSet phldrT="[Text]" custT="1"/>
      <dgm:spPr>
        <a:solidFill>
          <a:srgbClr val="0092CF"/>
        </a:solidFill>
        <a:ln>
          <a:solidFill>
            <a:srgbClr val="0092CF"/>
          </a:solidFill>
        </a:ln>
      </dgm:spPr>
      <dgm:t>
        <a:bodyPr/>
        <a:lstStyle/>
        <a:p>
          <a:r>
            <a:rPr lang="de-DE" sz="1400" b="1" spc="15">
              <a:latin typeface="+mn-lt"/>
              <a:cs typeface="Calibri"/>
            </a:rPr>
            <a:t>Etablierter  Transport- &amp; Logistikdienstleister mit  langjähriger Erfahrung</a:t>
          </a:r>
          <a:r>
            <a:rPr lang="de-DE" sz="1400">
              <a:latin typeface="+mn-lt"/>
            </a:rPr>
            <a:t> </a:t>
          </a:r>
        </a:p>
      </dgm:t>
    </dgm:pt>
    <dgm:pt modelId="{D4FD8922-EF45-46B8-AF51-AEB10701243F}" type="parTrans" cxnId="{C0697BBC-92DA-48E4-ADB4-7F68AC8213A6}">
      <dgm:prSet/>
      <dgm:spPr/>
      <dgm:t>
        <a:bodyPr/>
        <a:lstStyle/>
        <a:p>
          <a:endParaRPr lang="de-DE"/>
        </a:p>
      </dgm:t>
    </dgm:pt>
    <dgm:pt modelId="{FD3FC624-BB80-4AFC-829D-4A3E1D1E5F5A}" type="sibTrans" cxnId="{C0697BBC-92DA-48E4-ADB4-7F68AC8213A6}">
      <dgm:prSet/>
      <dgm:spPr/>
      <dgm:t>
        <a:bodyPr/>
        <a:lstStyle/>
        <a:p>
          <a:endParaRPr lang="de-DE"/>
        </a:p>
      </dgm:t>
    </dgm:pt>
    <dgm:pt modelId="{2838EBA7-C266-4824-88E1-F88EBC59A9FB}">
      <dgm:prSet phldrT="[Text]" custT="1"/>
      <dgm:spPr>
        <a:solidFill>
          <a:srgbClr val="0092CF"/>
        </a:solidFill>
        <a:ln>
          <a:solidFill>
            <a:srgbClr val="0092CF"/>
          </a:solidFill>
        </a:ln>
      </dgm:spPr>
      <dgm:t>
        <a:bodyPr/>
        <a:lstStyle/>
        <a:p>
          <a:pPr>
            <a:buFont typeface="Arial" panose="020B0604020202020204" pitchFamily="34" charset="0"/>
            <a:buChar char="•"/>
          </a:pPr>
          <a:r>
            <a:rPr lang="de-DE" sz="1400" b="1" spc="15">
              <a:latin typeface="+mn-lt"/>
              <a:cs typeface="Calibri"/>
            </a:rPr>
            <a:t>Etablierte und langjährige Kundenbeziehungen / Planbare Aufträge </a:t>
          </a:r>
          <a:endParaRPr lang="de-DE" sz="1400">
            <a:latin typeface="+mn-lt"/>
          </a:endParaRPr>
        </a:p>
      </dgm:t>
    </dgm:pt>
    <dgm:pt modelId="{BCEC95ED-6309-4F78-AFC0-598BFA7C983A}" type="parTrans" cxnId="{A5AFA886-EDFB-44B6-ACEC-E2E49B7F1B88}">
      <dgm:prSet/>
      <dgm:spPr/>
      <dgm:t>
        <a:bodyPr/>
        <a:lstStyle/>
        <a:p>
          <a:endParaRPr lang="de-DE"/>
        </a:p>
      </dgm:t>
    </dgm:pt>
    <dgm:pt modelId="{443B7BB4-70AE-46F2-9086-95052BA6086C}" type="sibTrans" cxnId="{A5AFA886-EDFB-44B6-ACEC-E2E49B7F1B88}">
      <dgm:prSet/>
      <dgm:spPr/>
      <dgm:t>
        <a:bodyPr/>
        <a:lstStyle/>
        <a:p>
          <a:endParaRPr lang="de-DE"/>
        </a:p>
      </dgm:t>
    </dgm:pt>
    <dgm:pt modelId="{B3F9A830-2108-4107-8F8A-65EE7A455430}">
      <dgm:prSet phldrT="[Text]" custT="1"/>
      <dgm:spPr>
        <a:solidFill>
          <a:srgbClr val="0092CF"/>
        </a:solidFill>
        <a:ln>
          <a:solidFill>
            <a:srgbClr val="0092CF"/>
          </a:solidFill>
        </a:ln>
      </dgm:spPr>
      <dgm:t>
        <a:bodyPr/>
        <a:lstStyle/>
        <a:p>
          <a:pPr>
            <a:buFont typeface="Arial" panose="020B0604020202020204" pitchFamily="34" charset="0"/>
            <a:buChar char="•"/>
          </a:pPr>
          <a:r>
            <a:rPr lang="de-DE" sz="1400" b="1" spc="15">
              <a:latin typeface="+mn-lt"/>
              <a:cs typeface="Calibri"/>
            </a:rPr>
            <a:t>Langjährige Beziehungen zu Subunternehmern</a:t>
          </a:r>
          <a:endParaRPr lang="de-DE" sz="1400">
            <a:latin typeface="+mn-lt"/>
          </a:endParaRPr>
        </a:p>
      </dgm:t>
    </dgm:pt>
    <dgm:pt modelId="{CCC44A97-1CD7-4EFB-8850-879453112B9D}" type="parTrans" cxnId="{71165C20-1032-4B3F-A731-5A0FFC821DB1}">
      <dgm:prSet/>
      <dgm:spPr/>
      <dgm:t>
        <a:bodyPr/>
        <a:lstStyle/>
        <a:p>
          <a:endParaRPr lang="de-DE"/>
        </a:p>
      </dgm:t>
    </dgm:pt>
    <dgm:pt modelId="{6F514AE4-3231-4C1B-A14F-6DF51B836CF8}" type="sibTrans" cxnId="{71165C20-1032-4B3F-A731-5A0FFC821DB1}">
      <dgm:prSet/>
      <dgm:spPr/>
      <dgm:t>
        <a:bodyPr/>
        <a:lstStyle/>
        <a:p>
          <a:endParaRPr lang="de-DE"/>
        </a:p>
      </dgm:t>
    </dgm:pt>
    <dgm:pt modelId="{1BF3DF7D-16B0-4D2D-9589-0D396A563B85}">
      <dgm:prSet/>
      <dgm:spPr/>
      <dgm:t>
        <a:bodyPr/>
        <a:lstStyle/>
        <a:p>
          <a:endParaRPr lang="de-DE"/>
        </a:p>
      </dgm:t>
    </dgm:pt>
    <dgm:pt modelId="{A41BCFAF-1EA6-451F-9C9A-2630EE14ED04}" type="parTrans" cxnId="{C2419C26-6799-4E76-AF30-4D4536130789}">
      <dgm:prSet/>
      <dgm:spPr/>
      <dgm:t>
        <a:bodyPr/>
        <a:lstStyle/>
        <a:p>
          <a:endParaRPr lang="de-DE"/>
        </a:p>
      </dgm:t>
    </dgm:pt>
    <dgm:pt modelId="{D1C103BA-BFFB-4FE7-A030-28D66E06B9B7}" type="sibTrans" cxnId="{C2419C26-6799-4E76-AF30-4D4536130789}">
      <dgm:prSet/>
      <dgm:spPr/>
      <dgm:t>
        <a:bodyPr/>
        <a:lstStyle/>
        <a:p>
          <a:endParaRPr lang="de-DE"/>
        </a:p>
      </dgm:t>
    </dgm:pt>
    <dgm:pt modelId="{5F3D46FB-6518-406C-B6B6-3D81E88B35E5}">
      <dgm:prSet custT="1"/>
      <dgm:spPr>
        <a:solidFill>
          <a:srgbClr val="0092CF"/>
        </a:solidFill>
        <a:ln>
          <a:solidFill>
            <a:srgbClr val="0092CF"/>
          </a:solidFill>
        </a:ln>
      </dgm:spPr>
      <dgm:t>
        <a:bodyPr/>
        <a:lstStyle/>
        <a:p>
          <a:pPr>
            <a:buFont typeface="Arial" panose="020B0604020202020204" pitchFamily="34" charset="0"/>
            <a:buChar char="•"/>
          </a:pPr>
          <a:r>
            <a:rPr lang="de-DE" sz="1400" b="1" spc="15">
              <a:latin typeface="+mn-lt"/>
              <a:cs typeface="Calibri"/>
            </a:rPr>
            <a:t>Moderner Fuhrpark mit regelmäßiger Wartung </a:t>
          </a:r>
          <a:endParaRPr lang="de-DE" sz="1400">
            <a:latin typeface="+mn-lt"/>
          </a:endParaRPr>
        </a:p>
      </dgm:t>
    </dgm:pt>
    <dgm:pt modelId="{D3342412-47AF-4D2C-B732-DB8C4E53152C}" type="parTrans" cxnId="{5520F984-5593-41AC-B19E-D3D22BB1EB3F}">
      <dgm:prSet/>
      <dgm:spPr/>
      <dgm:t>
        <a:bodyPr/>
        <a:lstStyle/>
        <a:p>
          <a:endParaRPr lang="de-DE"/>
        </a:p>
      </dgm:t>
    </dgm:pt>
    <dgm:pt modelId="{29D5DFC9-5BAA-4C9E-99A9-E9E0DBAAEA82}" type="sibTrans" cxnId="{5520F984-5593-41AC-B19E-D3D22BB1EB3F}">
      <dgm:prSet/>
      <dgm:spPr/>
      <dgm:t>
        <a:bodyPr/>
        <a:lstStyle/>
        <a:p>
          <a:endParaRPr lang="de-DE"/>
        </a:p>
      </dgm:t>
    </dgm:pt>
    <dgm:pt modelId="{BD08B9F1-8452-4932-AB93-5FECFCBCAED4}">
      <dgm:prSet custT="1"/>
      <dgm:spPr>
        <a:solidFill>
          <a:srgbClr val="0092CF"/>
        </a:solidFill>
        <a:ln>
          <a:solidFill>
            <a:srgbClr val="0092CF"/>
          </a:solidFill>
        </a:ln>
      </dgm:spPr>
      <dgm:t>
        <a:bodyPr/>
        <a:lstStyle/>
        <a:p>
          <a:r>
            <a:rPr lang="de-DE" sz="1400" b="1" spc="15">
              <a:latin typeface="+mn-lt"/>
              <a:cs typeface="Calibri"/>
            </a:rPr>
            <a:t>Motivierte und erfahrene Mitarbeiter</a:t>
          </a:r>
        </a:p>
      </dgm:t>
    </dgm:pt>
    <dgm:pt modelId="{EA24CB34-13C7-4F02-9462-A531B424337F}" type="parTrans" cxnId="{5F3BA6FE-3C9F-45E5-97AE-439E379949E3}">
      <dgm:prSet/>
      <dgm:spPr/>
      <dgm:t>
        <a:bodyPr/>
        <a:lstStyle/>
        <a:p>
          <a:endParaRPr lang="de-DE"/>
        </a:p>
      </dgm:t>
    </dgm:pt>
    <dgm:pt modelId="{E0955F04-9693-4543-B693-0D4DD286421B}" type="sibTrans" cxnId="{5F3BA6FE-3C9F-45E5-97AE-439E379949E3}">
      <dgm:prSet/>
      <dgm:spPr/>
      <dgm:t>
        <a:bodyPr/>
        <a:lstStyle/>
        <a:p>
          <a:endParaRPr lang="de-DE"/>
        </a:p>
      </dgm:t>
    </dgm:pt>
    <dgm:pt modelId="{218AD8EE-A9DC-40D8-BF75-22F987C9598B}">
      <dgm:prSet custT="1"/>
      <dgm:spPr>
        <a:solidFill>
          <a:srgbClr val="0092CF"/>
        </a:solidFill>
        <a:ln>
          <a:solidFill>
            <a:srgbClr val="0092CF"/>
          </a:solidFill>
        </a:ln>
      </dgm:spPr>
      <dgm:t>
        <a:bodyPr/>
        <a:lstStyle/>
        <a:p>
          <a:r>
            <a:rPr lang="de-DE" sz="1400" b="1" spc="15">
              <a:latin typeface="+mn-lt"/>
              <a:cs typeface="Calibri"/>
            </a:rPr>
            <a:t>Zertifizierung nach ISO 9001 (Qualitätsmanagement)  &amp; ISO 14001 (Umweltmanagement)</a:t>
          </a:r>
        </a:p>
      </dgm:t>
    </dgm:pt>
    <dgm:pt modelId="{C67C1015-BC7E-43D0-BBD9-BF1319E55B2B}" type="parTrans" cxnId="{4D3570C8-E85F-405E-A822-BF1C0A09D57A}">
      <dgm:prSet/>
      <dgm:spPr/>
      <dgm:t>
        <a:bodyPr/>
        <a:lstStyle/>
        <a:p>
          <a:endParaRPr lang="de-DE"/>
        </a:p>
      </dgm:t>
    </dgm:pt>
    <dgm:pt modelId="{D166D7F5-86D3-4262-81C6-035DBC79196E}" type="sibTrans" cxnId="{4D3570C8-E85F-405E-A822-BF1C0A09D57A}">
      <dgm:prSet/>
      <dgm:spPr/>
      <dgm:t>
        <a:bodyPr/>
        <a:lstStyle/>
        <a:p>
          <a:endParaRPr lang="de-DE"/>
        </a:p>
      </dgm:t>
    </dgm:pt>
    <dgm:pt modelId="{1DA0A875-CD8D-44FA-A0A0-C731879BF302}">
      <dgm:prSet custT="1"/>
      <dgm:spPr>
        <a:solidFill>
          <a:srgbClr val="0092CF"/>
        </a:solidFill>
        <a:ln>
          <a:solidFill>
            <a:srgbClr val="0092CF"/>
          </a:solidFill>
        </a:ln>
      </dgm:spPr>
      <dgm:t>
        <a:bodyPr/>
        <a:lstStyle/>
        <a:p>
          <a:pPr>
            <a:buFont typeface="Arial" panose="020B0604020202020204" pitchFamily="34" charset="0"/>
            <a:buChar char="•"/>
          </a:pPr>
          <a:r>
            <a:rPr lang="de-DE" sz="1400" b="1" spc="15">
              <a:latin typeface="+mn-lt"/>
              <a:cs typeface="Calibri"/>
            </a:rPr>
            <a:t>Attraktive Standorte an Hauptverkehrsachsen im Ruhrgebiet und in der Metropolregion Frankfurt am Main</a:t>
          </a:r>
          <a:endParaRPr lang="de-DE" sz="1400">
            <a:latin typeface="+mn-lt"/>
          </a:endParaRPr>
        </a:p>
      </dgm:t>
    </dgm:pt>
    <dgm:pt modelId="{112DA334-6243-486D-8C02-72D5A29F9A95}" type="parTrans" cxnId="{69436DD2-770F-4EF1-891A-6F6520229F37}">
      <dgm:prSet/>
      <dgm:spPr/>
      <dgm:t>
        <a:bodyPr/>
        <a:lstStyle/>
        <a:p>
          <a:endParaRPr lang="de-DE"/>
        </a:p>
      </dgm:t>
    </dgm:pt>
    <dgm:pt modelId="{180F1B4B-73B1-49CC-9EE2-BF42FF7D7928}" type="sibTrans" cxnId="{69436DD2-770F-4EF1-891A-6F6520229F37}">
      <dgm:prSet/>
      <dgm:spPr/>
      <dgm:t>
        <a:bodyPr/>
        <a:lstStyle/>
        <a:p>
          <a:endParaRPr lang="de-DE"/>
        </a:p>
      </dgm:t>
    </dgm:pt>
    <dgm:pt modelId="{79D7FA0D-3577-49F1-84FC-47F442CA4DB9}" type="pres">
      <dgm:prSet presAssocID="{C66ED00E-C348-40C3-9195-7A229E53E03C}" presName="Name0" presStyleCnt="0">
        <dgm:presLayoutVars>
          <dgm:chMax val="7"/>
          <dgm:chPref val="7"/>
          <dgm:dir/>
        </dgm:presLayoutVars>
      </dgm:prSet>
      <dgm:spPr/>
    </dgm:pt>
    <dgm:pt modelId="{7CF4CB5D-4934-444B-B5A7-761AC60A7E32}" type="pres">
      <dgm:prSet presAssocID="{C66ED00E-C348-40C3-9195-7A229E53E03C}" presName="Name1" presStyleCnt="0"/>
      <dgm:spPr/>
    </dgm:pt>
    <dgm:pt modelId="{F9E1AC67-9EB9-49E6-A73F-C360024DEBCC}" type="pres">
      <dgm:prSet presAssocID="{C66ED00E-C348-40C3-9195-7A229E53E03C}" presName="cycle" presStyleCnt="0"/>
      <dgm:spPr/>
    </dgm:pt>
    <dgm:pt modelId="{65FBF053-1296-469A-BECF-3EDD19D154CD}" type="pres">
      <dgm:prSet presAssocID="{C66ED00E-C348-40C3-9195-7A229E53E03C}" presName="srcNode" presStyleLbl="node1" presStyleIdx="0" presStyleCnt="7"/>
      <dgm:spPr/>
    </dgm:pt>
    <dgm:pt modelId="{52186AF9-B8FA-4438-BE7E-8E73B30AB64A}" type="pres">
      <dgm:prSet presAssocID="{C66ED00E-C348-40C3-9195-7A229E53E03C}" presName="conn" presStyleLbl="parChTrans1D2" presStyleIdx="0" presStyleCnt="1"/>
      <dgm:spPr/>
    </dgm:pt>
    <dgm:pt modelId="{949060DF-9EAC-44C0-9E89-0CE0524ED5AD}" type="pres">
      <dgm:prSet presAssocID="{C66ED00E-C348-40C3-9195-7A229E53E03C}" presName="extraNode" presStyleLbl="node1" presStyleIdx="0" presStyleCnt="7"/>
      <dgm:spPr/>
    </dgm:pt>
    <dgm:pt modelId="{DFA2F231-A3B8-4F55-8D36-41A8F7364232}" type="pres">
      <dgm:prSet presAssocID="{C66ED00E-C348-40C3-9195-7A229E53E03C}" presName="dstNode" presStyleLbl="node1" presStyleIdx="0" presStyleCnt="7"/>
      <dgm:spPr/>
    </dgm:pt>
    <dgm:pt modelId="{27ABE472-7AFA-47A5-B42F-9F08F03A7472}" type="pres">
      <dgm:prSet presAssocID="{AC17E075-F862-4762-9BC3-F2E8763E17E8}" presName="text_1" presStyleLbl="node1" presStyleIdx="0" presStyleCnt="7">
        <dgm:presLayoutVars>
          <dgm:bulletEnabled val="1"/>
        </dgm:presLayoutVars>
      </dgm:prSet>
      <dgm:spPr/>
    </dgm:pt>
    <dgm:pt modelId="{E1AA979D-D9AA-49E9-95EB-763FF6AFC677}" type="pres">
      <dgm:prSet presAssocID="{AC17E075-F862-4762-9BC3-F2E8763E17E8}" presName="accent_1" presStyleCnt="0"/>
      <dgm:spPr/>
    </dgm:pt>
    <dgm:pt modelId="{7D24534F-D5C5-47EC-9186-28814F185276}" type="pres">
      <dgm:prSet presAssocID="{AC17E075-F862-4762-9BC3-F2E8763E17E8}" presName="accentRepeatNode" presStyleLbl="solidFgAcc1" presStyleIdx="0" presStyleCnt="7"/>
      <dgm:spPr>
        <a:ln>
          <a:solidFill>
            <a:srgbClr val="0092CF"/>
          </a:solidFill>
        </a:ln>
      </dgm:spPr>
    </dgm:pt>
    <dgm:pt modelId="{ADA8DFB5-21A4-4476-80EB-DE9B9137E1C6}" type="pres">
      <dgm:prSet presAssocID="{2838EBA7-C266-4824-88E1-F88EBC59A9FB}" presName="text_2" presStyleLbl="node1" presStyleIdx="1" presStyleCnt="7">
        <dgm:presLayoutVars>
          <dgm:bulletEnabled val="1"/>
        </dgm:presLayoutVars>
      </dgm:prSet>
      <dgm:spPr/>
    </dgm:pt>
    <dgm:pt modelId="{BAE259C8-C64D-447E-ACFB-7B6898281E5B}" type="pres">
      <dgm:prSet presAssocID="{2838EBA7-C266-4824-88E1-F88EBC59A9FB}" presName="accent_2" presStyleCnt="0"/>
      <dgm:spPr/>
    </dgm:pt>
    <dgm:pt modelId="{7FE649AE-134A-483C-BEE0-7332670243FF}" type="pres">
      <dgm:prSet presAssocID="{2838EBA7-C266-4824-88E1-F88EBC59A9FB}" presName="accentRepeatNode" presStyleLbl="solidFgAcc1" presStyleIdx="1" presStyleCnt="7"/>
      <dgm:spPr>
        <a:ln>
          <a:solidFill>
            <a:srgbClr val="0092CF"/>
          </a:solidFill>
        </a:ln>
      </dgm:spPr>
    </dgm:pt>
    <dgm:pt modelId="{559CCA70-CE54-4D69-BBC7-B41DE895DD85}" type="pres">
      <dgm:prSet presAssocID="{B3F9A830-2108-4107-8F8A-65EE7A455430}" presName="text_3" presStyleLbl="node1" presStyleIdx="2" presStyleCnt="7">
        <dgm:presLayoutVars>
          <dgm:bulletEnabled val="1"/>
        </dgm:presLayoutVars>
      </dgm:prSet>
      <dgm:spPr/>
    </dgm:pt>
    <dgm:pt modelId="{C032DBB0-E67D-4F71-9C4B-33FE058AA4FE}" type="pres">
      <dgm:prSet presAssocID="{B3F9A830-2108-4107-8F8A-65EE7A455430}" presName="accent_3" presStyleCnt="0"/>
      <dgm:spPr/>
    </dgm:pt>
    <dgm:pt modelId="{504F2F18-F16B-4772-9ADB-8F608653A4D8}" type="pres">
      <dgm:prSet presAssocID="{B3F9A830-2108-4107-8F8A-65EE7A455430}" presName="accentRepeatNode" presStyleLbl="solidFgAcc1" presStyleIdx="2" presStyleCnt="7"/>
      <dgm:spPr>
        <a:ln>
          <a:solidFill>
            <a:srgbClr val="0092CF"/>
          </a:solidFill>
        </a:ln>
      </dgm:spPr>
    </dgm:pt>
    <dgm:pt modelId="{D46F3C17-DD8E-4806-8E11-A0F20128ED03}" type="pres">
      <dgm:prSet presAssocID="{BD08B9F1-8452-4932-AB93-5FECFCBCAED4}" presName="text_4" presStyleLbl="node1" presStyleIdx="3" presStyleCnt="7">
        <dgm:presLayoutVars>
          <dgm:bulletEnabled val="1"/>
        </dgm:presLayoutVars>
      </dgm:prSet>
      <dgm:spPr/>
    </dgm:pt>
    <dgm:pt modelId="{E4905B17-1F73-43B7-81AC-F5285161CB13}" type="pres">
      <dgm:prSet presAssocID="{BD08B9F1-8452-4932-AB93-5FECFCBCAED4}" presName="accent_4" presStyleCnt="0"/>
      <dgm:spPr/>
    </dgm:pt>
    <dgm:pt modelId="{B9648084-6339-46D1-BFE3-BC982FA87463}" type="pres">
      <dgm:prSet presAssocID="{BD08B9F1-8452-4932-AB93-5FECFCBCAED4}" presName="accentRepeatNode" presStyleLbl="solidFgAcc1" presStyleIdx="3" presStyleCnt="7"/>
      <dgm:spPr>
        <a:ln>
          <a:solidFill>
            <a:srgbClr val="0092CF"/>
          </a:solidFill>
        </a:ln>
      </dgm:spPr>
    </dgm:pt>
    <dgm:pt modelId="{2C19247A-245F-4127-AD03-D067B2B83462}" type="pres">
      <dgm:prSet presAssocID="{5F3D46FB-6518-406C-B6B6-3D81E88B35E5}" presName="text_5" presStyleLbl="node1" presStyleIdx="4" presStyleCnt="7">
        <dgm:presLayoutVars>
          <dgm:bulletEnabled val="1"/>
        </dgm:presLayoutVars>
      </dgm:prSet>
      <dgm:spPr/>
    </dgm:pt>
    <dgm:pt modelId="{386FC0D7-9C33-493D-86E8-5E9DAE35344A}" type="pres">
      <dgm:prSet presAssocID="{5F3D46FB-6518-406C-B6B6-3D81E88B35E5}" presName="accent_5" presStyleCnt="0"/>
      <dgm:spPr/>
    </dgm:pt>
    <dgm:pt modelId="{31823091-08DE-4714-A014-3D9706880560}" type="pres">
      <dgm:prSet presAssocID="{5F3D46FB-6518-406C-B6B6-3D81E88B35E5}" presName="accentRepeatNode" presStyleLbl="solidFgAcc1" presStyleIdx="4" presStyleCnt="7"/>
      <dgm:spPr>
        <a:ln>
          <a:solidFill>
            <a:srgbClr val="0092CF"/>
          </a:solidFill>
        </a:ln>
      </dgm:spPr>
    </dgm:pt>
    <dgm:pt modelId="{04405164-242B-448E-BDF2-8E2E3E2D5DBF}" type="pres">
      <dgm:prSet presAssocID="{1DA0A875-CD8D-44FA-A0A0-C731879BF302}" presName="text_6" presStyleLbl="node1" presStyleIdx="5" presStyleCnt="7">
        <dgm:presLayoutVars>
          <dgm:bulletEnabled val="1"/>
        </dgm:presLayoutVars>
      </dgm:prSet>
      <dgm:spPr/>
    </dgm:pt>
    <dgm:pt modelId="{12C171DA-44CE-4BE1-8917-25F1CBB33F4E}" type="pres">
      <dgm:prSet presAssocID="{1DA0A875-CD8D-44FA-A0A0-C731879BF302}" presName="accent_6" presStyleCnt="0"/>
      <dgm:spPr/>
    </dgm:pt>
    <dgm:pt modelId="{F84C6D12-DEDD-4CCF-B67E-C31C1516D289}" type="pres">
      <dgm:prSet presAssocID="{1DA0A875-CD8D-44FA-A0A0-C731879BF302}" presName="accentRepeatNode" presStyleLbl="solidFgAcc1" presStyleIdx="5" presStyleCnt="7"/>
      <dgm:spPr>
        <a:ln>
          <a:solidFill>
            <a:srgbClr val="0092CF"/>
          </a:solidFill>
        </a:ln>
      </dgm:spPr>
    </dgm:pt>
    <dgm:pt modelId="{CB668AEB-A753-4B4C-9183-BB4D2066E38C}" type="pres">
      <dgm:prSet presAssocID="{218AD8EE-A9DC-40D8-BF75-22F987C9598B}" presName="text_7" presStyleLbl="node1" presStyleIdx="6" presStyleCnt="7">
        <dgm:presLayoutVars>
          <dgm:bulletEnabled val="1"/>
        </dgm:presLayoutVars>
      </dgm:prSet>
      <dgm:spPr/>
    </dgm:pt>
    <dgm:pt modelId="{7A94E844-0F37-4D38-96D1-EFEEB0BE4BA6}" type="pres">
      <dgm:prSet presAssocID="{218AD8EE-A9DC-40D8-BF75-22F987C9598B}" presName="accent_7" presStyleCnt="0"/>
      <dgm:spPr/>
    </dgm:pt>
    <dgm:pt modelId="{59923A4C-7271-4D06-930B-60AC67D676D9}" type="pres">
      <dgm:prSet presAssocID="{218AD8EE-A9DC-40D8-BF75-22F987C9598B}" presName="accentRepeatNode" presStyleLbl="solidFgAcc1" presStyleIdx="6" presStyleCnt="7"/>
      <dgm:spPr>
        <a:ln>
          <a:solidFill>
            <a:srgbClr val="0092CF"/>
          </a:solidFill>
        </a:ln>
      </dgm:spPr>
    </dgm:pt>
  </dgm:ptLst>
  <dgm:cxnLst>
    <dgm:cxn modelId="{EF814B08-BDAF-4F2E-959E-E941F634978B}" type="presOf" srcId="{2838EBA7-C266-4824-88E1-F88EBC59A9FB}" destId="{ADA8DFB5-21A4-4476-80EB-DE9B9137E1C6}" srcOrd="0" destOrd="0" presId="urn:microsoft.com/office/officeart/2008/layout/VerticalCurvedList"/>
    <dgm:cxn modelId="{FE02A31C-4930-4AFF-9A19-8C3EC3B944D1}" type="presOf" srcId="{218AD8EE-A9DC-40D8-BF75-22F987C9598B}" destId="{CB668AEB-A753-4B4C-9183-BB4D2066E38C}" srcOrd="0" destOrd="0" presId="urn:microsoft.com/office/officeart/2008/layout/VerticalCurvedList"/>
    <dgm:cxn modelId="{71165C20-1032-4B3F-A731-5A0FFC821DB1}" srcId="{C66ED00E-C348-40C3-9195-7A229E53E03C}" destId="{B3F9A830-2108-4107-8F8A-65EE7A455430}" srcOrd="2" destOrd="0" parTransId="{CCC44A97-1CD7-4EFB-8850-879453112B9D}" sibTransId="{6F514AE4-3231-4C1B-A14F-6DF51B836CF8}"/>
    <dgm:cxn modelId="{C2419C26-6799-4E76-AF30-4D4536130789}" srcId="{C66ED00E-C348-40C3-9195-7A229E53E03C}" destId="{1BF3DF7D-16B0-4D2D-9589-0D396A563B85}" srcOrd="7" destOrd="0" parTransId="{A41BCFAF-1EA6-451F-9C9A-2630EE14ED04}" sibTransId="{D1C103BA-BFFB-4FE7-A030-28D66E06B9B7}"/>
    <dgm:cxn modelId="{50728637-E606-447B-A5F2-991C6D976FF0}" type="presOf" srcId="{C66ED00E-C348-40C3-9195-7A229E53E03C}" destId="{79D7FA0D-3577-49F1-84FC-47F442CA4DB9}" srcOrd="0" destOrd="0" presId="urn:microsoft.com/office/officeart/2008/layout/VerticalCurvedList"/>
    <dgm:cxn modelId="{771C7C4B-0DD7-42FB-81BB-59C27A6CDB55}" type="presOf" srcId="{AC17E075-F862-4762-9BC3-F2E8763E17E8}" destId="{27ABE472-7AFA-47A5-B42F-9F08F03A7472}" srcOrd="0" destOrd="0" presId="urn:microsoft.com/office/officeart/2008/layout/VerticalCurvedList"/>
    <dgm:cxn modelId="{1657CA72-9C73-4F09-87CB-C53AF8E94B8C}" type="presOf" srcId="{5F3D46FB-6518-406C-B6B6-3D81E88B35E5}" destId="{2C19247A-245F-4127-AD03-D067B2B83462}" srcOrd="0" destOrd="0" presId="urn:microsoft.com/office/officeart/2008/layout/VerticalCurvedList"/>
    <dgm:cxn modelId="{0D671282-6CBC-4FA3-82D1-F8EF0487F53A}" type="presOf" srcId="{1DA0A875-CD8D-44FA-A0A0-C731879BF302}" destId="{04405164-242B-448E-BDF2-8E2E3E2D5DBF}" srcOrd="0" destOrd="0" presId="urn:microsoft.com/office/officeart/2008/layout/VerticalCurvedList"/>
    <dgm:cxn modelId="{5520F984-5593-41AC-B19E-D3D22BB1EB3F}" srcId="{C66ED00E-C348-40C3-9195-7A229E53E03C}" destId="{5F3D46FB-6518-406C-B6B6-3D81E88B35E5}" srcOrd="4" destOrd="0" parTransId="{D3342412-47AF-4D2C-B732-DB8C4E53152C}" sibTransId="{29D5DFC9-5BAA-4C9E-99A9-E9E0DBAAEA82}"/>
    <dgm:cxn modelId="{A5AFA886-EDFB-44B6-ACEC-E2E49B7F1B88}" srcId="{C66ED00E-C348-40C3-9195-7A229E53E03C}" destId="{2838EBA7-C266-4824-88E1-F88EBC59A9FB}" srcOrd="1" destOrd="0" parTransId="{BCEC95ED-6309-4F78-AFC0-598BFA7C983A}" sibTransId="{443B7BB4-70AE-46F2-9086-95052BA6086C}"/>
    <dgm:cxn modelId="{B73ACA95-9804-4F2F-843E-4C4FD8E9C426}" type="presOf" srcId="{FD3FC624-BB80-4AFC-829D-4A3E1D1E5F5A}" destId="{52186AF9-B8FA-4438-BE7E-8E73B30AB64A}" srcOrd="0" destOrd="0" presId="urn:microsoft.com/office/officeart/2008/layout/VerticalCurvedList"/>
    <dgm:cxn modelId="{C0697BBC-92DA-48E4-ADB4-7F68AC8213A6}" srcId="{C66ED00E-C348-40C3-9195-7A229E53E03C}" destId="{AC17E075-F862-4762-9BC3-F2E8763E17E8}" srcOrd="0" destOrd="0" parTransId="{D4FD8922-EF45-46B8-AF51-AEB10701243F}" sibTransId="{FD3FC624-BB80-4AFC-829D-4A3E1D1E5F5A}"/>
    <dgm:cxn modelId="{4D3570C8-E85F-405E-A822-BF1C0A09D57A}" srcId="{C66ED00E-C348-40C3-9195-7A229E53E03C}" destId="{218AD8EE-A9DC-40D8-BF75-22F987C9598B}" srcOrd="6" destOrd="0" parTransId="{C67C1015-BC7E-43D0-BBD9-BF1319E55B2B}" sibTransId="{D166D7F5-86D3-4262-81C6-035DBC79196E}"/>
    <dgm:cxn modelId="{69436DD2-770F-4EF1-891A-6F6520229F37}" srcId="{C66ED00E-C348-40C3-9195-7A229E53E03C}" destId="{1DA0A875-CD8D-44FA-A0A0-C731879BF302}" srcOrd="5" destOrd="0" parTransId="{112DA334-6243-486D-8C02-72D5A29F9A95}" sibTransId="{180F1B4B-73B1-49CC-9EE2-BF42FF7D7928}"/>
    <dgm:cxn modelId="{DA90D6E0-6C6B-40AA-BE35-18C190A2BAEF}" type="presOf" srcId="{BD08B9F1-8452-4932-AB93-5FECFCBCAED4}" destId="{D46F3C17-DD8E-4806-8E11-A0F20128ED03}" srcOrd="0" destOrd="0" presId="urn:microsoft.com/office/officeart/2008/layout/VerticalCurvedList"/>
    <dgm:cxn modelId="{D6BE10EA-4DD1-4239-B66C-A19C61002E4F}" type="presOf" srcId="{B3F9A830-2108-4107-8F8A-65EE7A455430}" destId="{559CCA70-CE54-4D69-BBC7-B41DE895DD85}" srcOrd="0" destOrd="0" presId="urn:microsoft.com/office/officeart/2008/layout/VerticalCurvedList"/>
    <dgm:cxn modelId="{5F3BA6FE-3C9F-45E5-97AE-439E379949E3}" srcId="{C66ED00E-C348-40C3-9195-7A229E53E03C}" destId="{BD08B9F1-8452-4932-AB93-5FECFCBCAED4}" srcOrd="3" destOrd="0" parTransId="{EA24CB34-13C7-4F02-9462-A531B424337F}" sibTransId="{E0955F04-9693-4543-B693-0D4DD286421B}"/>
    <dgm:cxn modelId="{BD546889-20D4-4291-924C-91AC2E72A1C3}" type="presParOf" srcId="{79D7FA0D-3577-49F1-84FC-47F442CA4DB9}" destId="{7CF4CB5D-4934-444B-B5A7-761AC60A7E32}" srcOrd="0" destOrd="0" presId="urn:microsoft.com/office/officeart/2008/layout/VerticalCurvedList"/>
    <dgm:cxn modelId="{D6370CD6-608B-45E9-8853-F2FF4C89C0C9}" type="presParOf" srcId="{7CF4CB5D-4934-444B-B5A7-761AC60A7E32}" destId="{F9E1AC67-9EB9-49E6-A73F-C360024DEBCC}" srcOrd="0" destOrd="0" presId="urn:microsoft.com/office/officeart/2008/layout/VerticalCurvedList"/>
    <dgm:cxn modelId="{FF167EE2-7196-4F46-9E1B-47CDF61C32F8}" type="presParOf" srcId="{F9E1AC67-9EB9-49E6-A73F-C360024DEBCC}" destId="{65FBF053-1296-469A-BECF-3EDD19D154CD}" srcOrd="0" destOrd="0" presId="urn:microsoft.com/office/officeart/2008/layout/VerticalCurvedList"/>
    <dgm:cxn modelId="{606BEB95-72E4-4CE9-88BE-26251DCD750A}" type="presParOf" srcId="{F9E1AC67-9EB9-49E6-A73F-C360024DEBCC}" destId="{52186AF9-B8FA-4438-BE7E-8E73B30AB64A}" srcOrd="1" destOrd="0" presId="urn:microsoft.com/office/officeart/2008/layout/VerticalCurvedList"/>
    <dgm:cxn modelId="{25AFAFA6-8304-4D82-9D63-DCFFE6E9E6B0}" type="presParOf" srcId="{F9E1AC67-9EB9-49E6-A73F-C360024DEBCC}" destId="{949060DF-9EAC-44C0-9E89-0CE0524ED5AD}" srcOrd="2" destOrd="0" presId="urn:microsoft.com/office/officeart/2008/layout/VerticalCurvedList"/>
    <dgm:cxn modelId="{7010706D-814F-49FD-B36A-465671EB5E50}" type="presParOf" srcId="{F9E1AC67-9EB9-49E6-A73F-C360024DEBCC}" destId="{DFA2F231-A3B8-4F55-8D36-41A8F7364232}" srcOrd="3" destOrd="0" presId="urn:microsoft.com/office/officeart/2008/layout/VerticalCurvedList"/>
    <dgm:cxn modelId="{8DC17209-02B1-4FF8-9B76-EACF0EF2BF84}" type="presParOf" srcId="{7CF4CB5D-4934-444B-B5A7-761AC60A7E32}" destId="{27ABE472-7AFA-47A5-B42F-9F08F03A7472}" srcOrd="1" destOrd="0" presId="urn:microsoft.com/office/officeart/2008/layout/VerticalCurvedList"/>
    <dgm:cxn modelId="{9914DBA6-885E-46BA-9A54-367F0F0944D7}" type="presParOf" srcId="{7CF4CB5D-4934-444B-B5A7-761AC60A7E32}" destId="{E1AA979D-D9AA-49E9-95EB-763FF6AFC677}" srcOrd="2" destOrd="0" presId="urn:microsoft.com/office/officeart/2008/layout/VerticalCurvedList"/>
    <dgm:cxn modelId="{F318D01C-97FB-415C-9F77-586BC4D0F452}" type="presParOf" srcId="{E1AA979D-D9AA-49E9-95EB-763FF6AFC677}" destId="{7D24534F-D5C5-47EC-9186-28814F185276}" srcOrd="0" destOrd="0" presId="urn:microsoft.com/office/officeart/2008/layout/VerticalCurvedList"/>
    <dgm:cxn modelId="{4A23988E-440F-4137-A920-A35B570FEFD3}" type="presParOf" srcId="{7CF4CB5D-4934-444B-B5A7-761AC60A7E32}" destId="{ADA8DFB5-21A4-4476-80EB-DE9B9137E1C6}" srcOrd="3" destOrd="0" presId="urn:microsoft.com/office/officeart/2008/layout/VerticalCurvedList"/>
    <dgm:cxn modelId="{0A2B6D77-C73C-4C1E-B26F-C368E30D03A1}" type="presParOf" srcId="{7CF4CB5D-4934-444B-B5A7-761AC60A7E32}" destId="{BAE259C8-C64D-447E-ACFB-7B6898281E5B}" srcOrd="4" destOrd="0" presId="urn:microsoft.com/office/officeart/2008/layout/VerticalCurvedList"/>
    <dgm:cxn modelId="{FAF87D33-D139-4EAE-AA2A-CED1864110BB}" type="presParOf" srcId="{BAE259C8-C64D-447E-ACFB-7B6898281E5B}" destId="{7FE649AE-134A-483C-BEE0-7332670243FF}" srcOrd="0" destOrd="0" presId="urn:microsoft.com/office/officeart/2008/layout/VerticalCurvedList"/>
    <dgm:cxn modelId="{074C4ADD-F610-4C0B-8862-2F857EF2CB17}" type="presParOf" srcId="{7CF4CB5D-4934-444B-B5A7-761AC60A7E32}" destId="{559CCA70-CE54-4D69-BBC7-B41DE895DD85}" srcOrd="5" destOrd="0" presId="urn:microsoft.com/office/officeart/2008/layout/VerticalCurvedList"/>
    <dgm:cxn modelId="{D307F2F5-4A79-43CD-99CC-3AE2142DB154}" type="presParOf" srcId="{7CF4CB5D-4934-444B-B5A7-761AC60A7E32}" destId="{C032DBB0-E67D-4F71-9C4B-33FE058AA4FE}" srcOrd="6" destOrd="0" presId="urn:microsoft.com/office/officeart/2008/layout/VerticalCurvedList"/>
    <dgm:cxn modelId="{02B5306A-A87E-49E0-85B7-1CD3B3E88303}" type="presParOf" srcId="{C032DBB0-E67D-4F71-9C4B-33FE058AA4FE}" destId="{504F2F18-F16B-4772-9ADB-8F608653A4D8}" srcOrd="0" destOrd="0" presId="urn:microsoft.com/office/officeart/2008/layout/VerticalCurvedList"/>
    <dgm:cxn modelId="{4CFB885B-92DC-4676-8992-925F443CF348}" type="presParOf" srcId="{7CF4CB5D-4934-444B-B5A7-761AC60A7E32}" destId="{D46F3C17-DD8E-4806-8E11-A0F20128ED03}" srcOrd="7" destOrd="0" presId="urn:microsoft.com/office/officeart/2008/layout/VerticalCurvedList"/>
    <dgm:cxn modelId="{C29B8E8B-20C5-4A6A-B140-F1F9BCA5E4D3}" type="presParOf" srcId="{7CF4CB5D-4934-444B-B5A7-761AC60A7E32}" destId="{E4905B17-1F73-43B7-81AC-F5285161CB13}" srcOrd="8" destOrd="0" presId="urn:microsoft.com/office/officeart/2008/layout/VerticalCurvedList"/>
    <dgm:cxn modelId="{93D9B1ED-CBD5-490B-8725-23AF19F88720}" type="presParOf" srcId="{E4905B17-1F73-43B7-81AC-F5285161CB13}" destId="{B9648084-6339-46D1-BFE3-BC982FA87463}" srcOrd="0" destOrd="0" presId="urn:microsoft.com/office/officeart/2008/layout/VerticalCurvedList"/>
    <dgm:cxn modelId="{5F19167D-BA70-40CB-BD42-E040158DC278}" type="presParOf" srcId="{7CF4CB5D-4934-444B-B5A7-761AC60A7E32}" destId="{2C19247A-245F-4127-AD03-D067B2B83462}" srcOrd="9" destOrd="0" presId="urn:microsoft.com/office/officeart/2008/layout/VerticalCurvedList"/>
    <dgm:cxn modelId="{38155718-7244-46B3-876E-665A0AA0E501}" type="presParOf" srcId="{7CF4CB5D-4934-444B-B5A7-761AC60A7E32}" destId="{386FC0D7-9C33-493D-86E8-5E9DAE35344A}" srcOrd="10" destOrd="0" presId="urn:microsoft.com/office/officeart/2008/layout/VerticalCurvedList"/>
    <dgm:cxn modelId="{1657291D-DE28-436F-9603-2C41B061982E}" type="presParOf" srcId="{386FC0D7-9C33-493D-86E8-5E9DAE35344A}" destId="{31823091-08DE-4714-A014-3D9706880560}" srcOrd="0" destOrd="0" presId="urn:microsoft.com/office/officeart/2008/layout/VerticalCurvedList"/>
    <dgm:cxn modelId="{45CCC08F-8430-4584-838B-D807FE223673}" type="presParOf" srcId="{7CF4CB5D-4934-444B-B5A7-761AC60A7E32}" destId="{04405164-242B-448E-BDF2-8E2E3E2D5DBF}" srcOrd="11" destOrd="0" presId="urn:microsoft.com/office/officeart/2008/layout/VerticalCurvedList"/>
    <dgm:cxn modelId="{C535D7A7-D16F-4548-B008-E100BC1AFEC2}" type="presParOf" srcId="{7CF4CB5D-4934-444B-B5A7-761AC60A7E32}" destId="{12C171DA-44CE-4BE1-8917-25F1CBB33F4E}" srcOrd="12" destOrd="0" presId="urn:microsoft.com/office/officeart/2008/layout/VerticalCurvedList"/>
    <dgm:cxn modelId="{57E5913F-6E97-42B9-B8FD-696A0B3D3170}" type="presParOf" srcId="{12C171DA-44CE-4BE1-8917-25F1CBB33F4E}" destId="{F84C6D12-DEDD-4CCF-B67E-C31C1516D289}" srcOrd="0" destOrd="0" presId="urn:microsoft.com/office/officeart/2008/layout/VerticalCurvedList"/>
    <dgm:cxn modelId="{22905688-E495-480B-AF03-58302628BE78}" type="presParOf" srcId="{7CF4CB5D-4934-444B-B5A7-761AC60A7E32}" destId="{CB668AEB-A753-4B4C-9183-BB4D2066E38C}" srcOrd="13" destOrd="0" presId="urn:microsoft.com/office/officeart/2008/layout/VerticalCurvedList"/>
    <dgm:cxn modelId="{9A5376CF-4278-4567-B54C-21C7F3EBD936}" type="presParOf" srcId="{7CF4CB5D-4934-444B-B5A7-761AC60A7E32}" destId="{7A94E844-0F37-4D38-96D1-EFEEB0BE4BA6}" srcOrd="14" destOrd="0" presId="urn:microsoft.com/office/officeart/2008/layout/VerticalCurvedList"/>
    <dgm:cxn modelId="{062794CF-2439-4513-9F54-C56AF88F53B6}" type="presParOf" srcId="{7A94E844-0F37-4D38-96D1-EFEEB0BE4BA6}" destId="{59923A4C-7271-4D06-930B-60AC67D676D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86AF9-B8FA-4438-BE7E-8E73B30AB64A}">
      <dsp:nvSpPr>
        <dsp:cNvPr id="0" name=""/>
        <dsp:cNvSpPr/>
      </dsp:nvSpPr>
      <dsp:spPr>
        <a:xfrm>
          <a:off x="-5583184" y="-855206"/>
          <a:ext cx="6651149" cy="6651149"/>
        </a:xfrm>
        <a:prstGeom prst="blockArc">
          <a:avLst>
            <a:gd name="adj1" fmla="val 18900000"/>
            <a:gd name="adj2" fmla="val 2700000"/>
            <a:gd name="adj3" fmla="val 32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ABE472-7AFA-47A5-B42F-9F08F03A7472}">
      <dsp:nvSpPr>
        <dsp:cNvPr id="0" name=""/>
        <dsp:cNvSpPr/>
      </dsp:nvSpPr>
      <dsp:spPr>
        <a:xfrm>
          <a:off x="346592" y="224605"/>
          <a:ext cx="7272103"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None/>
          </a:pPr>
          <a:r>
            <a:rPr lang="de-DE" sz="1400" b="1" kern="1200" spc="15">
              <a:latin typeface="+mn-lt"/>
              <a:cs typeface="Calibri"/>
            </a:rPr>
            <a:t>Etablierter  Transport- &amp; Logistikdienstleister mit  langjähriger Erfahrung</a:t>
          </a:r>
          <a:r>
            <a:rPr lang="de-DE" sz="1400" kern="1200">
              <a:latin typeface="+mn-lt"/>
            </a:rPr>
            <a:t> </a:t>
          </a:r>
        </a:p>
      </dsp:txBody>
      <dsp:txXfrm>
        <a:off x="346592" y="224605"/>
        <a:ext cx="7272103" cy="449014"/>
      </dsp:txXfrm>
    </dsp:sp>
    <dsp:sp modelId="{7D24534F-D5C5-47EC-9186-28814F185276}">
      <dsp:nvSpPr>
        <dsp:cNvPr id="0" name=""/>
        <dsp:cNvSpPr/>
      </dsp:nvSpPr>
      <dsp:spPr>
        <a:xfrm>
          <a:off x="65958" y="168479"/>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ADA8DFB5-21A4-4476-80EB-DE9B9137E1C6}">
      <dsp:nvSpPr>
        <dsp:cNvPr id="0" name=""/>
        <dsp:cNvSpPr/>
      </dsp:nvSpPr>
      <dsp:spPr>
        <a:xfrm>
          <a:off x="753215" y="898522"/>
          <a:ext cx="6865480"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de-DE" sz="1400" b="1" kern="1200" spc="15">
              <a:latin typeface="+mn-lt"/>
              <a:cs typeface="Calibri"/>
            </a:rPr>
            <a:t>Etablierte und langjährige Kundenbeziehungen / Planbare Aufträge </a:t>
          </a:r>
          <a:endParaRPr lang="de-DE" sz="1400" kern="1200">
            <a:latin typeface="+mn-lt"/>
          </a:endParaRPr>
        </a:p>
      </dsp:txBody>
      <dsp:txXfrm>
        <a:off x="753215" y="898522"/>
        <a:ext cx="6865480" cy="449014"/>
      </dsp:txXfrm>
    </dsp:sp>
    <dsp:sp modelId="{7FE649AE-134A-483C-BEE0-7332670243FF}">
      <dsp:nvSpPr>
        <dsp:cNvPr id="0" name=""/>
        <dsp:cNvSpPr/>
      </dsp:nvSpPr>
      <dsp:spPr>
        <a:xfrm>
          <a:off x="472581" y="842395"/>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559CCA70-CE54-4D69-BBC7-B41DE895DD85}">
      <dsp:nvSpPr>
        <dsp:cNvPr id="0" name=""/>
        <dsp:cNvSpPr/>
      </dsp:nvSpPr>
      <dsp:spPr>
        <a:xfrm>
          <a:off x="976042" y="1571944"/>
          <a:ext cx="6642653"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de-DE" sz="1400" b="1" kern="1200" spc="15">
              <a:latin typeface="+mn-lt"/>
              <a:cs typeface="Calibri"/>
            </a:rPr>
            <a:t>Langjährige Beziehungen zu Subunternehmern</a:t>
          </a:r>
          <a:endParaRPr lang="de-DE" sz="1400" kern="1200">
            <a:latin typeface="+mn-lt"/>
          </a:endParaRPr>
        </a:p>
      </dsp:txBody>
      <dsp:txXfrm>
        <a:off x="976042" y="1571944"/>
        <a:ext cx="6642653" cy="449014"/>
      </dsp:txXfrm>
    </dsp:sp>
    <dsp:sp modelId="{504F2F18-F16B-4772-9ADB-8F608653A4D8}">
      <dsp:nvSpPr>
        <dsp:cNvPr id="0" name=""/>
        <dsp:cNvSpPr/>
      </dsp:nvSpPr>
      <dsp:spPr>
        <a:xfrm>
          <a:off x="695408" y="1515817"/>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D46F3C17-DD8E-4806-8E11-A0F20128ED03}">
      <dsp:nvSpPr>
        <dsp:cNvPr id="0" name=""/>
        <dsp:cNvSpPr/>
      </dsp:nvSpPr>
      <dsp:spPr>
        <a:xfrm>
          <a:off x="1047188" y="2245860"/>
          <a:ext cx="6571507"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None/>
          </a:pPr>
          <a:r>
            <a:rPr lang="de-DE" sz="1400" b="1" kern="1200" spc="15">
              <a:latin typeface="+mn-lt"/>
              <a:cs typeface="Calibri"/>
            </a:rPr>
            <a:t>Motivierte und erfahrene Mitarbeiter</a:t>
          </a:r>
        </a:p>
      </dsp:txBody>
      <dsp:txXfrm>
        <a:off x="1047188" y="2245860"/>
        <a:ext cx="6571507" cy="449014"/>
      </dsp:txXfrm>
    </dsp:sp>
    <dsp:sp modelId="{B9648084-6339-46D1-BFE3-BC982FA87463}">
      <dsp:nvSpPr>
        <dsp:cNvPr id="0" name=""/>
        <dsp:cNvSpPr/>
      </dsp:nvSpPr>
      <dsp:spPr>
        <a:xfrm>
          <a:off x="766555" y="2189734"/>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2C19247A-245F-4127-AD03-D067B2B83462}">
      <dsp:nvSpPr>
        <dsp:cNvPr id="0" name=""/>
        <dsp:cNvSpPr/>
      </dsp:nvSpPr>
      <dsp:spPr>
        <a:xfrm>
          <a:off x="976042" y="2919777"/>
          <a:ext cx="6642653"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de-DE" sz="1400" b="1" kern="1200" spc="15">
              <a:latin typeface="+mn-lt"/>
              <a:cs typeface="Calibri"/>
            </a:rPr>
            <a:t>Moderner Fuhrpark mit regelmäßiger Wartung </a:t>
          </a:r>
          <a:endParaRPr lang="de-DE" sz="1400" kern="1200">
            <a:latin typeface="+mn-lt"/>
          </a:endParaRPr>
        </a:p>
      </dsp:txBody>
      <dsp:txXfrm>
        <a:off x="976042" y="2919777"/>
        <a:ext cx="6642653" cy="449014"/>
      </dsp:txXfrm>
    </dsp:sp>
    <dsp:sp modelId="{31823091-08DE-4714-A014-3D9706880560}">
      <dsp:nvSpPr>
        <dsp:cNvPr id="0" name=""/>
        <dsp:cNvSpPr/>
      </dsp:nvSpPr>
      <dsp:spPr>
        <a:xfrm>
          <a:off x="695408" y="2863650"/>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04405164-242B-448E-BDF2-8E2E3E2D5DBF}">
      <dsp:nvSpPr>
        <dsp:cNvPr id="0" name=""/>
        <dsp:cNvSpPr/>
      </dsp:nvSpPr>
      <dsp:spPr>
        <a:xfrm>
          <a:off x="753215" y="3593199"/>
          <a:ext cx="6865480"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Font typeface="Arial" panose="020B0604020202020204" pitchFamily="34" charset="0"/>
            <a:buNone/>
          </a:pPr>
          <a:r>
            <a:rPr lang="de-DE" sz="1400" b="1" kern="1200" spc="15">
              <a:latin typeface="+mn-lt"/>
              <a:cs typeface="Calibri"/>
            </a:rPr>
            <a:t>Attraktive Standorte an Hauptverkehrsachsen im Ruhrgebiet und in der Metropolregion Frankfurt am Main</a:t>
          </a:r>
          <a:endParaRPr lang="de-DE" sz="1400" kern="1200">
            <a:latin typeface="+mn-lt"/>
          </a:endParaRPr>
        </a:p>
      </dsp:txBody>
      <dsp:txXfrm>
        <a:off x="753215" y="3593199"/>
        <a:ext cx="6865480" cy="449014"/>
      </dsp:txXfrm>
    </dsp:sp>
    <dsp:sp modelId="{F84C6D12-DEDD-4CCF-B67E-C31C1516D289}">
      <dsp:nvSpPr>
        <dsp:cNvPr id="0" name=""/>
        <dsp:cNvSpPr/>
      </dsp:nvSpPr>
      <dsp:spPr>
        <a:xfrm>
          <a:off x="472581" y="3537072"/>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 modelId="{CB668AEB-A753-4B4C-9183-BB4D2066E38C}">
      <dsp:nvSpPr>
        <dsp:cNvPr id="0" name=""/>
        <dsp:cNvSpPr/>
      </dsp:nvSpPr>
      <dsp:spPr>
        <a:xfrm>
          <a:off x="346592" y="4267116"/>
          <a:ext cx="7272103" cy="449014"/>
        </a:xfrm>
        <a:prstGeom prst="rect">
          <a:avLst/>
        </a:prstGeom>
        <a:solidFill>
          <a:srgbClr val="0092CF"/>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6405" tIns="35560" rIns="35560" bIns="35560" numCol="1" spcCol="1270" anchor="ctr" anchorCtr="0">
          <a:noAutofit/>
        </a:bodyPr>
        <a:lstStyle/>
        <a:p>
          <a:pPr marL="0" lvl="0" indent="0" algn="l" defTabSz="622300">
            <a:lnSpc>
              <a:spcPct val="90000"/>
            </a:lnSpc>
            <a:spcBef>
              <a:spcPct val="0"/>
            </a:spcBef>
            <a:spcAft>
              <a:spcPct val="35000"/>
            </a:spcAft>
            <a:buNone/>
          </a:pPr>
          <a:r>
            <a:rPr lang="de-DE" sz="1400" b="1" kern="1200" spc="15">
              <a:latin typeface="+mn-lt"/>
              <a:cs typeface="Calibri"/>
            </a:rPr>
            <a:t>Zertifizierung nach ISO 9001 (Qualitätsmanagement)  &amp; ISO 14001 (Umweltmanagement)</a:t>
          </a:r>
        </a:p>
      </dsp:txBody>
      <dsp:txXfrm>
        <a:off x="346592" y="4267116"/>
        <a:ext cx="7272103" cy="449014"/>
      </dsp:txXfrm>
    </dsp:sp>
    <dsp:sp modelId="{59923A4C-7271-4D06-930B-60AC67D676D9}">
      <dsp:nvSpPr>
        <dsp:cNvPr id="0" name=""/>
        <dsp:cNvSpPr/>
      </dsp:nvSpPr>
      <dsp:spPr>
        <a:xfrm>
          <a:off x="65958" y="4210989"/>
          <a:ext cx="561267" cy="561267"/>
        </a:xfrm>
        <a:prstGeom prst="ellipse">
          <a:avLst/>
        </a:prstGeom>
        <a:solidFill>
          <a:schemeClr val="lt1">
            <a:hueOff val="0"/>
            <a:satOff val="0"/>
            <a:lumOff val="0"/>
            <a:alphaOff val="0"/>
          </a:schemeClr>
        </a:solidFill>
        <a:ln w="12700" cap="flat" cmpd="sng" algn="ctr">
          <a:solidFill>
            <a:srgbClr val="0092CF"/>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0.35866</cdr:x>
      <cdr:y>0.38721</cdr:y>
    </cdr:from>
    <cdr:to>
      <cdr:x>0.64134</cdr:x>
      <cdr:y>0.61279</cdr:y>
    </cdr:to>
    <cdr:sp macro="" textlink="">
      <cdr:nvSpPr>
        <cdr:cNvPr id="3" name="Textfeld 2">
          <a:extLst xmlns:a="http://schemas.openxmlformats.org/drawingml/2006/main">
            <a:ext uri="{FF2B5EF4-FFF2-40B4-BE49-F238E27FC236}">
              <a16:creationId xmlns:a16="http://schemas.microsoft.com/office/drawing/2014/main" id="{26F90FF6-1B13-48D8-BBD4-9A90CA87352C}"/>
            </a:ext>
          </a:extLst>
        </cdr:cNvPr>
        <cdr:cNvSpPr txBox="1"/>
      </cdr:nvSpPr>
      <cdr:spPr>
        <a:xfrm xmlns:a="http://schemas.openxmlformats.org/drawingml/2006/main">
          <a:off x="1160169" y="1569491"/>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de-DE" sz="1100" dirty="0"/>
        </a:p>
      </cdr:txBody>
    </cdr:sp>
  </cdr:relSizeAnchor>
  <cdr:relSizeAnchor xmlns:cdr="http://schemas.openxmlformats.org/drawingml/2006/chartDrawing">
    <cdr:from>
      <cdr:x>0.64429</cdr:x>
      <cdr:y>0.55176</cdr:y>
    </cdr:from>
    <cdr:to>
      <cdr:x>0.66392</cdr:x>
      <cdr:y>0.62225</cdr:y>
    </cdr:to>
    <cdr:sp macro="" textlink="">
      <cdr:nvSpPr>
        <cdr:cNvPr id="4" name="Textfeld 3">
          <a:extLst xmlns:a="http://schemas.openxmlformats.org/drawingml/2006/main">
            <a:ext uri="{FF2B5EF4-FFF2-40B4-BE49-F238E27FC236}">
              <a16:creationId xmlns:a16="http://schemas.microsoft.com/office/drawing/2014/main" id="{FC7947DF-D9D3-4F42-87DD-EA381C2250EF}"/>
            </a:ext>
          </a:extLst>
        </cdr:cNvPr>
        <cdr:cNvSpPr txBox="1"/>
      </cdr:nvSpPr>
      <cdr:spPr>
        <a:xfrm xmlns:a="http://schemas.openxmlformats.org/drawingml/2006/main">
          <a:off x="2084118" y="2236484"/>
          <a:ext cx="63500" cy="2857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de-DE"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DF1BC-0DC3-4B9B-B1C8-844F5BEC6096}" type="datetimeFigureOut">
              <a:rPr lang="de-DE" smtClean="0"/>
              <a:pPr/>
              <a:t>07.04.2021</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5E1EC-4CEC-4A3F-9A96-D72A9E51C098}" type="slidenum">
              <a:rPr lang="de-DE" smtClean="0"/>
              <a:pPr/>
              <a:t>‹Nr.›</a:t>
            </a:fld>
            <a:endParaRPr lang="de-DE"/>
          </a:p>
        </p:txBody>
      </p:sp>
    </p:spTree>
    <p:extLst>
      <p:ext uri="{BB962C8B-B14F-4D97-AF65-F5344CB8AC3E}">
        <p14:creationId xmlns:p14="http://schemas.microsoft.com/office/powerpoint/2010/main" val="162200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3</a:t>
            </a:fld>
            <a:endParaRPr lang="de-DE"/>
          </a:p>
        </p:txBody>
      </p:sp>
    </p:spTree>
    <p:extLst>
      <p:ext uri="{BB962C8B-B14F-4D97-AF65-F5344CB8AC3E}">
        <p14:creationId xmlns:p14="http://schemas.microsoft.com/office/powerpoint/2010/main" val="3672817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10</a:t>
            </a:fld>
            <a:endParaRPr lang="de-DE"/>
          </a:p>
        </p:txBody>
      </p:sp>
    </p:spTree>
    <p:extLst>
      <p:ext uri="{BB962C8B-B14F-4D97-AF65-F5344CB8AC3E}">
        <p14:creationId xmlns:p14="http://schemas.microsoft.com/office/powerpoint/2010/main" val="750033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14</a:t>
            </a:fld>
            <a:endParaRPr lang="de-DE"/>
          </a:p>
        </p:txBody>
      </p:sp>
    </p:spTree>
    <p:extLst>
      <p:ext uri="{BB962C8B-B14F-4D97-AF65-F5344CB8AC3E}">
        <p14:creationId xmlns:p14="http://schemas.microsoft.com/office/powerpoint/2010/main" val="258268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28</a:t>
            </a:fld>
            <a:endParaRPr lang="de-DE"/>
          </a:p>
        </p:txBody>
      </p:sp>
    </p:spTree>
    <p:extLst>
      <p:ext uri="{BB962C8B-B14F-4D97-AF65-F5344CB8AC3E}">
        <p14:creationId xmlns:p14="http://schemas.microsoft.com/office/powerpoint/2010/main" val="145586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29</a:t>
            </a:fld>
            <a:endParaRPr lang="de-DE"/>
          </a:p>
        </p:txBody>
      </p:sp>
    </p:spTree>
    <p:extLst>
      <p:ext uri="{BB962C8B-B14F-4D97-AF65-F5344CB8AC3E}">
        <p14:creationId xmlns:p14="http://schemas.microsoft.com/office/powerpoint/2010/main" val="446889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30</a:t>
            </a:fld>
            <a:endParaRPr lang="de-DE"/>
          </a:p>
        </p:txBody>
      </p:sp>
    </p:spTree>
    <p:extLst>
      <p:ext uri="{BB962C8B-B14F-4D97-AF65-F5344CB8AC3E}">
        <p14:creationId xmlns:p14="http://schemas.microsoft.com/office/powerpoint/2010/main" val="4293982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5B5E1EC-4CEC-4A3F-9A96-D72A9E51C098}" type="slidenum">
              <a:rPr lang="de-DE" smtClean="0"/>
              <a:pPr/>
              <a:t>31</a:t>
            </a:fld>
            <a:endParaRPr lang="de-DE"/>
          </a:p>
        </p:txBody>
      </p:sp>
    </p:spTree>
    <p:extLst>
      <p:ext uri="{BB962C8B-B14F-4D97-AF65-F5344CB8AC3E}">
        <p14:creationId xmlns:p14="http://schemas.microsoft.com/office/powerpoint/2010/main" val="39816401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496B68-026D-46DC-88AE-B8EA52647373}"/>
              </a:ext>
            </a:extLst>
          </p:cNvPr>
          <p:cNvSpPr>
            <a:spLocks noGrp="1"/>
          </p:cNvSpPr>
          <p:nvPr>
            <p:ph type="ctrTitle"/>
          </p:nvPr>
        </p:nvSpPr>
        <p:spPr>
          <a:xfrm>
            <a:off x="539261" y="1855061"/>
            <a:ext cx="9144000" cy="2387600"/>
          </a:xfrm>
        </p:spPr>
        <p:txBody>
          <a:bodyPr anchor="b"/>
          <a:lstStyle>
            <a:lvl1pPr algn="l">
              <a:defRPr sz="6000">
                <a:latin typeface="Open Sans" panose="020B0606030504020204"/>
              </a:defRPr>
            </a:lvl1pPr>
          </a:lstStyle>
          <a:p>
            <a:r>
              <a:rPr lang="de-DE"/>
              <a:t>Mastertitelformat bearbeiten</a:t>
            </a:r>
          </a:p>
        </p:txBody>
      </p:sp>
      <p:sp>
        <p:nvSpPr>
          <p:cNvPr id="3" name="Untertitel 2">
            <a:extLst>
              <a:ext uri="{FF2B5EF4-FFF2-40B4-BE49-F238E27FC236}">
                <a16:creationId xmlns:a16="http://schemas.microsoft.com/office/drawing/2014/main" id="{0AFB67FF-6AA8-4326-96FD-F035A35D0F31}"/>
              </a:ext>
            </a:extLst>
          </p:cNvPr>
          <p:cNvSpPr>
            <a:spLocks noGrp="1"/>
          </p:cNvSpPr>
          <p:nvPr>
            <p:ph type="subTitle" idx="1"/>
          </p:nvPr>
        </p:nvSpPr>
        <p:spPr>
          <a:xfrm>
            <a:off x="539261" y="4350368"/>
            <a:ext cx="9144000" cy="942599"/>
          </a:xfrm>
        </p:spPr>
        <p:txBody>
          <a:bodyPr/>
          <a:lstStyle>
            <a:lvl1pPr marL="0" indent="0" algn="l">
              <a:buNone/>
              <a:defRPr sz="2400">
                <a:latin typeface="Open Sans" panose="020B0606030504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pic>
        <p:nvPicPr>
          <p:cNvPr id="5" name="Grafik 4" descr="Ein Bild, das Zeichnung enthält.&#10;&#10;Automatisch generierte Beschreibung">
            <a:extLst>
              <a:ext uri="{FF2B5EF4-FFF2-40B4-BE49-F238E27FC236}">
                <a16:creationId xmlns:a16="http://schemas.microsoft.com/office/drawing/2014/main" id="{9F89D05C-3202-4F1C-8960-2B635124D46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241"/>
          <a:stretch/>
        </p:blipFill>
        <p:spPr>
          <a:xfrm>
            <a:off x="8875003" y="145849"/>
            <a:ext cx="3316997" cy="884439"/>
          </a:xfrm>
          <a:prstGeom prst="rect">
            <a:avLst/>
          </a:prstGeom>
          <a:solidFill>
            <a:schemeClr val="bg1"/>
          </a:solidFill>
          <a:ln>
            <a:noFill/>
          </a:ln>
        </p:spPr>
      </p:pic>
    </p:spTree>
    <p:extLst>
      <p:ext uri="{BB962C8B-B14F-4D97-AF65-F5344CB8AC3E}">
        <p14:creationId xmlns:p14="http://schemas.microsoft.com/office/powerpoint/2010/main" val="4228418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3A9E03-619C-47C1-B933-8A5360B86792}"/>
              </a:ext>
            </a:extLst>
          </p:cNvPr>
          <p:cNvSpPr>
            <a:spLocks noGrp="1"/>
          </p:cNvSpPr>
          <p:nvPr>
            <p:ph type="title"/>
          </p:nvPr>
        </p:nvSpPr>
        <p:spPr/>
        <p:txBody>
          <a:bodyPr/>
          <a:lstStyle>
            <a:lvl1pPr>
              <a:defRPr>
                <a:latin typeface="Open Sans" panose="020B0606030504020204"/>
              </a:defRPr>
            </a:lvl1pPr>
          </a:lstStyle>
          <a:p>
            <a:r>
              <a:rPr lang="de-DE"/>
              <a:t>Mastertitelformat bearbeiten</a:t>
            </a:r>
          </a:p>
        </p:txBody>
      </p:sp>
      <p:sp>
        <p:nvSpPr>
          <p:cNvPr id="3" name="Inhaltsplatzhalter 2">
            <a:extLst>
              <a:ext uri="{FF2B5EF4-FFF2-40B4-BE49-F238E27FC236}">
                <a16:creationId xmlns:a16="http://schemas.microsoft.com/office/drawing/2014/main" id="{3376677D-6B2E-4FF4-AFAA-8FC876A973E3}"/>
              </a:ext>
            </a:extLst>
          </p:cNvPr>
          <p:cNvSpPr>
            <a:spLocks noGrp="1"/>
          </p:cNvSpPr>
          <p:nvPr>
            <p:ph idx="1"/>
          </p:nvPr>
        </p:nvSpPr>
        <p:spPr/>
        <p:txBody>
          <a:bodyPr/>
          <a:lstStyle>
            <a:lvl1pPr>
              <a:defRPr>
                <a:latin typeface="Open Sans" panose="020B0606030504020204"/>
              </a:defRPr>
            </a:lvl1pPr>
            <a:lvl2pPr>
              <a:defRPr>
                <a:latin typeface="Open Sans" panose="020B0606030504020204"/>
              </a:defRPr>
            </a:lvl2pPr>
            <a:lvl3pPr>
              <a:defRPr>
                <a:latin typeface="Open Sans" panose="020B0606030504020204"/>
              </a:defRPr>
            </a:lvl3pPr>
            <a:lvl4pPr>
              <a:defRPr>
                <a:latin typeface="Open Sans" panose="020B0606030504020204"/>
              </a:defRPr>
            </a:lvl4pPr>
            <a:lvl5pPr>
              <a:defRPr>
                <a:latin typeface="Open Sans" panose="020B0606030504020204"/>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cxnSp>
        <p:nvCxnSpPr>
          <p:cNvPr id="6" name="Gerader Verbinder 5">
            <a:extLst>
              <a:ext uri="{FF2B5EF4-FFF2-40B4-BE49-F238E27FC236}">
                <a16:creationId xmlns:a16="http://schemas.microsoft.com/office/drawing/2014/main" id="{115A3631-BFA4-438B-B072-CB86CA983798}"/>
              </a:ext>
            </a:extLst>
          </p:cNvPr>
          <p:cNvCxnSpPr>
            <a:cxnSpLocks/>
          </p:cNvCxnSpPr>
          <p:nvPr userDrawn="1"/>
        </p:nvCxnSpPr>
        <p:spPr>
          <a:xfrm>
            <a:off x="302807" y="849361"/>
            <a:ext cx="9862273" cy="1"/>
          </a:xfrm>
          <a:prstGeom prst="line">
            <a:avLst/>
          </a:prstGeom>
          <a:ln w="3175">
            <a:solidFill>
              <a:schemeClr val="accent3">
                <a:lumMod val="60000"/>
                <a:lumOff val="40000"/>
              </a:schemeClr>
            </a:solidFill>
          </a:ln>
        </p:spPr>
        <p:style>
          <a:lnRef idx="1">
            <a:schemeClr val="accent3"/>
          </a:lnRef>
          <a:fillRef idx="0">
            <a:schemeClr val="accent3"/>
          </a:fillRef>
          <a:effectRef idx="0">
            <a:schemeClr val="accent3"/>
          </a:effectRef>
          <a:fontRef idx="minor">
            <a:schemeClr val="tx1"/>
          </a:fontRef>
        </p:style>
      </p:cxnSp>
      <p:pic>
        <p:nvPicPr>
          <p:cNvPr id="4" name="Grafik 3" descr="Ein Bild, das Zeichnung enthält.&#10;&#10;Automatisch generierte Beschreibung">
            <a:extLst>
              <a:ext uri="{FF2B5EF4-FFF2-40B4-BE49-F238E27FC236}">
                <a16:creationId xmlns:a16="http://schemas.microsoft.com/office/drawing/2014/main" id="{AEB771B0-52FD-460B-A399-363E37A37B9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241"/>
          <a:stretch/>
        </p:blipFill>
        <p:spPr>
          <a:xfrm>
            <a:off x="10309860" y="145849"/>
            <a:ext cx="1882140" cy="501851"/>
          </a:xfrm>
          <a:prstGeom prst="rect">
            <a:avLst/>
          </a:prstGeom>
          <a:solidFill>
            <a:schemeClr val="bg1"/>
          </a:solidFill>
          <a:ln>
            <a:noFill/>
          </a:ln>
        </p:spPr>
      </p:pic>
      <p:sp>
        <p:nvSpPr>
          <p:cNvPr id="10" name="Foliennummernplatzhalter 5">
            <a:extLst>
              <a:ext uri="{FF2B5EF4-FFF2-40B4-BE49-F238E27FC236}">
                <a16:creationId xmlns:a16="http://schemas.microsoft.com/office/drawing/2014/main" id="{94CC5202-3F7E-4D69-874C-087C03A26360}"/>
              </a:ext>
            </a:extLst>
          </p:cNvPr>
          <p:cNvSpPr>
            <a:spLocks noGrp="1"/>
          </p:cNvSpPr>
          <p:nvPr>
            <p:ph type="sldNum" sz="quarter" idx="4"/>
          </p:nvPr>
        </p:nvSpPr>
        <p:spPr>
          <a:xfrm>
            <a:off x="9180615" y="6353463"/>
            <a:ext cx="2743200" cy="365125"/>
          </a:xfrm>
          <a:prstGeom prst="rect">
            <a:avLst/>
          </a:prstGeom>
        </p:spPr>
        <p:txBody>
          <a:bodyPr/>
          <a:lstStyle>
            <a:lvl1pPr>
              <a:defRPr sz="900">
                <a:latin typeface="Open Sans" panose="020B0606030504020204"/>
              </a:defRPr>
            </a:lvl1pPr>
          </a:lstStyle>
          <a:p>
            <a:pPr algn="r"/>
            <a:r>
              <a:rPr lang="de-DE"/>
              <a:t>Seite </a:t>
            </a:r>
            <a:fld id="{67489CC3-7238-444E-A7A9-4B5CBD2CEC7D}" type="slidenum">
              <a:rPr lang="de-DE" smtClean="0"/>
              <a:pPr algn="r"/>
              <a:t>‹Nr.›</a:t>
            </a:fld>
            <a:endParaRPr lang="de-DE"/>
          </a:p>
        </p:txBody>
      </p:sp>
    </p:spTree>
    <p:extLst>
      <p:ext uri="{BB962C8B-B14F-4D97-AF65-F5344CB8AC3E}">
        <p14:creationId xmlns:p14="http://schemas.microsoft.com/office/powerpoint/2010/main" val="33213832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0E538-E9E9-4EC6-898B-D18E0315BCB4}"/>
              </a:ext>
            </a:extLst>
          </p:cNvPr>
          <p:cNvSpPr>
            <a:spLocks noGrp="1"/>
          </p:cNvSpPr>
          <p:nvPr>
            <p:ph type="title"/>
          </p:nvPr>
        </p:nvSpPr>
        <p:spPr>
          <a:xfrm>
            <a:off x="302807" y="125620"/>
            <a:ext cx="9862273" cy="723742"/>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1EEC2A5-56CF-471E-9E4F-A6B521937B66}"/>
              </a:ext>
            </a:extLst>
          </p:cNvPr>
          <p:cNvSpPr>
            <a:spLocks noGrp="1"/>
          </p:cNvSpPr>
          <p:nvPr>
            <p:ph type="body" idx="1"/>
          </p:nvPr>
        </p:nvSpPr>
        <p:spPr>
          <a:xfrm>
            <a:off x="302807" y="1101883"/>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oliennummernplatzhalter 5">
            <a:extLst>
              <a:ext uri="{FF2B5EF4-FFF2-40B4-BE49-F238E27FC236}">
                <a16:creationId xmlns:a16="http://schemas.microsoft.com/office/drawing/2014/main" id="{DAB30C43-6F8F-45B1-9601-A1C1615B281C}"/>
              </a:ext>
            </a:extLst>
          </p:cNvPr>
          <p:cNvSpPr>
            <a:spLocks noGrp="1"/>
          </p:cNvSpPr>
          <p:nvPr>
            <p:ph type="sldNum" sz="quarter" idx="4"/>
          </p:nvPr>
        </p:nvSpPr>
        <p:spPr>
          <a:xfrm>
            <a:off x="9180615" y="6353463"/>
            <a:ext cx="2743200" cy="365125"/>
          </a:xfrm>
          <a:prstGeom prst="rect">
            <a:avLst/>
          </a:prstGeom>
        </p:spPr>
        <p:txBody>
          <a:bodyPr/>
          <a:lstStyle>
            <a:lvl1pPr>
              <a:defRPr sz="900">
                <a:latin typeface="Open Sans" panose="020B0606030504020204"/>
              </a:defRPr>
            </a:lvl1pPr>
          </a:lstStyle>
          <a:p>
            <a:pPr algn="r"/>
            <a:r>
              <a:rPr lang="de-DE"/>
              <a:t>Seite </a:t>
            </a:r>
            <a:fld id="{67489CC3-7238-444E-A7A9-4B5CBD2CEC7D}" type="slidenum">
              <a:rPr lang="de-DE" smtClean="0"/>
              <a:pPr algn="r"/>
              <a:t>‹Nr.›</a:t>
            </a:fld>
            <a:endParaRPr lang="de-DE"/>
          </a:p>
        </p:txBody>
      </p:sp>
      <p:sp>
        <p:nvSpPr>
          <p:cNvPr id="9" name="Fußzeilenplatzhalter 4">
            <a:extLst>
              <a:ext uri="{FF2B5EF4-FFF2-40B4-BE49-F238E27FC236}">
                <a16:creationId xmlns:a16="http://schemas.microsoft.com/office/drawing/2014/main" id="{6027D352-F0E4-4C90-9E3A-3AD3B2ED2B82}"/>
              </a:ext>
            </a:extLst>
          </p:cNvPr>
          <p:cNvSpPr txBox="1">
            <a:spLocks/>
          </p:cNvSpPr>
          <p:nvPr userDrawn="1"/>
        </p:nvSpPr>
        <p:spPr>
          <a:xfrm>
            <a:off x="4753498" y="6356350"/>
            <a:ext cx="4114800" cy="365125"/>
          </a:xfrm>
          <a:prstGeom prst="rect">
            <a:avLst/>
          </a:prstGeom>
        </p:spPr>
        <p:txBody>
          <a:bodyPr vert="horz" lIns="91440" tIns="45720" rIns="91440" bIns="45720" rtlCol="0" anchor="ctr"/>
          <a:lstStyle>
            <a:defPPr>
              <a:defRPr lang="de-DE"/>
            </a:defPPr>
            <a:lvl1pPr marL="0" algn="l" defTabSz="914400" rtl="0" eaLnBrk="1" latinLnBrk="0" hangingPunct="1">
              <a:defRPr sz="900" kern="1200">
                <a:solidFill>
                  <a:schemeClr val="tx1">
                    <a:tint val="75000"/>
                  </a:schemeClr>
                </a:solidFill>
                <a:latin typeface="Open Sans" panose="020B060603050402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latin typeface="Open Sans" panose="020B0606030504020204"/>
              </a:rPr>
              <a:t>2021 © </a:t>
            </a:r>
            <a:r>
              <a:rPr lang="de-DE" dirty="0">
                <a:solidFill>
                  <a:srgbClr val="898989"/>
                </a:solidFill>
                <a:latin typeface="Open Sans" panose="020B0606030504020204"/>
              </a:rPr>
              <a:t>DealCircle</a:t>
            </a:r>
            <a:r>
              <a:rPr lang="de-DE" dirty="0">
                <a:latin typeface="Open Sans" panose="020B0606030504020204"/>
              </a:rPr>
              <a:t> GmbH - Alle Rechte vorbehalten. </a:t>
            </a:r>
          </a:p>
        </p:txBody>
      </p:sp>
    </p:spTree>
    <p:extLst>
      <p:ext uri="{BB962C8B-B14F-4D97-AF65-F5344CB8AC3E}">
        <p14:creationId xmlns:p14="http://schemas.microsoft.com/office/powerpoint/2010/main" val="2812843248"/>
      </p:ext>
    </p:extLst>
  </p:cSld>
  <p:clrMap bg1="lt1" tx1="dk1" bg2="lt2" tx2="dk2" accent1="accent1" accent2="accent2" accent3="accent3" accent4="accent4" accent5="accent5" accent6="accent6" hlink="hlink" folHlink="folHlink"/>
  <p:sldLayoutIdLst>
    <p:sldLayoutId id="2147483652" r:id="rId1"/>
    <p:sldLayoutId id="2147483653" r:id="rId2"/>
  </p:sldLayoutIdLst>
  <p:hf hdr="0" ftr="0" dt="0"/>
  <p:txStyles>
    <p:titleStyle>
      <a:lvl1pPr algn="l" defTabSz="914400" rtl="0" eaLnBrk="1" latinLnBrk="0" hangingPunct="1">
        <a:lnSpc>
          <a:spcPct val="90000"/>
        </a:lnSpc>
        <a:spcBef>
          <a:spcPct val="0"/>
        </a:spcBef>
        <a:buNone/>
        <a:defRPr sz="2400" kern="1200">
          <a:solidFill>
            <a:schemeClr val="tx1"/>
          </a:solidFill>
          <a:latin typeface="Open Sans" panose="020B060603050402020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Open Sans" panose="020B0606030504020204"/>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8BD4E6-88A0-4A83-A200-8F0C6816F343}"/>
              </a:ext>
            </a:extLst>
          </p:cNvPr>
          <p:cNvSpPr>
            <a:spLocks noGrp="1"/>
          </p:cNvSpPr>
          <p:nvPr>
            <p:ph type="ctrTitle"/>
          </p:nvPr>
        </p:nvSpPr>
        <p:spPr>
          <a:xfrm>
            <a:off x="539259" y="1855061"/>
            <a:ext cx="11080085" cy="2387600"/>
          </a:xfrm>
        </p:spPr>
        <p:txBody>
          <a:bodyPr/>
          <a:lstStyle/>
          <a:p>
            <a:r>
              <a:rPr lang="de-DE" dirty="0" err="1"/>
              <a:t>Informations</a:t>
            </a:r>
            <a:r>
              <a:rPr lang="de-DE" dirty="0"/>
              <a:t> Memorandum (IM)</a:t>
            </a:r>
          </a:p>
        </p:txBody>
      </p:sp>
      <p:sp>
        <p:nvSpPr>
          <p:cNvPr id="3" name="Untertitel 2">
            <a:extLst>
              <a:ext uri="{FF2B5EF4-FFF2-40B4-BE49-F238E27FC236}">
                <a16:creationId xmlns:a16="http://schemas.microsoft.com/office/drawing/2014/main" id="{1D2C5A05-4C43-47CC-B073-E32DACC8F771}"/>
              </a:ext>
            </a:extLst>
          </p:cNvPr>
          <p:cNvSpPr>
            <a:spLocks noGrp="1"/>
          </p:cNvSpPr>
          <p:nvPr>
            <p:ph type="subTitle" idx="1"/>
          </p:nvPr>
        </p:nvSpPr>
        <p:spPr>
          <a:xfrm>
            <a:off x="539261" y="4496418"/>
            <a:ext cx="11181684" cy="942599"/>
          </a:xfrm>
        </p:spPr>
        <p:txBody>
          <a:bodyPr>
            <a:normAutofit fontScale="92500"/>
          </a:bodyPr>
          <a:lstStyle/>
          <a:p>
            <a:r>
              <a:rPr lang="de-DE"/>
              <a:t>Die Zusammenfassung aller wichtigen Eckdaten des Zielunternehmens als wesentliche und tiefergehende Erweiterung des Investment Teasers: Das Informations Memorandum</a:t>
            </a:r>
          </a:p>
          <a:p>
            <a:endParaRPr lang="de-DE"/>
          </a:p>
        </p:txBody>
      </p:sp>
      <p:sp>
        <p:nvSpPr>
          <p:cNvPr id="4" name="Textfeld 19">
            <a:extLst>
              <a:ext uri="{FF2B5EF4-FFF2-40B4-BE49-F238E27FC236}">
                <a16:creationId xmlns:a16="http://schemas.microsoft.com/office/drawing/2014/main" id="{E78A710B-8F6E-452E-9242-723D0839D501}"/>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hteck 4">
            <a:extLst>
              <a:ext uri="{FF2B5EF4-FFF2-40B4-BE49-F238E27FC236}">
                <a16:creationId xmlns:a16="http://schemas.microsoft.com/office/drawing/2014/main" id="{058E3459-8A3F-4941-8D67-DB2EC49DE799}"/>
              </a:ext>
            </a:extLst>
          </p:cNvPr>
          <p:cNvSpPr/>
          <p:nvPr/>
        </p:nvSpPr>
        <p:spPr>
          <a:xfrm>
            <a:off x="1681017" y="450626"/>
            <a:ext cx="6237498" cy="2622511"/>
          </a:xfrm>
          <a:prstGeom prst="rect">
            <a:avLst/>
          </a:prstGeom>
          <a:solidFill>
            <a:srgbClr val="FF99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dirty="0"/>
              <a:t>Beispielhaftes Template anhand der </a:t>
            </a:r>
            <a:r>
              <a:rPr lang="de-DE" u="sng" dirty="0"/>
              <a:t>rein fiktiven </a:t>
            </a:r>
            <a:r>
              <a:rPr lang="de-DE" dirty="0"/>
              <a:t>„</a:t>
            </a:r>
            <a:r>
              <a:rPr lang="de-DE" dirty="0" err="1"/>
              <a:t>Deliverit</a:t>
            </a:r>
            <a:r>
              <a:rPr lang="de-DE" dirty="0"/>
              <a:t> Logistics GmbH“.</a:t>
            </a:r>
          </a:p>
          <a:p>
            <a:pPr algn="ctr"/>
            <a:endParaRPr lang="de-DE" dirty="0"/>
          </a:p>
          <a:p>
            <a:pPr algn="ctr"/>
            <a:r>
              <a:rPr lang="de-DE" dirty="0"/>
              <a:t>Alle Inhalte, Farben und Darstellungen können beliebig für Ihr Verkaufsmandat individuell angepasst werden.</a:t>
            </a:r>
          </a:p>
          <a:p>
            <a:pPr algn="ctr"/>
            <a:endParaRPr lang="de-DE" dirty="0"/>
          </a:p>
          <a:p>
            <a:pPr algn="ctr"/>
            <a:r>
              <a:rPr lang="de-DE" dirty="0"/>
              <a:t>Alle Tabellen und Charts aus Excel können direkt über den Rechtsklick in </a:t>
            </a:r>
            <a:r>
              <a:rPr lang="de-DE" dirty="0" err="1"/>
              <a:t>Powerpoint</a:t>
            </a:r>
            <a:r>
              <a:rPr lang="de-DE" dirty="0"/>
              <a:t> bearbeitet werden.</a:t>
            </a:r>
          </a:p>
        </p:txBody>
      </p:sp>
    </p:spTree>
    <p:extLst>
      <p:ext uri="{BB962C8B-B14F-4D97-AF65-F5344CB8AC3E}">
        <p14:creationId xmlns:p14="http://schemas.microsoft.com/office/powerpoint/2010/main" val="92075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BC0FF0-CC81-4392-AF35-F80CEC2ED8A3}"/>
              </a:ext>
            </a:extLst>
          </p:cNvPr>
          <p:cNvSpPr>
            <a:spLocks noGrp="1"/>
          </p:cNvSpPr>
          <p:nvPr>
            <p:ph type="title"/>
          </p:nvPr>
        </p:nvSpPr>
        <p:spPr/>
        <p:txBody>
          <a:bodyPr>
            <a:normAutofit/>
          </a:bodyPr>
          <a:lstStyle/>
          <a:p>
            <a:r>
              <a:rPr lang="de-DE"/>
              <a:t>Disclaimer</a:t>
            </a:r>
            <a:endParaRPr lang="de-DE" sz="2200"/>
          </a:p>
        </p:txBody>
      </p:sp>
      <p:sp>
        <p:nvSpPr>
          <p:cNvPr id="3" name="Inhaltsplatzhalter 2">
            <a:extLst>
              <a:ext uri="{FF2B5EF4-FFF2-40B4-BE49-F238E27FC236}">
                <a16:creationId xmlns:a16="http://schemas.microsoft.com/office/drawing/2014/main" id="{C35093D0-D913-4B34-8AE3-F8C9DF5E8E3E}"/>
              </a:ext>
            </a:extLst>
          </p:cNvPr>
          <p:cNvSpPr>
            <a:spLocks noGrp="1"/>
          </p:cNvSpPr>
          <p:nvPr>
            <p:ph idx="1"/>
          </p:nvPr>
        </p:nvSpPr>
        <p:spPr>
          <a:xfrm>
            <a:off x="274232" y="933752"/>
            <a:ext cx="9972000" cy="5200348"/>
          </a:xfrm>
        </p:spPr>
        <p:txBody>
          <a:bodyPr>
            <a:normAutofit/>
          </a:bodyPr>
          <a:lstStyle/>
          <a:p>
            <a:pPr marL="0" indent="0" algn="just">
              <a:buNone/>
            </a:pPr>
            <a:r>
              <a:rPr lang="de-DE" sz="1200" dirty="0">
                <a:solidFill>
                  <a:schemeClr val="tx1"/>
                </a:solidFill>
                <a:latin typeface="+mn-lt"/>
                <a:ea typeface="+mj-ea"/>
                <a:cs typeface="+mj-cs"/>
              </a:rPr>
              <a:t>Der Zweck dieses Memorandums mit vertraulichen Informationen (das "Memorandum") ist es, Kaufinteressenten mit einem Mandaten des M&amp;A-Beraters bekannt und vertraut zu machen. Der Mandant beabsichtigt, sein gesamtes oder einen wesentlichen Teil seines Unternehmens und der damit verbundenen Vermögenswerte zu veräußern. Um dieses Memorandum ordnungsgemäß zu erhalten und zu lesen, müssen Sie eine Vertraulichkeitsvereinbarung unterzeichnen, die Ihnen vom M&amp;A-Berater zur Verfügung gestellt wurde.  Dieses Memorandum und alle zusätzlichen Informationen, die vom M&amp;A-Berater bereitgestellt werden oder in einem (virtuellen) Datenraum enthalten sind, werden vorbehaltlich der Vertraulichkeitsvereinbarung bereitgestellt. Lesen Sie dieses Memorandum nur, wenn Sie eine vom M&amp;A-Berater zur Verfügung gestellte Vertraulichkeitsvereinbarung unterzeichnet haben. Wenden Sie sich unverzüglich an den M&amp;A-Berater, um eine Vertraulichkeitsvereinbarung zu erhalten und zu unterzeichnen, oder senden Sie dieses Memorandum an den M&amp;A-Berater zurück.</a:t>
            </a:r>
          </a:p>
          <a:p>
            <a:pPr marL="0" indent="0" algn="just">
              <a:buFont typeface="Arial" panose="020B0604020202020204" pitchFamily="34" charset="0"/>
              <a:buNone/>
            </a:pPr>
            <a:r>
              <a:rPr lang="de-DE" sz="1200" b="1" dirty="0">
                <a:solidFill>
                  <a:srgbClr val="000000"/>
                </a:solidFill>
                <a:latin typeface="+mn-lt"/>
              </a:rPr>
              <a:t>Dieses Memorandum ist vertraulich und privat. Die Verbreitung ist eingeschränkt. Es darf ohne die ausdrückliche und schriftliche Genehmigung des M&amp;A-Berater in keiner Form, weder in gedruckter noch in digitaler Form, reproduziert, kopiert oder vervielfältigt werden.</a:t>
            </a:r>
          </a:p>
          <a:p>
            <a:pPr marL="0" indent="0" algn="just">
              <a:buFont typeface="Arial" panose="020B0604020202020204" pitchFamily="34" charset="0"/>
              <a:buNone/>
            </a:pPr>
            <a:r>
              <a:rPr lang="de-DE" sz="1200" b="1" dirty="0">
                <a:solidFill>
                  <a:srgbClr val="000000"/>
                </a:solidFill>
                <a:latin typeface="+mn-lt"/>
              </a:rPr>
              <a:t>Dieses Memorandum ist und bleibt zu jeder Zeit das ausschließliche Eigentum des M&amp;A-Berater. Sie sind verantwortlich für den Schutz der Vertraulichkeit der in diesem Memorandum enthaltenen Informationen.</a:t>
            </a:r>
          </a:p>
          <a:p>
            <a:pPr marL="0" indent="0" algn="just">
              <a:buNone/>
            </a:pPr>
            <a:r>
              <a:rPr lang="de-DE" sz="1200" dirty="0">
                <a:solidFill>
                  <a:schemeClr val="tx1"/>
                </a:solidFill>
                <a:latin typeface="+mn-lt"/>
                <a:ea typeface="+mj-ea"/>
                <a:cs typeface="+mj-cs"/>
              </a:rPr>
              <a:t>Sollte es notwendig werden, dieses Memorandum Dritten im Rahmen einer Due-Diligence-Prüfung oder zur Erlangung einer Finanzierung vorzulegen, sollten Sie die Dritten darauf hinweisen, dass dieses Memorandum vertraulich ist und dass Sie eine Vertraulichkeitsvereinbarung unterzeichnet haben, um es zu erhalten. Sie sind für die Wahrung und den Schutz der Vertraulichkeit dieses Memorandums verantwortlich und diese Verpflichtung erstreckt sich auch auf Ihre Mitarbeiter, Berater, Vertreter, Agenten und alle anderen Dritten, die dieses Memorandum und die darin enthaltenen Informationen später erhalten. Der M&amp;A-Berater, seine Mitarbeiter, Vertreter und Agenten haben keine unabhängige Untersuchung, Verifizierung oder Prüfung der in diesem Memorandum enthaltenen Informationen vorgenommen, und jede gegenteilige Darstellung ist nicht zulässig. Es werden keine ausdrücklichen oder stillschweigenden Zusicherungen oder Garantien in Bezug auf die Richtigkeit oder Vollständigkeit der hierin enthaltenen Informationen gegeben, und solche Zusicherungen und Garantien durch den M&amp;A-Berater sind nicht autorisiert.</a:t>
            </a:r>
            <a:endParaRPr lang="en-US" sz="1200" dirty="0">
              <a:solidFill>
                <a:schemeClr val="tx1"/>
              </a:solidFill>
              <a:latin typeface="+mn-lt"/>
              <a:ea typeface="+mj-ea"/>
              <a:cs typeface="+mj-cs"/>
            </a:endParaRPr>
          </a:p>
          <a:p>
            <a:pPr marL="0" indent="0" algn="just">
              <a:buFont typeface="Arial" panose="020B0604020202020204" pitchFamily="34" charset="0"/>
              <a:buNone/>
            </a:pPr>
            <a:endParaRPr lang="de-DE" sz="1200" b="1" dirty="0">
              <a:solidFill>
                <a:srgbClr val="000000"/>
              </a:solidFill>
              <a:latin typeface="+mn-lt"/>
            </a:endParaRPr>
          </a:p>
          <a:p>
            <a:pPr marL="0" indent="0" algn="just">
              <a:buNone/>
            </a:pPr>
            <a:endParaRPr lang="de-DE" sz="1200" dirty="0">
              <a:solidFill>
                <a:schemeClr val="tx1"/>
              </a:solidFill>
              <a:latin typeface="+mn-lt"/>
              <a:ea typeface="+mj-ea"/>
              <a:cs typeface="+mj-cs"/>
            </a:endParaRPr>
          </a:p>
          <a:p>
            <a:pPr marL="0" indent="0" algn="just">
              <a:buNone/>
            </a:pPr>
            <a:endParaRPr lang="de-DE" sz="1200" dirty="0">
              <a:solidFill>
                <a:schemeClr val="tx1"/>
              </a:solidFill>
              <a:latin typeface="+mn-lt"/>
              <a:ea typeface="+mj-ea"/>
              <a:cs typeface="+mj-cs"/>
            </a:endParaRPr>
          </a:p>
        </p:txBody>
      </p:sp>
      <p:sp>
        <p:nvSpPr>
          <p:cNvPr id="4" name="Foliennummernplatzhalter 3">
            <a:extLst>
              <a:ext uri="{FF2B5EF4-FFF2-40B4-BE49-F238E27FC236}">
                <a16:creationId xmlns:a16="http://schemas.microsoft.com/office/drawing/2014/main" id="{4AB2B5E1-0906-42F1-9D8A-3C0A8DABD416}"/>
              </a:ext>
            </a:extLst>
          </p:cNvPr>
          <p:cNvSpPr>
            <a:spLocks noGrp="1"/>
          </p:cNvSpPr>
          <p:nvPr>
            <p:ph type="sldNum" sz="quarter" idx="4"/>
          </p:nvPr>
        </p:nvSpPr>
        <p:spPr/>
        <p:txBody>
          <a:bodyPr/>
          <a:lstStyle/>
          <a:p>
            <a:pPr algn="r"/>
            <a:r>
              <a:rPr lang="de-DE"/>
              <a:t>Seite </a:t>
            </a:r>
            <a:fld id="{67489CC3-7238-444E-A7A9-4B5CBD2CEC7D}" type="slidenum">
              <a:rPr lang="de-DE" smtClean="0"/>
              <a:pPr algn="r"/>
              <a:t>2</a:t>
            </a:fld>
            <a:endParaRPr lang="de-DE"/>
          </a:p>
        </p:txBody>
      </p:sp>
      <p:sp>
        <p:nvSpPr>
          <p:cNvPr id="5" name="Inhaltsplatzhalter 2">
            <a:extLst>
              <a:ext uri="{FF2B5EF4-FFF2-40B4-BE49-F238E27FC236}">
                <a16:creationId xmlns:a16="http://schemas.microsoft.com/office/drawing/2014/main" id="{79797F33-A0BC-4A6C-B0B7-E58382315D10}"/>
              </a:ext>
            </a:extLst>
          </p:cNvPr>
          <p:cNvSpPr txBox="1">
            <a:spLocks/>
          </p:cNvSpPr>
          <p:nvPr/>
        </p:nvSpPr>
        <p:spPr>
          <a:xfrm>
            <a:off x="274232" y="2327418"/>
            <a:ext cx="9972000" cy="1024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Open Sans" panose="020B0606030504020204"/>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de-DE" sz="1200" b="1">
              <a:solidFill>
                <a:srgbClr val="000000"/>
              </a:solidFill>
              <a:latin typeface="+mn-lt"/>
            </a:endParaRPr>
          </a:p>
        </p:txBody>
      </p:sp>
      <p:sp>
        <p:nvSpPr>
          <p:cNvPr id="6" name="Inhaltsplatzhalter 2">
            <a:extLst>
              <a:ext uri="{FF2B5EF4-FFF2-40B4-BE49-F238E27FC236}">
                <a16:creationId xmlns:a16="http://schemas.microsoft.com/office/drawing/2014/main" id="{4A0FFC5F-3ABF-4C83-8F72-BC72C0C86060}"/>
              </a:ext>
            </a:extLst>
          </p:cNvPr>
          <p:cNvSpPr txBox="1">
            <a:spLocks/>
          </p:cNvSpPr>
          <p:nvPr/>
        </p:nvSpPr>
        <p:spPr>
          <a:xfrm>
            <a:off x="274232" y="3749189"/>
            <a:ext cx="9972000" cy="18610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Open Sans" panose="020B0606030504020204"/>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1200">
              <a:solidFill>
                <a:schemeClr val="tx1"/>
              </a:solidFill>
              <a:latin typeface="+mn-lt"/>
              <a:ea typeface="+mj-ea"/>
              <a:cs typeface="+mj-cs"/>
            </a:endParaRPr>
          </a:p>
        </p:txBody>
      </p:sp>
      <p:sp>
        <p:nvSpPr>
          <p:cNvPr id="7" name="Textfeld 19">
            <a:extLst>
              <a:ext uri="{FF2B5EF4-FFF2-40B4-BE49-F238E27FC236}">
                <a16:creationId xmlns:a16="http://schemas.microsoft.com/office/drawing/2014/main" id="{78FFDB89-0250-417A-8981-AE522BDF57AB}"/>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9224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85B359-3E8B-4380-9FCE-8732FC1224F1}"/>
              </a:ext>
            </a:extLst>
          </p:cNvPr>
          <p:cNvSpPr>
            <a:spLocks noGrp="1"/>
          </p:cNvSpPr>
          <p:nvPr>
            <p:ph type="title"/>
          </p:nvPr>
        </p:nvSpPr>
        <p:spPr>
          <a:xfrm>
            <a:off x="302807" y="125620"/>
            <a:ext cx="10733490" cy="712580"/>
          </a:xfrm>
        </p:spPr>
        <p:txBody>
          <a:bodyPr>
            <a:normAutofit/>
          </a:bodyPr>
          <a:lstStyle/>
          <a:p>
            <a:r>
              <a:rPr lang="de-DE"/>
              <a:t>Agenda</a:t>
            </a:r>
            <a:endParaRPr lang="de-DE" sz="2200"/>
          </a:p>
        </p:txBody>
      </p:sp>
      <p:sp>
        <p:nvSpPr>
          <p:cNvPr id="4" name="Foliennummernplatzhalter 3">
            <a:extLst>
              <a:ext uri="{FF2B5EF4-FFF2-40B4-BE49-F238E27FC236}">
                <a16:creationId xmlns:a16="http://schemas.microsoft.com/office/drawing/2014/main" id="{6B8C237A-2E2C-489A-8B8A-A3CE4F76AD2B}"/>
              </a:ext>
            </a:extLst>
          </p:cNvPr>
          <p:cNvSpPr>
            <a:spLocks noGrp="1"/>
          </p:cNvSpPr>
          <p:nvPr>
            <p:ph type="sldNum" sz="quarter" idx="4"/>
          </p:nvPr>
        </p:nvSpPr>
        <p:spPr/>
        <p:txBody>
          <a:bodyPr/>
          <a:lstStyle/>
          <a:p>
            <a:pPr algn="r"/>
            <a:r>
              <a:rPr lang="de-DE"/>
              <a:t>Seite </a:t>
            </a:r>
            <a:fld id="{67489CC3-7238-444E-A7A9-4B5CBD2CEC7D}" type="slidenum">
              <a:rPr lang="de-DE" smtClean="0"/>
              <a:pPr algn="r"/>
              <a:t>3</a:t>
            </a:fld>
            <a:endParaRPr lang="de-DE"/>
          </a:p>
        </p:txBody>
      </p:sp>
      <p:sp>
        <p:nvSpPr>
          <p:cNvPr id="31" name="object 17">
            <a:extLst>
              <a:ext uri="{FF2B5EF4-FFF2-40B4-BE49-F238E27FC236}">
                <a16:creationId xmlns:a16="http://schemas.microsoft.com/office/drawing/2014/main" id="{6A0D5F57-83C2-4CC6-9C0E-CFA14F25D0D4}"/>
              </a:ext>
            </a:extLst>
          </p:cNvPr>
          <p:cNvSpPr/>
          <p:nvPr/>
        </p:nvSpPr>
        <p:spPr>
          <a:xfrm>
            <a:off x="795797" y="929409"/>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dirty="0">
                <a:solidFill>
                  <a:schemeClr val="bg1"/>
                </a:solidFill>
              </a:rPr>
              <a:t>  Executive Summary</a:t>
            </a:r>
          </a:p>
        </p:txBody>
      </p:sp>
      <p:sp>
        <p:nvSpPr>
          <p:cNvPr id="46" name="object 17">
            <a:extLst>
              <a:ext uri="{FF2B5EF4-FFF2-40B4-BE49-F238E27FC236}">
                <a16:creationId xmlns:a16="http://schemas.microsoft.com/office/drawing/2014/main" id="{E3E01F97-4C7C-4B60-9B60-7EA1B8FC8919}"/>
              </a:ext>
            </a:extLst>
          </p:cNvPr>
          <p:cNvSpPr/>
          <p:nvPr/>
        </p:nvSpPr>
        <p:spPr>
          <a:xfrm>
            <a:off x="795797" y="1440657"/>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Unternehmensprofil</a:t>
            </a:r>
          </a:p>
        </p:txBody>
      </p:sp>
      <p:sp>
        <p:nvSpPr>
          <p:cNvPr id="47" name="object 17">
            <a:extLst>
              <a:ext uri="{FF2B5EF4-FFF2-40B4-BE49-F238E27FC236}">
                <a16:creationId xmlns:a16="http://schemas.microsoft.com/office/drawing/2014/main" id="{13E852B0-6F97-4A21-9983-735923AB43C9}"/>
              </a:ext>
            </a:extLst>
          </p:cNvPr>
          <p:cNvSpPr/>
          <p:nvPr/>
        </p:nvSpPr>
        <p:spPr>
          <a:xfrm>
            <a:off x="795797" y="1946017"/>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Organisationsstruktur</a:t>
            </a:r>
          </a:p>
        </p:txBody>
      </p:sp>
      <p:sp>
        <p:nvSpPr>
          <p:cNvPr id="48" name="object 17">
            <a:extLst>
              <a:ext uri="{FF2B5EF4-FFF2-40B4-BE49-F238E27FC236}">
                <a16:creationId xmlns:a16="http://schemas.microsoft.com/office/drawing/2014/main" id="{E18BE27D-CA8A-4294-8CBC-3B625999E447}"/>
              </a:ext>
            </a:extLst>
          </p:cNvPr>
          <p:cNvSpPr/>
          <p:nvPr/>
        </p:nvSpPr>
        <p:spPr>
          <a:xfrm>
            <a:off x="795797" y="2463153"/>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Produkte und Dienstleistungen</a:t>
            </a:r>
          </a:p>
        </p:txBody>
      </p:sp>
      <p:sp>
        <p:nvSpPr>
          <p:cNvPr id="49" name="object 17">
            <a:extLst>
              <a:ext uri="{FF2B5EF4-FFF2-40B4-BE49-F238E27FC236}">
                <a16:creationId xmlns:a16="http://schemas.microsoft.com/office/drawing/2014/main" id="{55BB12BE-F548-4F3C-A730-019931124C70}"/>
              </a:ext>
            </a:extLst>
          </p:cNvPr>
          <p:cNvSpPr/>
          <p:nvPr/>
        </p:nvSpPr>
        <p:spPr>
          <a:xfrm>
            <a:off x="795797" y="2974401"/>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Kunden und Partner / Marketing und Vertrieb</a:t>
            </a:r>
          </a:p>
        </p:txBody>
      </p:sp>
      <p:sp>
        <p:nvSpPr>
          <p:cNvPr id="50" name="object 17">
            <a:extLst>
              <a:ext uri="{FF2B5EF4-FFF2-40B4-BE49-F238E27FC236}">
                <a16:creationId xmlns:a16="http://schemas.microsoft.com/office/drawing/2014/main" id="{8B6D3237-5834-43E0-9C3D-68BD4F515466}"/>
              </a:ext>
            </a:extLst>
          </p:cNvPr>
          <p:cNvSpPr/>
          <p:nvPr/>
        </p:nvSpPr>
        <p:spPr>
          <a:xfrm>
            <a:off x="795797" y="3485649"/>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Markt und Wettbewerb</a:t>
            </a:r>
          </a:p>
        </p:txBody>
      </p:sp>
      <p:sp>
        <p:nvSpPr>
          <p:cNvPr id="51" name="object 17">
            <a:extLst>
              <a:ext uri="{FF2B5EF4-FFF2-40B4-BE49-F238E27FC236}">
                <a16:creationId xmlns:a16="http://schemas.microsoft.com/office/drawing/2014/main" id="{DA309070-F3FB-46D4-94BD-656F2BBBE25A}"/>
              </a:ext>
            </a:extLst>
          </p:cNvPr>
          <p:cNvSpPr/>
          <p:nvPr/>
        </p:nvSpPr>
        <p:spPr>
          <a:xfrm>
            <a:off x="795797" y="3996897"/>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Finanzdaten </a:t>
            </a:r>
          </a:p>
        </p:txBody>
      </p:sp>
      <p:sp>
        <p:nvSpPr>
          <p:cNvPr id="52" name="object 17">
            <a:extLst>
              <a:ext uri="{FF2B5EF4-FFF2-40B4-BE49-F238E27FC236}">
                <a16:creationId xmlns:a16="http://schemas.microsoft.com/office/drawing/2014/main" id="{160FE14E-14C6-4545-A524-61C47E22F7FA}"/>
              </a:ext>
            </a:extLst>
          </p:cNvPr>
          <p:cNvSpPr/>
          <p:nvPr/>
        </p:nvSpPr>
        <p:spPr>
          <a:xfrm>
            <a:off x="795797" y="4508145"/>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r>
              <a:rPr lang="de-DE" b="1">
                <a:solidFill>
                  <a:schemeClr val="bg1"/>
                </a:solidFill>
              </a:rPr>
              <a:t>  Informationen zur Angebotsabgabe</a:t>
            </a:r>
          </a:p>
        </p:txBody>
      </p:sp>
      <p:grpSp>
        <p:nvGrpSpPr>
          <p:cNvPr id="7" name="Gruppieren 6">
            <a:extLst>
              <a:ext uri="{FF2B5EF4-FFF2-40B4-BE49-F238E27FC236}">
                <a16:creationId xmlns:a16="http://schemas.microsoft.com/office/drawing/2014/main" id="{196E498F-2560-4F27-9C33-A0CA81B06106}"/>
              </a:ext>
            </a:extLst>
          </p:cNvPr>
          <p:cNvGrpSpPr/>
          <p:nvPr/>
        </p:nvGrpSpPr>
        <p:grpSpPr>
          <a:xfrm>
            <a:off x="316886" y="926434"/>
            <a:ext cx="406463" cy="4452958"/>
            <a:chOff x="354119" y="963378"/>
            <a:chExt cx="406463" cy="4452958"/>
          </a:xfrm>
        </p:grpSpPr>
        <p:sp>
          <p:nvSpPr>
            <p:cNvPr id="3" name="Rechteck 2">
              <a:extLst>
                <a:ext uri="{FF2B5EF4-FFF2-40B4-BE49-F238E27FC236}">
                  <a16:creationId xmlns:a16="http://schemas.microsoft.com/office/drawing/2014/main" id="{FA1C86F2-A159-44DF-AAD7-3423C1E5CDFD}"/>
                </a:ext>
              </a:extLst>
            </p:cNvPr>
            <p:cNvSpPr/>
            <p:nvPr/>
          </p:nvSpPr>
          <p:spPr>
            <a:xfrm>
              <a:off x="354393" y="963378"/>
              <a:ext cx="405915"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1</a:t>
              </a:r>
            </a:p>
          </p:txBody>
        </p:sp>
        <p:sp>
          <p:nvSpPr>
            <p:cNvPr id="13" name="Rechteck 12">
              <a:extLst>
                <a:ext uri="{FF2B5EF4-FFF2-40B4-BE49-F238E27FC236}">
                  <a16:creationId xmlns:a16="http://schemas.microsoft.com/office/drawing/2014/main" id="{78F710E2-1A74-4B19-AFB3-E697CEB36AB4}"/>
                </a:ext>
              </a:extLst>
            </p:cNvPr>
            <p:cNvSpPr/>
            <p:nvPr/>
          </p:nvSpPr>
          <p:spPr>
            <a:xfrm>
              <a:off x="354393" y="1475383"/>
              <a:ext cx="405897"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2</a:t>
              </a:r>
            </a:p>
          </p:txBody>
        </p:sp>
        <p:sp>
          <p:nvSpPr>
            <p:cNvPr id="17" name="Rechteck 16">
              <a:extLst>
                <a:ext uri="{FF2B5EF4-FFF2-40B4-BE49-F238E27FC236}">
                  <a16:creationId xmlns:a16="http://schemas.microsoft.com/office/drawing/2014/main" id="{05DFBABC-15F2-49D7-BA20-8D98E4BD4B1D}"/>
                </a:ext>
              </a:extLst>
            </p:cNvPr>
            <p:cNvSpPr/>
            <p:nvPr/>
          </p:nvSpPr>
          <p:spPr>
            <a:xfrm>
              <a:off x="354393" y="1988107"/>
              <a:ext cx="405897"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3</a:t>
              </a:r>
            </a:p>
          </p:txBody>
        </p:sp>
        <p:sp>
          <p:nvSpPr>
            <p:cNvPr id="19" name="Rechteck 18">
              <a:extLst>
                <a:ext uri="{FF2B5EF4-FFF2-40B4-BE49-F238E27FC236}">
                  <a16:creationId xmlns:a16="http://schemas.microsoft.com/office/drawing/2014/main" id="{49BC67FD-F1E9-4EC5-BA62-30D993BC954B}"/>
                </a:ext>
              </a:extLst>
            </p:cNvPr>
            <p:cNvSpPr/>
            <p:nvPr/>
          </p:nvSpPr>
          <p:spPr>
            <a:xfrm>
              <a:off x="354393" y="2498621"/>
              <a:ext cx="405897"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4</a:t>
              </a:r>
            </a:p>
          </p:txBody>
        </p:sp>
        <p:sp>
          <p:nvSpPr>
            <p:cNvPr id="21" name="Rechteck 20">
              <a:extLst>
                <a:ext uri="{FF2B5EF4-FFF2-40B4-BE49-F238E27FC236}">
                  <a16:creationId xmlns:a16="http://schemas.microsoft.com/office/drawing/2014/main" id="{858B8263-6F99-4922-AC68-A2EA48AECE6C}"/>
                </a:ext>
              </a:extLst>
            </p:cNvPr>
            <p:cNvSpPr/>
            <p:nvPr/>
          </p:nvSpPr>
          <p:spPr>
            <a:xfrm>
              <a:off x="354393" y="3011345"/>
              <a:ext cx="405897"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5</a:t>
              </a:r>
            </a:p>
          </p:txBody>
        </p:sp>
        <p:sp>
          <p:nvSpPr>
            <p:cNvPr id="23" name="Rechteck 22">
              <a:extLst>
                <a:ext uri="{FF2B5EF4-FFF2-40B4-BE49-F238E27FC236}">
                  <a16:creationId xmlns:a16="http://schemas.microsoft.com/office/drawing/2014/main" id="{C866A1D7-BE37-49CD-B5F3-E51226C0D47E}"/>
                </a:ext>
              </a:extLst>
            </p:cNvPr>
            <p:cNvSpPr/>
            <p:nvPr/>
          </p:nvSpPr>
          <p:spPr>
            <a:xfrm>
              <a:off x="354119" y="3522593"/>
              <a:ext cx="406171"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6</a:t>
              </a:r>
            </a:p>
          </p:txBody>
        </p:sp>
        <p:sp>
          <p:nvSpPr>
            <p:cNvPr id="25" name="Rechteck 24">
              <a:extLst>
                <a:ext uri="{FF2B5EF4-FFF2-40B4-BE49-F238E27FC236}">
                  <a16:creationId xmlns:a16="http://schemas.microsoft.com/office/drawing/2014/main" id="{3AE92A45-D4B9-4EB4-9272-6A1BBC0FA394}"/>
                </a:ext>
              </a:extLst>
            </p:cNvPr>
            <p:cNvSpPr/>
            <p:nvPr/>
          </p:nvSpPr>
          <p:spPr>
            <a:xfrm>
              <a:off x="354393" y="4033841"/>
              <a:ext cx="406189"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7</a:t>
              </a:r>
            </a:p>
          </p:txBody>
        </p:sp>
        <p:sp>
          <p:nvSpPr>
            <p:cNvPr id="27" name="Rechteck 26">
              <a:extLst>
                <a:ext uri="{FF2B5EF4-FFF2-40B4-BE49-F238E27FC236}">
                  <a16:creationId xmlns:a16="http://schemas.microsoft.com/office/drawing/2014/main" id="{2F6694AA-961D-4C83-B21B-80A62EF95810}"/>
                </a:ext>
              </a:extLst>
            </p:cNvPr>
            <p:cNvSpPr/>
            <p:nvPr/>
          </p:nvSpPr>
          <p:spPr>
            <a:xfrm>
              <a:off x="354393" y="4529762"/>
              <a:ext cx="406171"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8</a:t>
              </a:r>
            </a:p>
          </p:txBody>
        </p:sp>
        <p:sp>
          <p:nvSpPr>
            <p:cNvPr id="29" name="Rechteck 28">
              <a:extLst>
                <a:ext uri="{FF2B5EF4-FFF2-40B4-BE49-F238E27FC236}">
                  <a16:creationId xmlns:a16="http://schemas.microsoft.com/office/drawing/2014/main" id="{FEBECEB0-9BF3-4F3E-A08B-08B4F5319121}"/>
                </a:ext>
              </a:extLst>
            </p:cNvPr>
            <p:cNvSpPr/>
            <p:nvPr/>
          </p:nvSpPr>
          <p:spPr>
            <a:xfrm>
              <a:off x="354393" y="5056336"/>
              <a:ext cx="405915" cy="360000"/>
            </a:xfrm>
            <a:prstGeom prst="rect">
              <a:avLst/>
            </a:prstGeom>
            <a:solidFill>
              <a:srgbClr val="009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9</a:t>
              </a:r>
            </a:p>
          </p:txBody>
        </p:sp>
      </p:grpSp>
      <p:sp>
        <p:nvSpPr>
          <p:cNvPr id="53" name="object 17">
            <a:extLst>
              <a:ext uri="{FF2B5EF4-FFF2-40B4-BE49-F238E27FC236}">
                <a16:creationId xmlns:a16="http://schemas.microsoft.com/office/drawing/2014/main" id="{D7D9D1CC-D162-4445-A9E0-4873154CD0F2}"/>
              </a:ext>
            </a:extLst>
          </p:cNvPr>
          <p:cNvSpPr/>
          <p:nvPr/>
        </p:nvSpPr>
        <p:spPr>
          <a:xfrm>
            <a:off x="795797" y="5019392"/>
            <a:ext cx="74160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marL="85725">
              <a:spcBef>
                <a:spcPts val="1200"/>
              </a:spcBef>
            </a:pPr>
            <a:r>
              <a:rPr lang="de-DE" b="1">
                <a:solidFill>
                  <a:schemeClr val="bg1"/>
                </a:solidFill>
              </a:rPr>
              <a:t>Appendix</a:t>
            </a:r>
          </a:p>
        </p:txBody>
      </p:sp>
      <p:grpSp>
        <p:nvGrpSpPr>
          <p:cNvPr id="5" name="Gruppieren 4">
            <a:extLst>
              <a:ext uri="{FF2B5EF4-FFF2-40B4-BE49-F238E27FC236}">
                <a16:creationId xmlns:a16="http://schemas.microsoft.com/office/drawing/2014/main" id="{D4DDD8E1-0745-45DC-B27E-9EC23DED3D31}"/>
              </a:ext>
            </a:extLst>
          </p:cNvPr>
          <p:cNvGrpSpPr/>
          <p:nvPr/>
        </p:nvGrpSpPr>
        <p:grpSpPr>
          <a:xfrm>
            <a:off x="8287578" y="926434"/>
            <a:ext cx="1879200" cy="4450271"/>
            <a:chOff x="8280034" y="966065"/>
            <a:chExt cx="1879200" cy="4450271"/>
          </a:xfrm>
        </p:grpSpPr>
        <p:sp>
          <p:nvSpPr>
            <p:cNvPr id="54" name="object 17">
              <a:extLst>
                <a:ext uri="{FF2B5EF4-FFF2-40B4-BE49-F238E27FC236}">
                  <a16:creationId xmlns:a16="http://schemas.microsoft.com/office/drawing/2014/main" id="{0C8D0FAC-2431-430D-9175-ED8DB435502C}"/>
                </a:ext>
              </a:extLst>
            </p:cNvPr>
            <p:cNvSpPr/>
            <p:nvPr/>
          </p:nvSpPr>
          <p:spPr>
            <a:xfrm>
              <a:off x="8280034" y="966065"/>
              <a:ext cx="1879200" cy="3564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4</a:t>
              </a:r>
            </a:p>
          </p:txBody>
        </p:sp>
        <p:sp>
          <p:nvSpPr>
            <p:cNvPr id="55" name="object 17">
              <a:extLst>
                <a:ext uri="{FF2B5EF4-FFF2-40B4-BE49-F238E27FC236}">
                  <a16:creationId xmlns:a16="http://schemas.microsoft.com/office/drawing/2014/main" id="{69845376-E826-406D-954E-73BF4FD942CD}"/>
                </a:ext>
              </a:extLst>
            </p:cNvPr>
            <p:cNvSpPr/>
            <p:nvPr/>
          </p:nvSpPr>
          <p:spPr>
            <a:xfrm>
              <a:off x="8280034" y="1477601"/>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7 </a:t>
              </a:r>
            </a:p>
          </p:txBody>
        </p:sp>
        <p:sp>
          <p:nvSpPr>
            <p:cNvPr id="56" name="object 17">
              <a:extLst>
                <a:ext uri="{FF2B5EF4-FFF2-40B4-BE49-F238E27FC236}">
                  <a16:creationId xmlns:a16="http://schemas.microsoft.com/office/drawing/2014/main" id="{E36FAE0D-22A5-4E18-BDC8-EA99AB70EA26}"/>
                </a:ext>
              </a:extLst>
            </p:cNvPr>
            <p:cNvSpPr/>
            <p:nvPr/>
          </p:nvSpPr>
          <p:spPr>
            <a:xfrm>
              <a:off x="8280034" y="1988107"/>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11</a:t>
              </a:r>
            </a:p>
          </p:txBody>
        </p:sp>
        <p:sp>
          <p:nvSpPr>
            <p:cNvPr id="57" name="object 17">
              <a:extLst>
                <a:ext uri="{FF2B5EF4-FFF2-40B4-BE49-F238E27FC236}">
                  <a16:creationId xmlns:a16="http://schemas.microsoft.com/office/drawing/2014/main" id="{881E5828-DCD3-4FF9-A8C7-B02C23837049}"/>
                </a:ext>
              </a:extLst>
            </p:cNvPr>
            <p:cNvSpPr/>
            <p:nvPr/>
          </p:nvSpPr>
          <p:spPr>
            <a:xfrm>
              <a:off x="8280034" y="2498621"/>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15</a:t>
              </a:r>
            </a:p>
          </p:txBody>
        </p:sp>
        <p:sp>
          <p:nvSpPr>
            <p:cNvPr id="58" name="object 17">
              <a:extLst>
                <a:ext uri="{FF2B5EF4-FFF2-40B4-BE49-F238E27FC236}">
                  <a16:creationId xmlns:a16="http://schemas.microsoft.com/office/drawing/2014/main" id="{D97CFBFA-CA17-4AA9-BEEE-9D1652D0CABD}"/>
                </a:ext>
              </a:extLst>
            </p:cNvPr>
            <p:cNvSpPr/>
            <p:nvPr/>
          </p:nvSpPr>
          <p:spPr>
            <a:xfrm>
              <a:off x="8280034" y="3012500"/>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19</a:t>
              </a:r>
            </a:p>
          </p:txBody>
        </p:sp>
        <p:sp>
          <p:nvSpPr>
            <p:cNvPr id="59" name="object 17">
              <a:extLst>
                <a:ext uri="{FF2B5EF4-FFF2-40B4-BE49-F238E27FC236}">
                  <a16:creationId xmlns:a16="http://schemas.microsoft.com/office/drawing/2014/main" id="{FC2F0904-F8A3-4997-8CB7-103825F38BCD}"/>
                </a:ext>
              </a:extLst>
            </p:cNvPr>
            <p:cNvSpPr/>
            <p:nvPr/>
          </p:nvSpPr>
          <p:spPr>
            <a:xfrm>
              <a:off x="8280034" y="3522593"/>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21</a:t>
              </a:r>
            </a:p>
          </p:txBody>
        </p:sp>
        <p:sp>
          <p:nvSpPr>
            <p:cNvPr id="60" name="object 17">
              <a:extLst>
                <a:ext uri="{FF2B5EF4-FFF2-40B4-BE49-F238E27FC236}">
                  <a16:creationId xmlns:a16="http://schemas.microsoft.com/office/drawing/2014/main" id="{22E088AF-1D6D-41D0-96B5-79E78DA10D91}"/>
                </a:ext>
              </a:extLst>
            </p:cNvPr>
            <p:cNvSpPr/>
            <p:nvPr/>
          </p:nvSpPr>
          <p:spPr>
            <a:xfrm>
              <a:off x="8280034" y="4033841"/>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26</a:t>
              </a:r>
            </a:p>
          </p:txBody>
        </p:sp>
        <p:sp>
          <p:nvSpPr>
            <p:cNvPr id="61" name="object 17">
              <a:extLst>
                <a:ext uri="{FF2B5EF4-FFF2-40B4-BE49-F238E27FC236}">
                  <a16:creationId xmlns:a16="http://schemas.microsoft.com/office/drawing/2014/main" id="{786063C5-F1FF-43F4-AFB4-74EE6365B055}"/>
                </a:ext>
              </a:extLst>
            </p:cNvPr>
            <p:cNvSpPr/>
            <p:nvPr/>
          </p:nvSpPr>
          <p:spPr>
            <a:xfrm>
              <a:off x="8280034" y="4545089"/>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33</a:t>
              </a:r>
            </a:p>
          </p:txBody>
        </p:sp>
        <p:sp>
          <p:nvSpPr>
            <p:cNvPr id="62" name="object 17">
              <a:extLst>
                <a:ext uri="{FF2B5EF4-FFF2-40B4-BE49-F238E27FC236}">
                  <a16:creationId xmlns:a16="http://schemas.microsoft.com/office/drawing/2014/main" id="{5CCC3AD2-2735-4CAA-B890-75DDE308170D}"/>
                </a:ext>
              </a:extLst>
            </p:cNvPr>
            <p:cNvSpPr/>
            <p:nvPr/>
          </p:nvSpPr>
          <p:spPr>
            <a:xfrm>
              <a:off x="8280034" y="5056336"/>
              <a:ext cx="1879200" cy="3600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0092CF"/>
            </a:solidFill>
            <a:ln>
              <a:noFill/>
            </a:ln>
          </p:spPr>
          <p:txBody>
            <a:bodyPr wrap="square" lIns="0" tIns="0" rIns="0" bIns="0" rtlCol="0" anchor="ctr"/>
            <a:lstStyle/>
            <a:p>
              <a:pPr algn="ctr"/>
              <a:r>
                <a:rPr lang="de-DE" b="1">
                  <a:solidFill>
                    <a:schemeClr val="bg1"/>
                  </a:solidFill>
                </a:rPr>
                <a:t>  35</a:t>
              </a:r>
            </a:p>
          </p:txBody>
        </p:sp>
      </p:grpSp>
      <p:sp>
        <p:nvSpPr>
          <p:cNvPr id="34" name="Textfeld 19">
            <a:extLst>
              <a:ext uri="{FF2B5EF4-FFF2-40B4-BE49-F238E27FC236}">
                <a16:creationId xmlns:a16="http://schemas.microsoft.com/office/drawing/2014/main" id="{03E7B2C0-204E-4B5F-9296-C79BF3040B9A}"/>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536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1" name="object 21">
            <a:extLst>
              <a:ext uri="{FF2B5EF4-FFF2-40B4-BE49-F238E27FC236}">
                <a16:creationId xmlns:a16="http://schemas.microsoft.com/office/drawing/2014/main" id="{B4145483-1C05-4863-9DEA-C0A414B294F3}"/>
              </a:ext>
            </a:extLst>
          </p:cNvPr>
          <p:cNvSpPr txBox="1"/>
          <p:nvPr/>
        </p:nvSpPr>
        <p:spPr>
          <a:xfrm>
            <a:off x="1668754" y="3403917"/>
            <a:ext cx="2256790" cy="354965"/>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Executive Summary</a:t>
            </a:r>
            <a:endParaRPr sz="2150">
              <a:solidFill>
                <a:schemeClr val="bg1"/>
              </a:solidFill>
              <a:latin typeface="Calibri"/>
              <a:cs typeface="Calibri"/>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69802"/>
            <a:ext cx="381000" cy="423193"/>
          </a:xfrm>
          <a:prstGeom prst="rect">
            <a:avLst/>
          </a:prstGeom>
          <a:noFill/>
        </p:spPr>
        <p:txBody>
          <a:bodyPr wrap="square">
            <a:spAutoFit/>
          </a:bodyPr>
          <a:lstStyle/>
          <a:p>
            <a:r>
              <a:rPr lang="de-DE" sz="2150" b="1" spc="-10">
                <a:solidFill>
                  <a:schemeClr val="bg1"/>
                </a:solidFill>
                <a:latin typeface="Calibri"/>
                <a:cs typeface="Calibri"/>
              </a:rPr>
              <a:t>1</a:t>
            </a:r>
          </a:p>
        </p:txBody>
      </p:sp>
      <p:sp>
        <p:nvSpPr>
          <p:cNvPr id="15" name="Textfeld 19">
            <a:extLst>
              <a:ext uri="{FF2B5EF4-FFF2-40B4-BE49-F238E27FC236}">
                <a16:creationId xmlns:a16="http://schemas.microsoft.com/office/drawing/2014/main" id="{261BB7A3-E061-4A35-86B2-8BD3DE486218}"/>
              </a:ext>
            </a:extLst>
          </p:cNvPr>
          <p:cNvSpPr txBox="1"/>
          <p:nvPr/>
        </p:nvSpPr>
        <p:spPr>
          <a:xfrm>
            <a:off x="598313"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47397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Executive Summary</a:t>
            </a:r>
          </a:p>
        </p:txBody>
      </p:sp>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p:txBody>
          <a:bodyPr/>
          <a:lstStyle/>
          <a:p>
            <a:pPr algn="r"/>
            <a:r>
              <a:rPr lang="de-DE"/>
              <a:t>Seite </a:t>
            </a:r>
            <a:fld id="{67489CC3-7238-444E-A7A9-4B5CBD2CEC7D}" type="slidenum">
              <a:rPr lang="de-DE" smtClean="0"/>
              <a:pPr algn="r"/>
              <a:t>5</a:t>
            </a:fld>
            <a:endParaRPr lang="de-DE"/>
          </a:p>
        </p:txBody>
      </p:sp>
      <p:sp>
        <p:nvSpPr>
          <p:cNvPr id="43" name="Textfeld 19">
            <a:extLst>
              <a:ext uri="{FF2B5EF4-FFF2-40B4-BE49-F238E27FC236}">
                <a16:creationId xmlns:a16="http://schemas.microsoft.com/office/drawing/2014/main" id="{4D95E7AE-58E8-4F4B-838D-E9AA010F6A1F}"/>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object 14">
            <a:extLst>
              <a:ext uri="{FF2B5EF4-FFF2-40B4-BE49-F238E27FC236}">
                <a16:creationId xmlns:a16="http://schemas.microsoft.com/office/drawing/2014/main" id="{A59A170C-BB85-4786-9CB9-17D4494E3A6E}"/>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77470" marR="76200">
              <a:lnSpc>
                <a:spcPct val="103299"/>
              </a:lnSpc>
              <a:spcBef>
                <a:spcPts val="545"/>
              </a:spcBef>
            </a:pPr>
            <a:r>
              <a:rPr lang="de-DE" sz="1200" b="1" spc="15" dirty="0">
                <a:solidFill>
                  <a:schemeClr val="bg1"/>
                </a:solidFill>
                <a:latin typeface="Calibri"/>
                <a:cs typeface="Calibri"/>
              </a:rPr>
              <a:t>Die </a:t>
            </a:r>
            <a:r>
              <a:rPr lang="de-DE" sz="1200" b="1" spc="15" dirty="0" err="1">
                <a:solidFill>
                  <a:schemeClr val="bg1"/>
                </a:solidFill>
                <a:latin typeface="Calibri"/>
                <a:cs typeface="Calibri"/>
              </a:rPr>
              <a:t>Deliverit</a:t>
            </a:r>
            <a:r>
              <a:rPr lang="de-DE" sz="1200" b="1" spc="15" dirty="0">
                <a:solidFill>
                  <a:schemeClr val="bg1"/>
                </a:solidFill>
                <a:latin typeface="Calibri"/>
                <a:cs typeface="Calibri"/>
              </a:rPr>
              <a:t> Logistics GmbH hat sich in den vergangenen Jahren strategisch neu ausgerichtet und erwartet in den kommenden Jahren einen signifikanten Anstieg der Profitabilität:</a:t>
            </a:r>
          </a:p>
          <a:p>
            <a:pPr marL="248920" marR="76200" indent="-171450">
              <a:lnSpc>
                <a:spcPct val="103299"/>
              </a:lnSpc>
              <a:spcBef>
                <a:spcPts val="545"/>
              </a:spcBef>
              <a:buFont typeface="Arial" panose="020B0604020202020204" pitchFamily="34" charset="0"/>
              <a:buChar char="•"/>
            </a:pPr>
            <a:endParaRPr lang="de-DE" sz="1200" b="1" spc="15" dirty="0">
              <a:solidFill>
                <a:schemeClr val="bg1"/>
              </a:solidFill>
              <a:latin typeface="Calibri"/>
              <a:cs typeface="Calibri"/>
            </a:endParaRPr>
          </a:p>
          <a:p>
            <a:pPr marL="248920" marR="76200" indent="-171450">
              <a:lnSpc>
                <a:spcPct val="103299"/>
              </a:lnSpc>
              <a:spcBef>
                <a:spcPts val="545"/>
              </a:spcBef>
              <a:buFont typeface="Arial" panose="020B0604020202020204" pitchFamily="34" charset="0"/>
              <a:buChar char="•"/>
            </a:pPr>
            <a:r>
              <a:rPr lang="de-DE" sz="1200" b="1" spc="15" dirty="0">
                <a:solidFill>
                  <a:schemeClr val="bg1"/>
                </a:solidFill>
                <a:latin typeface="Calibri"/>
                <a:cs typeface="Calibri"/>
              </a:rPr>
              <a:t>Steigerung der Frachtraten um 20%</a:t>
            </a:r>
          </a:p>
          <a:p>
            <a:pPr marL="248920" marR="76200" indent="-171450">
              <a:lnSpc>
                <a:spcPct val="103299"/>
              </a:lnSpc>
              <a:spcBef>
                <a:spcPts val="545"/>
              </a:spcBef>
              <a:buFont typeface="Arial" panose="020B0604020202020204" pitchFamily="34" charset="0"/>
              <a:buChar char="•"/>
            </a:pPr>
            <a:endParaRPr lang="de-DE" sz="1200" b="1" spc="15" dirty="0">
              <a:solidFill>
                <a:schemeClr val="bg1"/>
              </a:solidFill>
              <a:latin typeface="Calibri"/>
              <a:cs typeface="Calibri"/>
            </a:endParaRPr>
          </a:p>
          <a:p>
            <a:pPr marL="77470" marR="76200">
              <a:lnSpc>
                <a:spcPct val="103299"/>
              </a:lnSpc>
              <a:spcBef>
                <a:spcPts val="545"/>
              </a:spcBef>
            </a:pPr>
            <a:endParaRPr lang="de-DE" sz="1200" b="1" spc="15" dirty="0">
              <a:solidFill>
                <a:schemeClr val="bg1"/>
              </a:solidFill>
              <a:latin typeface="Calibri"/>
              <a:cs typeface="Calibri"/>
            </a:endParaRPr>
          </a:p>
          <a:p>
            <a:pPr marL="248920" marR="76200" indent="-171450">
              <a:lnSpc>
                <a:spcPct val="103299"/>
              </a:lnSpc>
              <a:spcBef>
                <a:spcPts val="545"/>
              </a:spcBef>
              <a:buFont typeface="Arial" panose="020B0604020202020204" pitchFamily="34" charset="0"/>
              <a:buChar char="•"/>
            </a:pPr>
            <a:r>
              <a:rPr lang="de-DE" sz="1200" b="1" spc="15" dirty="0">
                <a:solidFill>
                  <a:schemeClr val="bg1"/>
                </a:solidFill>
                <a:latin typeface="Calibri"/>
                <a:cs typeface="Calibri"/>
              </a:rPr>
              <a:t>Senkung der Fixkosten um 20%</a:t>
            </a:r>
          </a:p>
          <a:p>
            <a:pPr marL="248920" marR="76200" indent="-171450">
              <a:lnSpc>
                <a:spcPct val="103299"/>
              </a:lnSpc>
              <a:spcBef>
                <a:spcPts val="545"/>
              </a:spcBef>
              <a:buFont typeface="Arial" panose="020B0604020202020204" pitchFamily="34" charset="0"/>
              <a:buChar char="•"/>
            </a:pPr>
            <a:endParaRPr lang="de-DE" sz="1200" b="1" spc="15" dirty="0">
              <a:solidFill>
                <a:schemeClr val="bg1"/>
              </a:solidFill>
              <a:latin typeface="Calibri"/>
              <a:cs typeface="Calibri"/>
            </a:endParaRPr>
          </a:p>
          <a:p>
            <a:pPr marL="77470" marR="76200">
              <a:lnSpc>
                <a:spcPct val="103299"/>
              </a:lnSpc>
              <a:spcBef>
                <a:spcPts val="545"/>
              </a:spcBef>
            </a:pPr>
            <a:endParaRPr lang="de-DE" sz="1200" b="1" spc="15" dirty="0">
              <a:solidFill>
                <a:schemeClr val="bg1"/>
              </a:solidFill>
              <a:latin typeface="Calibri"/>
              <a:cs typeface="Calibri"/>
            </a:endParaRPr>
          </a:p>
          <a:p>
            <a:pPr marL="248920" marR="76200" indent="-171450">
              <a:lnSpc>
                <a:spcPct val="103299"/>
              </a:lnSpc>
              <a:spcBef>
                <a:spcPts val="545"/>
              </a:spcBef>
              <a:buFont typeface="Arial" panose="020B0604020202020204" pitchFamily="34" charset="0"/>
              <a:buChar char="•"/>
            </a:pPr>
            <a:r>
              <a:rPr lang="de-DE" sz="1200" b="1" spc="15" dirty="0">
                <a:solidFill>
                  <a:schemeClr val="bg1"/>
                </a:solidFill>
                <a:latin typeface="Calibri"/>
                <a:cs typeface="Calibri"/>
              </a:rPr>
              <a:t>Auslagerung von Material- und Personalrisiken an Subunternehmen </a:t>
            </a:r>
          </a:p>
          <a:p>
            <a:pPr marL="248920" marR="76200" indent="-171450">
              <a:lnSpc>
                <a:spcPct val="103299"/>
              </a:lnSpc>
              <a:spcBef>
                <a:spcPts val="545"/>
              </a:spcBef>
              <a:buFont typeface="Arial" panose="020B0604020202020204" pitchFamily="34" charset="0"/>
              <a:buChar char="•"/>
            </a:pPr>
            <a:endParaRPr lang="de-DE" sz="1200" b="1" spc="15" dirty="0">
              <a:solidFill>
                <a:schemeClr val="bg1"/>
              </a:solidFill>
              <a:latin typeface="Calibri"/>
              <a:cs typeface="Calibri"/>
            </a:endParaRPr>
          </a:p>
        </p:txBody>
      </p:sp>
      <p:sp>
        <p:nvSpPr>
          <p:cNvPr id="66" name="object 12">
            <a:extLst>
              <a:ext uri="{FF2B5EF4-FFF2-40B4-BE49-F238E27FC236}">
                <a16:creationId xmlns:a16="http://schemas.microsoft.com/office/drawing/2014/main" id="{3794FB81-5527-4D45-9ECB-BDFEF5DD35D9}"/>
              </a:ext>
            </a:extLst>
          </p:cNvPr>
          <p:cNvSpPr/>
          <p:nvPr/>
        </p:nvSpPr>
        <p:spPr>
          <a:xfrm>
            <a:off x="2261613" y="3572205"/>
            <a:ext cx="3888062" cy="2267931"/>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67" name="object 15">
            <a:extLst>
              <a:ext uri="{FF2B5EF4-FFF2-40B4-BE49-F238E27FC236}">
                <a16:creationId xmlns:a16="http://schemas.microsoft.com/office/drawing/2014/main" id="{E557853E-59A5-454A-9B4B-CEBB7C877C17}"/>
              </a:ext>
            </a:extLst>
          </p:cNvPr>
          <p:cNvSpPr/>
          <p:nvPr/>
        </p:nvSpPr>
        <p:spPr>
          <a:xfrm>
            <a:off x="2266525" y="3577459"/>
            <a:ext cx="3883150"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a:ln>
            <a:solidFill>
              <a:srgbClr val="0092CF"/>
            </a:solidFill>
          </a:ln>
        </p:spPr>
        <p:txBody>
          <a:bodyPr wrap="square" lIns="0" tIns="0" rIns="0" bIns="0" rtlCol="0" anchor="ctr"/>
          <a:lstStyle/>
          <a:p>
            <a:pPr marL="99060">
              <a:lnSpc>
                <a:spcPct val="100000"/>
              </a:lnSpc>
              <a:spcBef>
                <a:spcPts val="565"/>
              </a:spcBef>
            </a:pPr>
            <a:r>
              <a:rPr lang="de-DE" sz="1400" b="1" spc="20">
                <a:solidFill>
                  <a:srgbClr val="FFFFFF"/>
                </a:solidFill>
                <a:latin typeface="Calibri"/>
                <a:cs typeface="Calibri"/>
              </a:rPr>
              <a:t>Finanzübersicht </a:t>
            </a:r>
          </a:p>
        </p:txBody>
      </p:sp>
      <p:sp>
        <p:nvSpPr>
          <p:cNvPr id="73" name="object 17">
            <a:extLst>
              <a:ext uri="{FF2B5EF4-FFF2-40B4-BE49-F238E27FC236}">
                <a16:creationId xmlns:a16="http://schemas.microsoft.com/office/drawing/2014/main" id="{269134DB-77A8-4131-B864-80FF33B6C66C}"/>
              </a:ext>
            </a:extLst>
          </p:cNvPr>
          <p:cNvSpPr/>
          <p:nvPr/>
        </p:nvSpPr>
        <p:spPr>
          <a:xfrm>
            <a:off x="6311394" y="3936314"/>
            <a:ext cx="3744000" cy="1828800"/>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F2F2F2"/>
          </a:solidFill>
        </p:spPr>
        <p:txBody>
          <a:bodyPr wrap="square" lIns="0" tIns="0" rIns="0" bIns="0" rtlCol="0"/>
          <a:lstStyle/>
          <a:p>
            <a:endParaRPr/>
          </a:p>
        </p:txBody>
      </p:sp>
      <p:sp>
        <p:nvSpPr>
          <p:cNvPr id="74" name="object 12">
            <a:extLst>
              <a:ext uri="{FF2B5EF4-FFF2-40B4-BE49-F238E27FC236}">
                <a16:creationId xmlns:a16="http://schemas.microsoft.com/office/drawing/2014/main" id="{AC51117A-F810-498C-AC46-5E8E5E15F4B2}"/>
              </a:ext>
            </a:extLst>
          </p:cNvPr>
          <p:cNvSpPr/>
          <p:nvPr/>
        </p:nvSpPr>
        <p:spPr>
          <a:xfrm>
            <a:off x="6239363" y="3572205"/>
            <a:ext cx="3888062" cy="2267931"/>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75" name="object 15">
            <a:extLst>
              <a:ext uri="{FF2B5EF4-FFF2-40B4-BE49-F238E27FC236}">
                <a16:creationId xmlns:a16="http://schemas.microsoft.com/office/drawing/2014/main" id="{DCAF3B76-CDEA-4C81-94F2-E8F57384C5E5}"/>
              </a:ext>
            </a:extLst>
          </p:cNvPr>
          <p:cNvSpPr/>
          <p:nvPr/>
        </p:nvSpPr>
        <p:spPr>
          <a:xfrm>
            <a:off x="6244275" y="3577459"/>
            <a:ext cx="3883150"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a:ln>
            <a:solidFill>
              <a:srgbClr val="0092CF"/>
            </a:solidFill>
          </a:ln>
        </p:spPr>
        <p:txBody>
          <a:bodyPr wrap="square" lIns="0" tIns="0" rIns="0" bIns="0" rtlCol="0" anchor="ctr"/>
          <a:lstStyle/>
          <a:p>
            <a:pPr marL="99060">
              <a:lnSpc>
                <a:spcPct val="100000"/>
              </a:lnSpc>
              <a:spcBef>
                <a:spcPts val="565"/>
              </a:spcBef>
            </a:pPr>
            <a:r>
              <a:rPr lang="de-DE" sz="1400" b="1" spc="20">
                <a:solidFill>
                  <a:srgbClr val="FFFFFF"/>
                </a:solidFill>
                <a:latin typeface="Calibri"/>
                <a:cs typeface="Calibri"/>
              </a:rPr>
              <a:t>Leistungsübersicht</a:t>
            </a:r>
          </a:p>
        </p:txBody>
      </p:sp>
      <p:sp>
        <p:nvSpPr>
          <p:cNvPr id="76" name="Textfeld 75">
            <a:extLst>
              <a:ext uri="{FF2B5EF4-FFF2-40B4-BE49-F238E27FC236}">
                <a16:creationId xmlns:a16="http://schemas.microsoft.com/office/drawing/2014/main" id="{D2468049-D719-432A-9DCC-0F5A04F0DF38}"/>
              </a:ext>
            </a:extLst>
          </p:cNvPr>
          <p:cNvSpPr txBox="1"/>
          <p:nvPr/>
        </p:nvSpPr>
        <p:spPr>
          <a:xfrm>
            <a:off x="6379250" y="3971458"/>
            <a:ext cx="3519391" cy="1754326"/>
          </a:xfrm>
          <a:prstGeom prst="rect">
            <a:avLst/>
          </a:prstGeom>
          <a:noFill/>
          <a:ln>
            <a:noFill/>
          </a:ln>
        </p:spPr>
        <p:txBody>
          <a:bodyPr wrap="square" rtlCol="0">
            <a:spAutoFit/>
          </a:bodyPr>
          <a:lstStyle/>
          <a:p>
            <a:pPr algn="just"/>
            <a:r>
              <a:rPr lang="de-DE" sz="1200"/>
              <a:t>Das Leistungsportfolio der Deliverit Logistics GmbH umfasst drei wesentliche Bereiche: </a:t>
            </a:r>
          </a:p>
          <a:p>
            <a:pPr marL="171450" indent="-171450" algn="just">
              <a:buFont typeface="Arial" panose="020B0604020202020204" pitchFamily="34" charset="0"/>
              <a:buChar char="•"/>
            </a:pPr>
            <a:r>
              <a:rPr lang="de-DE" sz="1200" b="1"/>
              <a:t>Eigenverkehre von Industrie</a:t>
            </a:r>
          </a:p>
          <a:p>
            <a:pPr marL="171450" indent="-171450" algn="just">
              <a:buFont typeface="Arial" panose="020B0604020202020204" pitchFamily="34" charset="0"/>
              <a:buChar char="•"/>
            </a:pPr>
            <a:r>
              <a:rPr lang="de-DE" sz="1200" b="1"/>
              <a:t>Lagerhaltung &amp; Kommissionierung</a:t>
            </a:r>
            <a:r>
              <a:rPr lang="de-DE" sz="1200"/>
              <a:t> </a:t>
            </a:r>
          </a:p>
          <a:p>
            <a:pPr marL="171450" indent="-171450" algn="just">
              <a:buFont typeface="Arial" panose="020B0604020202020204" pitchFamily="34" charset="0"/>
              <a:buChar char="•"/>
            </a:pPr>
            <a:r>
              <a:rPr lang="de-DE" sz="1200" b="1"/>
              <a:t>Entsorgungslogistik</a:t>
            </a:r>
          </a:p>
          <a:p>
            <a:pPr algn="just"/>
            <a:r>
              <a:rPr lang="de-DE" sz="1200"/>
              <a:t>Durch eine Kombination der Aufträge aus den einzelnen Bereichen schafft es Deliverit, die Leerfahrtstrecke zu minimieren. Aktuell werden rund 3% der Strecke leer gefahren. </a:t>
            </a:r>
          </a:p>
        </p:txBody>
      </p:sp>
      <p:sp>
        <p:nvSpPr>
          <p:cNvPr id="77" name="object 28">
            <a:extLst>
              <a:ext uri="{FF2B5EF4-FFF2-40B4-BE49-F238E27FC236}">
                <a16:creationId xmlns:a16="http://schemas.microsoft.com/office/drawing/2014/main" id="{E31452C3-4C2C-4B8B-AC06-C30407ABE3B8}"/>
              </a:ext>
            </a:extLst>
          </p:cNvPr>
          <p:cNvSpPr/>
          <p:nvPr/>
        </p:nvSpPr>
        <p:spPr>
          <a:xfrm>
            <a:off x="9755237" y="3615819"/>
            <a:ext cx="215548" cy="232281"/>
          </a:xfrm>
          <a:custGeom>
            <a:avLst/>
            <a:gdLst/>
            <a:ahLst/>
            <a:cxnLst/>
            <a:rect l="l" t="t" r="r" b="b"/>
            <a:pathLst>
              <a:path w="285114" h="257809">
                <a:moveTo>
                  <a:pt x="182880" y="70104"/>
                </a:moveTo>
                <a:lnTo>
                  <a:pt x="102108" y="70104"/>
                </a:lnTo>
                <a:lnTo>
                  <a:pt x="141732" y="0"/>
                </a:lnTo>
                <a:lnTo>
                  <a:pt x="182880" y="70104"/>
                </a:lnTo>
                <a:close/>
              </a:path>
              <a:path w="285114" h="257809">
                <a:moveTo>
                  <a:pt x="163068" y="117348"/>
                </a:moveTo>
                <a:lnTo>
                  <a:pt x="121920" y="117348"/>
                </a:lnTo>
                <a:lnTo>
                  <a:pt x="121920" y="70104"/>
                </a:lnTo>
                <a:lnTo>
                  <a:pt x="163068" y="70104"/>
                </a:lnTo>
                <a:lnTo>
                  <a:pt x="163068" y="117348"/>
                </a:lnTo>
                <a:close/>
              </a:path>
              <a:path w="285114" h="257809">
                <a:moveTo>
                  <a:pt x="33528" y="257556"/>
                </a:moveTo>
                <a:lnTo>
                  <a:pt x="20574" y="254865"/>
                </a:lnTo>
                <a:lnTo>
                  <a:pt x="9906" y="247459"/>
                </a:lnTo>
                <a:lnTo>
                  <a:pt x="2667" y="236339"/>
                </a:lnTo>
                <a:lnTo>
                  <a:pt x="0" y="222504"/>
                </a:lnTo>
                <a:lnTo>
                  <a:pt x="857" y="214574"/>
                </a:lnTo>
                <a:lnTo>
                  <a:pt x="3428" y="207073"/>
                </a:lnTo>
                <a:lnTo>
                  <a:pt x="7715" y="200429"/>
                </a:lnTo>
                <a:lnTo>
                  <a:pt x="13715" y="195072"/>
                </a:lnTo>
                <a:lnTo>
                  <a:pt x="13715" y="117348"/>
                </a:lnTo>
                <a:lnTo>
                  <a:pt x="271272" y="117348"/>
                </a:lnTo>
                <a:lnTo>
                  <a:pt x="271272" y="158496"/>
                </a:lnTo>
                <a:lnTo>
                  <a:pt x="54864" y="158496"/>
                </a:lnTo>
                <a:lnTo>
                  <a:pt x="54864" y="195072"/>
                </a:lnTo>
                <a:lnTo>
                  <a:pt x="60221" y="200429"/>
                </a:lnTo>
                <a:lnTo>
                  <a:pt x="64579" y="207073"/>
                </a:lnTo>
                <a:lnTo>
                  <a:pt x="67508" y="214574"/>
                </a:lnTo>
                <a:lnTo>
                  <a:pt x="68579" y="222504"/>
                </a:lnTo>
                <a:lnTo>
                  <a:pt x="65889" y="236339"/>
                </a:lnTo>
                <a:lnTo>
                  <a:pt x="58483" y="247459"/>
                </a:lnTo>
                <a:lnTo>
                  <a:pt x="47363" y="254865"/>
                </a:lnTo>
                <a:lnTo>
                  <a:pt x="33528" y="257556"/>
                </a:lnTo>
                <a:close/>
              </a:path>
              <a:path w="285114" h="257809">
                <a:moveTo>
                  <a:pt x="141732" y="257556"/>
                </a:moveTo>
                <a:lnTo>
                  <a:pt x="128778" y="254865"/>
                </a:lnTo>
                <a:lnTo>
                  <a:pt x="118109" y="247459"/>
                </a:lnTo>
                <a:lnTo>
                  <a:pt x="110870" y="236339"/>
                </a:lnTo>
                <a:lnTo>
                  <a:pt x="108203" y="222504"/>
                </a:lnTo>
                <a:lnTo>
                  <a:pt x="109061" y="214574"/>
                </a:lnTo>
                <a:lnTo>
                  <a:pt x="111633" y="207073"/>
                </a:lnTo>
                <a:lnTo>
                  <a:pt x="115919" y="200429"/>
                </a:lnTo>
                <a:lnTo>
                  <a:pt x="121920" y="195072"/>
                </a:lnTo>
                <a:lnTo>
                  <a:pt x="121920" y="158496"/>
                </a:lnTo>
                <a:lnTo>
                  <a:pt x="163068" y="158496"/>
                </a:lnTo>
                <a:lnTo>
                  <a:pt x="163068" y="195072"/>
                </a:lnTo>
                <a:lnTo>
                  <a:pt x="168425" y="200429"/>
                </a:lnTo>
                <a:lnTo>
                  <a:pt x="172783" y="207073"/>
                </a:lnTo>
                <a:lnTo>
                  <a:pt x="175712" y="214574"/>
                </a:lnTo>
                <a:lnTo>
                  <a:pt x="176784" y="222504"/>
                </a:lnTo>
                <a:lnTo>
                  <a:pt x="174093" y="236339"/>
                </a:lnTo>
                <a:lnTo>
                  <a:pt x="166687" y="247459"/>
                </a:lnTo>
                <a:lnTo>
                  <a:pt x="155567" y="254865"/>
                </a:lnTo>
                <a:lnTo>
                  <a:pt x="141732" y="257556"/>
                </a:lnTo>
                <a:close/>
              </a:path>
              <a:path w="285114" h="257809">
                <a:moveTo>
                  <a:pt x="249936" y="257556"/>
                </a:moveTo>
                <a:lnTo>
                  <a:pt x="236982" y="254865"/>
                </a:lnTo>
                <a:lnTo>
                  <a:pt x="226314" y="247459"/>
                </a:lnTo>
                <a:lnTo>
                  <a:pt x="219075" y="236339"/>
                </a:lnTo>
                <a:lnTo>
                  <a:pt x="216408" y="222504"/>
                </a:lnTo>
                <a:lnTo>
                  <a:pt x="217265" y="214574"/>
                </a:lnTo>
                <a:lnTo>
                  <a:pt x="219837" y="207073"/>
                </a:lnTo>
                <a:lnTo>
                  <a:pt x="224123" y="200429"/>
                </a:lnTo>
                <a:lnTo>
                  <a:pt x="230124" y="195072"/>
                </a:lnTo>
                <a:lnTo>
                  <a:pt x="230124" y="158496"/>
                </a:lnTo>
                <a:lnTo>
                  <a:pt x="271272" y="158496"/>
                </a:lnTo>
                <a:lnTo>
                  <a:pt x="271272" y="195072"/>
                </a:lnTo>
                <a:lnTo>
                  <a:pt x="276629" y="200429"/>
                </a:lnTo>
                <a:lnTo>
                  <a:pt x="280987" y="207073"/>
                </a:lnTo>
                <a:lnTo>
                  <a:pt x="283916" y="214574"/>
                </a:lnTo>
                <a:lnTo>
                  <a:pt x="284988" y="222504"/>
                </a:lnTo>
                <a:lnTo>
                  <a:pt x="282297" y="236339"/>
                </a:lnTo>
                <a:lnTo>
                  <a:pt x="274891" y="247459"/>
                </a:lnTo>
                <a:lnTo>
                  <a:pt x="263771" y="254865"/>
                </a:lnTo>
                <a:lnTo>
                  <a:pt x="249936" y="257556"/>
                </a:lnTo>
                <a:close/>
              </a:path>
            </a:pathLst>
          </a:custGeom>
          <a:solidFill>
            <a:srgbClr val="B1C3E4"/>
          </a:solidFill>
        </p:spPr>
        <p:txBody>
          <a:bodyPr wrap="square" lIns="0" tIns="0" rIns="0" bIns="0" rtlCol="0"/>
          <a:lstStyle/>
          <a:p>
            <a:endParaRPr/>
          </a:p>
        </p:txBody>
      </p:sp>
      <p:sp>
        <p:nvSpPr>
          <p:cNvPr id="78" name="object 17">
            <a:extLst>
              <a:ext uri="{FF2B5EF4-FFF2-40B4-BE49-F238E27FC236}">
                <a16:creationId xmlns:a16="http://schemas.microsoft.com/office/drawing/2014/main" id="{5620FDB6-FF8C-426F-A565-1BD17CCFE545}"/>
              </a:ext>
            </a:extLst>
          </p:cNvPr>
          <p:cNvSpPr/>
          <p:nvPr/>
        </p:nvSpPr>
        <p:spPr>
          <a:xfrm>
            <a:off x="6320770" y="1291738"/>
            <a:ext cx="3744000" cy="2137262"/>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F2F2F2"/>
          </a:solidFill>
        </p:spPr>
        <p:txBody>
          <a:bodyPr wrap="square" lIns="0" tIns="0" rIns="0" bIns="0" rtlCol="0"/>
          <a:lstStyle/>
          <a:p>
            <a:endParaRPr/>
          </a:p>
        </p:txBody>
      </p:sp>
      <p:sp>
        <p:nvSpPr>
          <p:cNvPr id="79" name="object 15">
            <a:extLst>
              <a:ext uri="{FF2B5EF4-FFF2-40B4-BE49-F238E27FC236}">
                <a16:creationId xmlns:a16="http://schemas.microsoft.com/office/drawing/2014/main" id="{F71C79E6-27A2-482E-92F1-349BDD172C7F}"/>
              </a:ext>
            </a:extLst>
          </p:cNvPr>
          <p:cNvSpPr/>
          <p:nvPr/>
        </p:nvSpPr>
        <p:spPr>
          <a:xfrm>
            <a:off x="6255418" y="922975"/>
            <a:ext cx="3882855"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a:ln>
            <a:solidFill>
              <a:srgbClr val="0092CF"/>
            </a:solidFill>
          </a:ln>
        </p:spPr>
        <p:txBody>
          <a:bodyPr wrap="square" lIns="0" tIns="0" rIns="0" bIns="0" rtlCol="0" anchor="ctr"/>
          <a:lstStyle/>
          <a:p>
            <a:pPr marL="99060">
              <a:lnSpc>
                <a:spcPct val="100000"/>
              </a:lnSpc>
              <a:spcBef>
                <a:spcPts val="565"/>
              </a:spcBef>
            </a:pPr>
            <a:r>
              <a:rPr lang="de-DE" sz="1400" b="1" spc="20">
                <a:solidFill>
                  <a:srgbClr val="FFFFFF"/>
                </a:solidFill>
                <a:latin typeface="Calibri"/>
                <a:cs typeface="Calibri"/>
              </a:rPr>
              <a:t>Kunden</a:t>
            </a:r>
          </a:p>
        </p:txBody>
      </p:sp>
      <p:sp>
        <p:nvSpPr>
          <p:cNvPr id="80" name="object 12">
            <a:extLst>
              <a:ext uri="{FF2B5EF4-FFF2-40B4-BE49-F238E27FC236}">
                <a16:creationId xmlns:a16="http://schemas.microsoft.com/office/drawing/2014/main" id="{87A65F6B-22AB-4CAA-9D53-DE43311A1252}"/>
              </a:ext>
            </a:extLst>
          </p:cNvPr>
          <p:cNvSpPr/>
          <p:nvPr/>
        </p:nvSpPr>
        <p:spPr>
          <a:xfrm>
            <a:off x="6250273" y="917737"/>
            <a:ext cx="3888000" cy="2574498"/>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81" name="object 25">
            <a:extLst>
              <a:ext uri="{FF2B5EF4-FFF2-40B4-BE49-F238E27FC236}">
                <a16:creationId xmlns:a16="http://schemas.microsoft.com/office/drawing/2014/main" id="{D7DB0868-FA2B-4367-91C0-C49195B5EDE7}"/>
              </a:ext>
            </a:extLst>
          </p:cNvPr>
          <p:cNvSpPr/>
          <p:nvPr/>
        </p:nvSpPr>
        <p:spPr>
          <a:xfrm>
            <a:off x="9816532" y="962950"/>
            <a:ext cx="188605" cy="223815"/>
          </a:xfrm>
          <a:prstGeom prst="rect">
            <a:avLst/>
          </a:prstGeom>
          <a:blipFill>
            <a:blip r:embed="rId2" cstate="print"/>
            <a:stretch>
              <a:fillRect/>
            </a:stretch>
          </a:blipFill>
        </p:spPr>
        <p:txBody>
          <a:bodyPr wrap="square" lIns="0" tIns="0" rIns="0" bIns="0" rtlCol="0"/>
          <a:lstStyle/>
          <a:p>
            <a:endParaRPr/>
          </a:p>
        </p:txBody>
      </p:sp>
      <p:pic>
        <p:nvPicPr>
          <p:cNvPr id="82" name="Grafik 81" descr="Adressbuch Silhouette">
            <a:extLst>
              <a:ext uri="{FF2B5EF4-FFF2-40B4-BE49-F238E27FC236}">
                <a16:creationId xmlns:a16="http://schemas.microsoft.com/office/drawing/2014/main" id="{B2B4C61E-9036-455E-8295-0DA743B5D6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3522" y="2063937"/>
            <a:ext cx="369963" cy="369963"/>
          </a:xfrm>
          <a:prstGeom prst="rect">
            <a:avLst/>
          </a:prstGeom>
        </p:spPr>
      </p:pic>
      <p:pic>
        <p:nvPicPr>
          <p:cNvPr id="83" name="Grafik 82" descr="Adressbuch Silhouette">
            <a:extLst>
              <a:ext uri="{FF2B5EF4-FFF2-40B4-BE49-F238E27FC236}">
                <a16:creationId xmlns:a16="http://schemas.microsoft.com/office/drawing/2014/main" id="{98535E81-E2B0-4D68-B162-D1945891C3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6516" y="2330136"/>
            <a:ext cx="398287" cy="398287"/>
          </a:xfrm>
          <a:prstGeom prst="rect">
            <a:avLst/>
          </a:prstGeom>
        </p:spPr>
      </p:pic>
      <p:pic>
        <p:nvPicPr>
          <p:cNvPr id="84" name="Grafik 83" descr="Adressbuch Silhouette">
            <a:extLst>
              <a:ext uri="{FF2B5EF4-FFF2-40B4-BE49-F238E27FC236}">
                <a16:creationId xmlns:a16="http://schemas.microsoft.com/office/drawing/2014/main" id="{5F1C515D-8AC4-4AFA-B999-91EFD226E8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54533" y="2111511"/>
            <a:ext cx="258159" cy="258159"/>
          </a:xfrm>
          <a:prstGeom prst="rect">
            <a:avLst/>
          </a:prstGeom>
        </p:spPr>
      </p:pic>
      <p:pic>
        <p:nvPicPr>
          <p:cNvPr id="85" name="Grafik 84" descr="Adressbuch Silhouette">
            <a:extLst>
              <a:ext uri="{FF2B5EF4-FFF2-40B4-BE49-F238E27FC236}">
                <a16:creationId xmlns:a16="http://schemas.microsoft.com/office/drawing/2014/main" id="{F32BDA8F-3551-47AA-8AC8-8E3A57EB9C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7506" y="2850094"/>
            <a:ext cx="357675" cy="357675"/>
          </a:xfrm>
          <a:prstGeom prst="rect">
            <a:avLst/>
          </a:prstGeom>
        </p:spPr>
      </p:pic>
      <p:pic>
        <p:nvPicPr>
          <p:cNvPr id="86" name="Grafik 85" descr="Adressbuch Silhouette">
            <a:extLst>
              <a:ext uri="{FF2B5EF4-FFF2-40B4-BE49-F238E27FC236}">
                <a16:creationId xmlns:a16="http://schemas.microsoft.com/office/drawing/2014/main" id="{C76543B2-6780-4741-8F7A-B8DD7A37C0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78765" y="2124271"/>
            <a:ext cx="337341" cy="337341"/>
          </a:xfrm>
          <a:prstGeom prst="rect">
            <a:avLst/>
          </a:prstGeom>
        </p:spPr>
      </p:pic>
      <p:pic>
        <p:nvPicPr>
          <p:cNvPr id="87" name="Grafik 86" descr="Adressbuch Silhouette">
            <a:extLst>
              <a:ext uri="{FF2B5EF4-FFF2-40B4-BE49-F238E27FC236}">
                <a16:creationId xmlns:a16="http://schemas.microsoft.com/office/drawing/2014/main" id="{DEE7B94C-9C5C-4D7E-8482-C5B0B0BB3D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1240" y="2706249"/>
            <a:ext cx="398287" cy="398287"/>
          </a:xfrm>
          <a:prstGeom prst="rect">
            <a:avLst/>
          </a:prstGeom>
        </p:spPr>
      </p:pic>
      <p:pic>
        <p:nvPicPr>
          <p:cNvPr id="88" name="Grafik 87" descr="Adressbuch Silhouette">
            <a:extLst>
              <a:ext uri="{FF2B5EF4-FFF2-40B4-BE49-F238E27FC236}">
                <a16:creationId xmlns:a16="http://schemas.microsoft.com/office/drawing/2014/main" id="{BDBDD184-A415-48A8-8235-9D7719AC11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694" y="2442254"/>
            <a:ext cx="515649" cy="515649"/>
          </a:xfrm>
          <a:prstGeom prst="rect">
            <a:avLst/>
          </a:prstGeom>
        </p:spPr>
      </p:pic>
      <p:pic>
        <p:nvPicPr>
          <p:cNvPr id="89" name="Grafik 88" descr="Adressbuch Silhouette">
            <a:extLst>
              <a:ext uri="{FF2B5EF4-FFF2-40B4-BE49-F238E27FC236}">
                <a16:creationId xmlns:a16="http://schemas.microsoft.com/office/drawing/2014/main" id="{23862AA9-66DF-48C6-AC5D-541DAE05E1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30010" y="3009780"/>
            <a:ext cx="258159" cy="258159"/>
          </a:xfrm>
          <a:prstGeom prst="rect">
            <a:avLst/>
          </a:prstGeom>
        </p:spPr>
      </p:pic>
      <p:pic>
        <p:nvPicPr>
          <p:cNvPr id="90" name="Grafik 89" descr="Adressbuch Silhouette">
            <a:extLst>
              <a:ext uri="{FF2B5EF4-FFF2-40B4-BE49-F238E27FC236}">
                <a16:creationId xmlns:a16="http://schemas.microsoft.com/office/drawing/2014/main" id="{D6275DD5-3271-4714-89B8-8E4B60F65D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38946" y="2111303"/>
            <a:ext cx="201826" cy="201826"/>
          </a:xfrm>
          <a:prstGeom prst="rect">
            <a:avLst/>
          </a:prstGeom>
        </p:spPr>
      </p:pic>
      <p:pic>
        <p:nvPicPr>
          <p:cNvPr id="91" name="Grafik 90" descr="Adressbuch Silhouette">
            <a:extLst>
              <a:ext uri="{FF2B5EF4-FFF2-40B4-BE49-F238E27FC236}">
                <a16:creationId xmlns:a16="http://schemas.microsoft.com/office/drawing/2014/main" id="{CC2E3E03-D36F-4E9C-B344-542F0CC9DC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49322" y="2572060"/>
            <a:ext cx="296425" cy="296425"/>
          </a:xfrm>
          <a:prstGeom prst="rect">
            <a:avLst/>
          </a:prstGeom>
        </p:spPr>
      </p:pic>
      <p:pic>
        <p:nvPicPr>
          <p:cNvPr id="92" name="Grafik 91" descr="Adressbuch Silhouette">
            <a:extLst>
              <a:ext uri="{FF2B5EF4-FFF2-40B4-BE49-F238E27FC236}">
                <a16:creationId xmlns:a16="http://schemas.microsoft.com/office/drawing/2014/main" id="{76D64308-23E5-476C-919E-DC821A2233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2506" y="3061040"/>
            <a:ext cx="201826" cy="201826"/>
          </a:xfrm>
          <a:prstGeom prst="rect">
            <a:avLst/>
          </a:prstGeom>
        </p:spPr>
      </p:pic>
      <p:pic>
        <p:nvPicPr>
          <p:cNvPr id="93" name="Grafik 92" descr="Adressbuch Silhouette">
            <a:extLst>
              <a:ext uri="{FF2B5EF4-FFF2-40B4-BE49-F238E27FC236}">
                <a16:creationId xmlns:a16="http://schemas.microsoft.com/office/drawing/2014/main" id="{1012CBA4-814F-4032-A09E-6E69D56C3A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82167" y="2173639"/>
            <a:ext cx="398287" cy="398287"/>
          </a:xfrm>
          <a:prstGeom prst="rect">
            <a:avLst/>
          </a:prstGeom>
        </p:spPr>
      </p:pic>
      <p:pic>
        <p:nvPicPr>
          <p:cNvPr id="94" name="Grafik 93" descr="Adressbuch Silhouette">
            <a:extLst>
              <a:ext uri="{FF2B5EF4-FFF2-40B4-BE49-F238E27FC236}">
                <a16:creationId xmlns:a16="http://schemas.microsoft.com/office/drawing/2014/main" id="{C1F12573-7F0F-4516-882B-14A17383D4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53483" y="2912260"/>
            <a:ext cx="201826" cy="201826"/>
          </a:xfrm>
          <a:prstGeom prst="rect">
            <a:avLst/>
          </a:prstGeom>
        </p:spPr>
      </p:pic>
      <p:sp>
        <p:nvSpPr>
          <p:cNvPr id="95" name="Textfeld 94">
            <a:extLst>
              <a:ext uri="{FF2B5EF4-FFF2-40B4-BE49-F238E27FC236}">
                <a16:creationId xmlns:a16="http://schemas.microsoft.com/office/drawing/2014/main" id="{5A1F4BCD-4160-4EF1-853A-64D77848B72D}"/>
              </a:ext>
            </a:extLst>
          </p:cNvPr>
          <p:cNvSpPr txBox="1"/>
          <p:nvPr/>
        </p:nvSpPr>
        <p:spPr>
          <a:xfrm>
            <a:off x="6344888" y="1353617"/>
            <a:ext cx="3719378" cy="646331"/>
          </a:xfrm>
          <a:prstGeom prst="rect">
            <a:avLst/>
          </a:prstGeom>
          <a:noFill/>
        </p:spPr>
        <p:txBody>
          <a:bodyPr wrap="square">
            <a:spAutoFit/>
          </a:bodyPr>
          <a:lstStyle/>
          <a:p>
            <a:pPr algn="ctr"/>
            <a:r>
              <a:rPr lang="de-DE" sz="1200"/>
              <a:t>Deliverit hat europaweit über 200 Kunden</a:t>
            </a:r>
          </a:p>
          <a:p>
            <a:pPr algn="ctr"/>
            <a:r>
              <a:rPr lang="de-DE" sz="1200"/>
              <a:t> (u.a. Logistikdienstleister/ Postunternehmen, Bundesbehörden, Landesämter)</a:t>
            </a:r>
          </a:p>
        </p:txBody>
      </p:sp>
      <p:sp>
        <p:nvSpPr>
          <p:cNvPr id="96" name="object 17">
            <a:extLst>
              <a:ext uri="{FF2B5EF4-FFF2-40B4-BE49-F238E27FC236}">
                <a16:creationId xmlns:a16="http://schemas.microsoft.com/office/drawing/2014/main" id="{16309698-A5B1-443B-B9D4-B29C01CCFD41}"/>
              </a:ext>
            </a:extLst>
          </p:cNvPr>
          <p:cNvSpPr/>
          <p:nvPr/>
        </p:nvSpPr>
        <p:spPr>
          <a:xfrm>
            <a:off x="2327821" y="1290693"/>
            <a:ext cx="3763236" cy="2137262"/>
          </a:xfrm>
          <a:custGeom>
            <a:avLst/>
            <a:gdLst/>
            <a:ahLst/>
            <a:cxnLst/>
            <a:rect l="l" t="t" r="r" b="b"/>
            <a:pathLst>
              <a:path w="3761740" h="1336675">
                <a:moveTo>
                  <a:pt x="3761231" y="1336548"/>
                </a:moveTo>
                <a:lnTo>
                  <a:pt x="0" y="1336548"/>
                </a:lnTo>
                <a:lnTo>
                  <a:pt x="0" y="0"/>
                </a:lnTo>
                <a:lnTo>
                  <a:pt x="3761231" y="0"/>
                </a:lnTo>
                <a:lnTo>
                  <a:pt x="3761231" y="1336548"/>
                </a:lnTo>
                <a:close/>
              </a:path>
            </a:pathLst>
          </a:custGeom>
          <a:solidFill>
            <a:srgbClr val="F2F2F2"/>
          </a:solidFill>
        </p:spPr>
        <p:txBody>
          <a:bodyPr wrap="square" lIns="0" tIns="0" rIns="0" bIns="0" rtlCol="0"/>
          <a:lstStyle/>
          <a:p>
            <a:endParaRPr/>
          </a:p>
        </p:txBody>
      </p:sp>
      <p:sp>
        <p:nvSpPr>
          <p:cNvPr id="97" name="object 15">
            <a:extLst>
              <a:ext uri="{FF2B5EF4-FFF2-40B4-BE49-F238E27FC236}">
                <a16:creationId xmlns:a16="http://schemas.microsoft.com/office/drawing/2014/main" id="{E3EFDFFB-6DC4-4A7B-956B-40B9FE5A23D9}"/>
              </a:ext>
            </a:extLst>
          </p:cNvPr>
          <p:cNvSpPr/>
          <p:nvPr/>
        </p:nvSpPr>
        <p:spPr>
          <a:xfrm>
            <a:off x="2261675" y="924311"/>
            <a:ext cx="3883649"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a:ln>
            <a:solidFill>
              <a:srgbClr val="0092CF"/>
            </a:solidFill>
          </a:ln>
        </p:spPr>
        <p:txBody>
          <a:bodyPr wrap="square" lIns="0" tIns="0" rIns="0" bIns="0" rtlCol="0" anchor="ctr"/>
          <a:lstStyle/>
          <a:p>
            <a:pPr marL="99060">
              <a:lnSpc>
                <a:spcPct val="100000"/>
              </a:lnSpc>
              <a:spcBef>
                <a:spcPts val="565"/>
              </a:spcBef>
            </a:pPr>
            <a:r>
              <a:rPr lang="de-DE" sz="1400" b="1" spc="20">
                <a:solidFill>
                  <a:srgbClr val="FFFFFF"/>
                </a:solidFill>
                <a:latin typeface="Calibri"/>
                <a:cs typeface="Calibri"/>
              </a:rPr>
              <a:t>Übersicht</a:t>
            </a:r>
          </a:p>
        </p:txBody>
      </p:sp>
      <p:sp>
        <p:nvSpPr>
          <p:cNvPr id="98" name="object 12">
            <a:extLst>
              <a:ext uri="{FF2B5EF4-FFF2-40B4-BE49-F238E27FC236}">
                <a16:creationId xmlns:a16="http://schemas.microsoft.com/office/drawing/2014/main" id="{D37814E4-9BA5-4421-BD43-7BE4D1A37F37}"/>
              </a:ext>
            </a:extLst>
          </p:cNvPr>
          <p:cNvSpPr/>
          <p:nvPr/>
        </p:nvSpPr>
        <p:spPr>
          <a:xfrm>
            <a:off x="2257324" y="916692"/>
            <a:ext cx="3888000" cy="2574498"/>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114" name="object 27">
            <a:extLst>
              <a:ext uri="{FF2B5EF4-FFF2-40B4-BE49-F238E27FC236}">
                <a16:creationId xmlns:a16="http://schemas.microsoft.com/office/drawing/2014/main" id="{15833DFF-A501-4EB9-BC7D-34C949FC1EA7}"/>
              </a:ext>
            </a:extLst>
          </p:cNvPr>
          <p:cNvSpPr/>
          <p:nvPr/>
        </p:nvSpPr>
        <p:spPr>
          <a:xfrm>
            <a:off x="5719329" y="3626171"/>
            <a:ext cx="267859" cy="194979"/>
          </a:xfrm>
          <a:prstGeom prst="rect">
            <a:avLst/>
          </a:prstGeom>
          <a:blipFill>
            <a:blip r:embed="rId5" cstate="print"/>
            <a:stretch>
              <a:fillRect/>
            </a:stretch>
          </a:blipFill>
        </p:spPr>
        <p:txBody>
          <a:bodyPr wrap="square" lIns="0" tIns="0" rIns="0" bIns="0" rtlCol="0"/>
          <a:lstStyle/>
          <a:p>
            <a:endParaRPr/>
          </a:p>
        </p:txBody>
      </p:sp>
      <p:graphicFrame>
        <p:nvGraphicFramePr>
          <p:cNvPr id="115" name="Diagramm 114">
            <a:extLst>
              <a:ext uri="{FF2B5EF4-FFF2-40B4-BE49-F238E27FC236}">
                <a16:creationId xmlns:a16="http://schemas.microsoft.com/office/drawing/2014/main" id="{417C0A6F-50D9-4FD4-8167-41C6E98857EA}"/>
              </a:ext>
            </a:extLst>
          </p:cNvPr>
          <p:cNvGraphicFramePr/>
          <p:nvPr>
            <p:extLst>
              <p:ext uri="{D42A27DB-BD31-4B8C-83A1-F6EECF244321}">
                <p14:modId xmlns:p14="http://schemas.microsoft.com/office/powerpoint/2010/main" val="897415654"/>
              </p:ext>
            </p:extLst>
          </p:nvPr>
        </p:nvGraphicFramePr>
        <p:xfrm>
          <a:off x="2270266" y="3936547"/>
          <a:ext cx="3897676" cy="1837556"/>
        </p:xfrm>
        <a:graphic>
          <a:graphicData uri="http://schemas.openxmlformats.org/drawingml/2006/chart">
            <c:chart xmlns:c="http://schemas.openxmlformats.org/drawingml/2006/chart" xmlns:r="http://schemas.openxmlformats.org/officeDocument/2006/relationships" r:id="rId6"/>
          </a:graphicData>
        </a:graphic>
      </p:graphicFrame>
      <p:sp>
        <p:nvSpPr>
          <p:cNvPr id="116" name="Textfeld 115">
            <a:extLst>
              <a:ext uri="{FF2B5EF4-FFF2-40B4-BE49-F238E27FC236}">
                <a16:creationId xmlns:a16="http://schemas.microsoft.com/office/drawing/2014/main" id="{CAFD6648-EC67-480A-B633-AAF3B4BED4CE}"/>
              </a:ext>
            </a:extLst>
          </p:cNvPr>
          <p:cNvSpPr txBox="1"/>
          <p:nvPr/>
        </p:nvSpPr>
        <p:spPr>
          <a:xfrm>
            <a:off x="2331876" y="1419119"/>
            <a:ext cx="3803551" cy="1949375"/>
          </a:xfrm>
          <a:prstGeom prst="rect">
            <a:avLst/>
          </a:prstGeom>
          <a:noFill/>
          <a:ln>
            <a:noFill/>
          </a:ln>
        </p:spPr>
        <p:txBody>
          <a:bodyPr wrap="square" rtlCol="0">
            <a:spAutoFit/>
          </a:bodyPr>
          <a:lstStyle/>
          <a:p>
            <a:pPr algn="just"/>
            <a:r>
              <a:rPr lang="de-DE" sz="1200"/>
              <a:t>Die Deliverit Logistics GmbH ist ein Spezialist für Transport- und Logistikdienstleistungen im Güternah- und Fernverkehrsbereich mit Standorten in Frankfurt a.M. und Essen und über 30 Jahren Erfahrung. </a:t>
            </a:r>
          </a:p>
          <a:p>
            <a:pPr algn="just"/>
            <a:endParaRPr lang="de-DE" sz="1200"/>
          </a:p>
          <a:p>
            <a:pPr algn="just"/>
            <a:r>
              <a:rPr lang="de-DE" sz="1200"/>
              <a:t>Aktuell beschäftigt das Unternehmen 101 Mitarbeiter. Davon sind 10 in der Verwaltung tätig, 55 sind Vollzeit-Fahrer und 36 Fahrer sind auf 450€ Basis angestellt. </a:t>
            </a:r>
          </a:p>
          <a:p>
            <a:pPr algn="just"/>
            <a:r>
              <a:rPr lang="de-DE" sz="1200"/>
              <a:t>Darüber hinaus sind zeitweise bis zu 250 Fahrer von Subunternehmern für die Deliverit Logistics GmbH tätig. </a:t>
            </a:r>
          </a:p>
        </p:txBody>
      </p:sp>
    </p:spTree>
    <p:extLst>
      <p:ext uri="{BB962C8B-B14F-4D97-AF65-F5344CB8AC3E}">
        <p14:creationId xmlns:p14="http://schemas.microsoft.com/office/powerpoint/2010/main" val="1386513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Investment Highlights</a:t>
            </a:r>
          </a:p>
        </p:txBody>
      </p:sp>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p:txBody>
          <a:bodyPr/>
          <a:lstStyle/>
          <a:p>
            <a:pPr algn="r"/>
            <a:r>
              <a:rPr lang="de-DE"/>
              <a:t>Seite </a:t>
            </a:r>
            <a:fld id="{67489CC3-7238-444E-A7A9-4B5CBD2CEC7D}" type="slidenum">
              <a:rPr lang="de-DE" smtClean="0"/>
              <a:pPr algn="r"/>
              <a:t>6</a:t>
            </a:fld>
            <a:endParaRPr lang="de-DE"/>
          </a:p>
        </p:txBody>
      </p:sp>
      <p:graphicFrame>
        <p:nvGraphicFramePr>
          <p:cNvPr id="3" name="Diagramm 2">
            <a:extLst>
              <a:ext uri="{FF2B5EF4-FFF2-40B4-BE49-F238E27FC236}">
                <a16:creationId xmlns:a16="http://schemas.microsoft.com/office/drawing/2014/main" id="{94169942-C7C2-4AF7-89B8-68CFB4447040}"/>
              </a:ext>
            </a:extLst>
          </p:cNvPr>
          <p:cNvGraphicFramePr/>
          <p:nvPr>
            <p:extLst>
              <p:ext uri="{D42A27DB-BD31-4B8C-83A1-F6EECF244321}">
                <p14:modId xmlns:p14="http://schemas.microsoft.com/office/powerpoint/2010/main" val="1239537320"/>
              </p:ext>
            </p:extLst>
          </p:nvPr>
        </p:nvGraphicFramePr>
        <p:xfrm>
          <a:off x="2402320" y="904986"/>
          <a:ext cx="7684655" cy="49407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fik 7" descr="Volltreffer Silhouette">
            <a:extLst>
              <a:ext uri="{FF2B5EF4-FFF2-40B4-BE49-F238E27FC236}">
                <a16:creationId xmlns:a16="http://schemas.microsoft.com/office/drawing/2014/main" id="{476D4C0A-D07C-4244-AAD3-BE01D02550E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91978" y="3741869"/>
            <a:ext cx="604875" cy="604875"/>
          </a:xfrm>
          <a:prstGeom prst="rect">
            <a:avLst/>
          </a:prstGeom>
        </p:spPr>
      </p:pic>
      <p:pic>
        <p:nvPicPr>
          <p:cNvPr id="16" name="Grafik 15" descr="Volltreffer Silhouette">
            <a:extLst>
              <a:ext uri="{FF2B5EF4-FFF2-40B4-BE49-F238E27FC236}">
                <a16:creationId xmlns:a16="http://schemas.microsoft.com/office/drawing/2014/main" id="{C5760BE9-B465-4839-BD89-6B9D14F7C8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63548" y="3071037"/>
            <a:ext cx="604875" cy="604875"/>
          </a:xfrm>
          <a:prstGeom prst="rect">
            <a:avLst/>
          </a:prstGeom>
        </p:spPr>
      </p:pic>
      <p:pic>
        <p:nvPicPr>
          <p:cNvPr id="17" name="Grafik 16" descr="Volltreffer Silhouette">
            <a:extLst>
              <a:ext uri="{FF2B5EF4-FFF2-40B4-BE49-F238E27FC236}">
                <a16:creationId xmlns:a16="http://schemas.microsoft.com/office/drawing/2014/main" id="{5A67B191-8619-4718-ADA0-8BD77CB11CC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402" y="5092280"/>
            <a:ext cx="604875" cy="604875"/>
          </a:xfrm>
          <a:prstGeom prst="rect">
            <a:avLst/>
          </a:prstGeom>
        </p:spPr>
      </p:pic>
      <p:pic>
        <p:nvPicPr>
          <p:cNvPr id="18" name="Grafik 17" descr="Volltreffer Silhouette">
            <a:extLst>
              <a:ext uri="{FF2B5EF4-FFF2-40B4-BE49-F238E27FC236}">
                <a16:creationId xmlns:a16="http://schemas.microsoft.com/office/drawing/2014/main" id="{BC743847-FD61-44D4-A0F8-8D3F42C77C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70503" y="4421433"/>
            <a:ext cx="604875" cy="604875"/>
          </a:xfrm>
          <a:prstGeom prst="rect">
            <a:avLst/>
          </a:prstGeom>
        </p:spPr>
      </p:pic>
      <p:pic>
        <p:nvPicPr>
          <p:cNvPr id="19" name="Grafik 18" descr="Volltreffer Silhouette">
            <a:extLst>
              <a:ext uri="{FF2B5EF4-FFF2-40B4-BE49-F238E27FC236}">
                <a16:creationId xmlns:a16="http://schemas.microsoft.com/office/drawing/2014/main" id="{40C2B838-83DE-433E-9DE5-6C79B14EF65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88274" y="2389187"/>
            <a:ext cx="604875" cy="604875"/>
          </a:xfrm>
          <a:prstGeom prst="rect">
            <a:avLst/>
          </a:prstGeom>
        </p:spPr>
      </p:pic>
      <p:pic>
        <p:nvPicPr>
          <p:cNvPr id="20" name="Grafik 19" descr="Volltreffer Silhouette">
            <a:extLst>
              <a:ext uri="{FF2B5EF4-FFF2-40B4-BE49-F238E27FC236}">
                <a16:creationId xmlns:a16="http://schemas.microsoft.com/office/drawing/2014/main" id="{753D7E23-CA1D-424A-991D-3DD22E39D01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70084" y="1720714"/>
            <a:ext cx="604875" cy="604875"/>
          </a:xfrm>
          <a:prstGeom prst="rect">
            <a:avLst/>
          </a:prstGeom>
        </p:spPr>
      </p:pic>
      <p:pic>
        <p:nvPicPr>
          <p:cNvPr id="21" name="Grafik 20" descr="Volltreffer Silhouette">
            <a:extLst>
              <a:ext uri="{FF2B5EF4-FFF2-40B4-BE49-F238E27FC236}">
                <a16:creationId xmlns:a16="http://schemas.microsoft.com/office/drawing/2014/main" id="{69ACB6BC-8910-48B3-B9F1-3FCB0694460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6467" y="1046275"/>
            <a:ext cx="604875" cy="604875"/>
          </a:xfrm>
          <a:prstGeom prst="rect">
            <a:avLst/>
          </a:prstGeom>
        </p:spPr>
      </p:pic>
      <p:sp>
        <p:nvSpPr>
          <p:cNvPr id="13" name="Textfeld 19">
            <a:extLst>
              <a:ext uri="{FF2B5EF4-FFF2-40B4-BE49-F238E27FC236}">
                <a16:creationId xmlns:a16="http://schemas.microsoft.com/office/drawing/2014/main" id="{2717C010-3731-4DA7-8067-E1BD0CD1E496}"/>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object 14">
            <a:extLst>
              <a:ext uri="{FF2B5EF4-FFF2-40B4-BE49-F238E27FC236}">
                <a16:creationId xmlns:a16="http://schemas.microsoft.com/office/drawing/2014/main" id="{0E1E92DC-A8DB-485E-BDF1-0A780ABF66B7}"/>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248920" marR="76200" indent="-171450">
              <a:lnSpc>
                <a:spcPct val="103299"/>
              </a:lnSpc>
              <a:spcBef>
                <a:spcPts val="545"/>
              </a:spcBef>
              <a:buFont typeface="Arial" panose="020B0604020202020204" pitchFamily="34" charset="0"/>
              <a:buChar char="•"/>
            </a:pPr>
            <a:r>
              <a:rPr lang="de-DE" sz="1200" spc="15">
                <a:solidFill>
                  <a:schemeClr val="bg1"/>
                </a:solidFill>
                <a:latin typeface="Calibri"/>
                <a:cs typeface="Calibri"/>
              </a:rPr>
              <a:t>In einem innovativen Marktumfeld hat sich die Deliverit Logistik GmbH erfolgreich positioniert.</a:t>
            </a:r>
          </a:p>
          <a:p>
            <a:pPr marL="248920" marR="76200" indent="-171450">
              <a:lnSpc>
                <a:spcPct val="103299"/>
              </a:lnSpc>
              <a:spcBef>
                <a:spcPts val="545"/>
              </a:spcBef>
              <a:buFont typeface="Arial" panose="020B0604020202020204" pitchFamily="34" charset="0"/>
              <a:buChar char="•"/>
            </a:pPr>
            <a:endParaRPr lang="de-DE" sz="1200" b="1" spc="15">
              <a:solidFill>
                <a:schemeClr val="bg1"/>
              </a:solidFill>
              <a:latin typeface="Calibri"/>
              <a:cs typeface="Calibri"/>
            </a:endParaRPr>
          </a:p>
          <a:p>
            <a:pPr marL="248920" marR="76200" indent="-171450">
              <a:lnSpc>
                <a:spcPct val="103299"/>
              </a:lnSpc>
              <a:spcBef>
                <a:spcPts val="545"/>
              </a:spcBef>
              <a:buFont typeface="Arial" panose="020B0604020202020204" pitchFamily="34" charset="0"/>
              <a:buChar char="•"/>
            </a:pPr>
            <a:r>
              <a:rPr lang="de-DE" sz="1200" b="1" spc="15">
                <a:solidFill>
                  <a:schemeClr val="bg1"/>
                </a:solidFill>
                <a:latin typeface="Calibri"/>
                <a:cs typeface="Calibri"/>
              </a:rPr>
              <a:t>Langjährige Verträge </a:t>
            </a:r>
            <a:r>
              <a:rPr lang="de-DE" sz="1200" spc="15">
                <a:solidFill>
                  <a:schemeClr val="bg1"/>
                </a:solidFill>
                <a:latin typeface="Calibri"/>
                <a:cs typeface="Calibri"/>
              </a:rPr>
              <a:t>mit Kunden der öffentlichen Hand und aus der Privatwirtschaft sorgen für einen hohen wiederkehrenden Umsatzanteil und </a:t>
            </a:r>
            <a:r>
              <a:rPr lang="de-DE" sz="1200" b="1" spc="15">
                <a:solidFill>
                  <a:schemeClr val="bg1"/>
                </a:solidFill>
                <a:latin typeface="Calibri"/>
                <a:cs typeface="Calibri"/>
              </a:rPr>
              <a:t>planbare Cash-Flows</a:t>
            </a:r>
            <a:r>
              <a:rPr lang="de-DE" sz="1200" spc="15">
                <a:solidFill>
                  <a:schemeClr val="bg1"/>
                </a:solidFill>
                <a:latin typeface="Calibri"/>
                <a:cs typeface="Calibri"/>
              </a:rPr>
              <a:t>.</a:t>
            </a:r>
          </a:p>
          <a:p>
            <a:pPr marL="248920" marR="76200" indent="-171450">
              <a:lnSpc>
                <a:spcPct val="103299"/>
              </a:lnSpc>
              <a:spcBef>
                <a:spcPts val="545"/>
              </a:spcBef>
              <a:buFont typeface="Arial" panose="020B0604020202020204" pitchFamily="34" charset="0"/>
              <a:buChar char="•"/>
            </a:pPr>
            <a:endParaRPr lang="de-DE" sz="1200" spc="15">
              <a:solidFill>
                <a:schemeClr val="bg1"/>
              </a:solidFill>
              <a:latin typeface="Calibri"/>
              <a:cs typeface="Calibri"/>
            </a:endParaRPr>
          </a:p>
          <a:p>
            <a:pPr marL="248920" marR="76200" indent="-171450">
              <a:lnSpc>
                <a:spcPct val="103299"/>
              </a:lnSpc>
              <a:spcBef>
                <a:spcPts val="545"/>
              </a:spcBef>
              <a:buFont typeface="Arial" panose="020B0604020202020204" pitchFamily="34" charset="0"/>
              <a:buChar char="•"/>
            </a:pPr>
            <a:r>
              <a:rPr lang="de-DE" sz="1200" spc="15">
                <a:solidFill>
                  <a:schemeClr val="bg1"/>
                </a:solidFill>
                <a:latin typeface="Calibri"/>
                <a:cs typeface="Calibri"/>
              </a:rPr>
              <a:t>Im Bereich </a:t>
            </a:r>
            <a:r>
              <a:rPr lang="de-DE" sz="1200" b="1" spc="15">
                <a:solidFill>
                  <a:schemeClr val="bg1"/>
                </a:solidFill>
                <a:latin typeface="Calibri"/>
                <a:cs typeface="Calibri"/>
              </a:rPr>
              <a:t>Lagerhaltung und Kommissionierung </a:t>
            </a:r>
            <a:r>
              <a:rPr lang="de-DE" sz="1200" spc="15">
                <a:solidFill>
                  <a:schemeClr val="bg1"/>
                </a:solidFill>
                <a:latin typeface="Calibri"/>
                <a:cs typeface="Calibri"/>
              </a:rPr>
              <a:t>besteht </a:t>
            </a:r>
            <a:r>
              <a:rPr lang="de-DE" sz="1200" b="1" spc="15">
                <a:solidFill>
                  <a:schemeClr val="bg1"/>
                </a:solidFill>
                <a:latin typeface="Calibri"/>
                <a:cs typeface="Calibri"/>
              </a:rPr>
              <a:t>ein </a:t>
            </a:r>
            <a:r>
              <a:rPr lang="de-DE" sz="1200" b="1" spc="15">
                <a:solidFill>
                  <a:schemeClr val="bg1"/>
                </a:solidFill>
                <a:cs typeface="Calibri"/>
              </a:rPr>
              <a:t>signifikantes Wachstumspotential </a:t>
            </a:r>
            <a:r>
              <a:rPr lang="de-DE" sz="1200" spc="15">
                <a:solidFill>
                  <a:schemeClr val="bg1"/>
                </a:solidFill>
                <a:cs typeface="Calibri"/>
              </a:rPr>
              <a:t>und eine starke Nachfrage.</a:t>
            </a:r>
            <a:endParaRPr lang="de-DE" sz="1200" spc="15">
              <a:solidFill>
                <a:schemeClr val="bg1"/>
              </a:solidFill>
              <a:latin typeface="Calibri"/>
              <a:cs typeface="Calibri"/>
            </a:endParaRPr>
          </a:p>
          <a:p>
            <a:pPr marL="77470" marR="76200">
              <a:lnSpc>
                <a:spcPct val="103299"/>
              </a:lnSpc>
              <a:spcBef>
                <a:spcPts val="545"/>
              </a:spcBef>
            </a:pPr>
            <a:endParaRPr lang="de-DE" sz="1200" b="1" spc="15">
              <a:solidFill>
                <a:schemeClr val="bg1"/>
              </a:solidFill>
              <a:latin typeface="Calibri"/>
              <a:cs typeface="Calibri"/>
            </a:endParaRPr>
          </a:p>
        </p:txBody>
      </p:sp>
    </p:spTree>
    <p:extLst>
      <p:ext uri="{BB962C8B-B14F-4D97-AF65-F5344CB8AC3E}">
        <p14:creationId xmlns:p14="http://schemas.microsoft.com/office/powerpoint/2010/main" val="3129345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1" name="object 21">
            <a:extLst>
              <a:ext uri="{FF2B5EF4-FFF2-40B4-BE49-F238E27FC236}">
                <a16:creationId xmlns:a16="http://schemas.microsoft.com/office/drawing/2014/main" id="{B4145483-1C05-4863-9DEA-C0A414B294F3}"/>
              </a:ext>
            </a:extLst>
          </p:cNvPr>
          <p:cNvSpPr txBox="1"/>
          <p:nvPr/>
        </p:nvSpPr>
        <p:spPr>
          <a:xfrm>
            <a:off x="1668754" y="3403917"/>
            <a:ext cx="2256790" cy="354965"/>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Firmenprofil</a:t>
            </a:r>
            <a:endParaRPr sz="2150">
              <a:solidFill>
                <a:schemeClr val="bg1"/>
              </a:solidFill>
              <a:latin typeface="Calibri"/>
              <a:cs typeface="Calibri"/>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noFill/>
        </p:spPr>
        <p:txBody>
          <a:bodyPr wrap="square">
            <a:spAutoFit/>
          </a:bodyPr>
          <a:lstStyle/>
          <a:p>
            <a:r>
              <a:rPr lang="de-DE" sz="2150" b="1" spc="-10">
                <a:solidFill>
                  <a:schemeClr val="bg1"/>
                </a:solidFill>
                <a:latin typeface="Calibri"/>
                <a:cs typeface="Calibri"/>
              </a:rPr>
              <a:t>2</a:t>
            </a:r>
          </a:p>
        </p:txBody>
      </p:sp>
      <p:sp>
        <p:nvSpPr>
          <p:cNvPr id="15" name="Textfeld 19">
            <a:extLst>
              <a:ext uri="{FF2B5EF4-FFF2-40B4-BE49-F238E27FC236}">
                <a16:creationId xmlns:a16="http://schemas.microsoft.com/office/drawing/2014/main" id="{261BB7A3-E061-4A35-86B2-8BD3DE486218}"/>
              </a:ext>
            </a:extLst>
          </p:cNvPr>
          <p:cNvSpPr txBox="1"/>
          <p:nvPr/>
        </p:nvSpPr>
        <p:spPr>
          <a:xfrm>
            <a:off x="598313"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26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Firmenprofil – Übersicht</a:t>
            </a:r>
          </a:p>
        </p:txBody>
      </p:sp>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p:txBody>
          <a:bodyPr/>
          <a:lstStyle/>
          <a:p>
            <a:pPr algn="r"/>
            <a:r>
              <a:rPr lang="de-DE"/>
              <a:t>Seite </a:t>
            </a:r>
            <a:fld id="{67489CC3-7238-444E-A7A9-4B5CBD2CEC7D}" type="slidenum">
              <a:rPr lang="de-DE" smtClean="0"/>
              <a:pPr algn="r"/>
              <a:t>8</a:t>
            </a:fld>
            <a:endParaRPr lang="de-DE"/>
          </a:p>
        </p:txBody>
      </p:sp>
      <p:sp>
        <p:nvSpPr>
          <p:cNvPr id="23" name="object 14">
            <a:extLst>
              <a:ext uri="{FF2B5EF4-FFF2-40B4-BE49-F238E27FC236}">
                <a16:creationId xmlns:a16="http://schemas.microsoft.com/office/drawing/2014/main" id="{B2E81938-1384-4D83-8B34-5D350F1AF4A7}"/>
              </a:ext>
            </a:extLst>
          </p:cNvPr>
          <p:cNvSpPr txBox="1"/>
          <p:nvPr/>
        </p:nvSpPr>
        <p:spPr>
          <a:xfrm>
            <a:off x="335912" y="5226901"/>
            <a:ext cx="9844407" cy="684000"/>
          </a:xfrm>
          <a:prstGeom prst="rect">
            <a:avLst/>
          </a:prstGeom>
          <a:solidFill>
            <a:srgbClr val="0092CF"/>
          </a:solidFill>
        </p:spPr>
        <p:txBody>
          <a:bodyPr vert="horz" wrap="square" lIns="0" tIns="69215" rIns="0" bIns="0" rtlCol="0">
            <a:spAutoFit/>
          </a:bodyPr>
          <a:lstStyle/>
          <a:p>
            <a:pPr marL="77470" marR="76200" algn="just">
              <a:lnSpc>
                <a:spcPct val="103299"/>
              </a:lnSpc>
              <a:spcBef>
                <a:spcPts val="545"/>
              </a:spcBef>
            </a:pPr>
            <a:endParaRPr lang="de-DE" sz="1100" b="1" spc="10">
              <a:solidFill>
                <a:schemeClr val="bg1"/>
              </a:solidFill>
              <a:latin typeface="Calibri"/>
              <a:cs typeface="Calibri"/>
            </a:endParaRPr>
          </a:p>
        </p:txBody>
      </p:sp>
      <p:sp>
        <p:nvSpPr>
          <p:cNvPr id="29" name="Textfeld 19">
            <a:extLst>
              <a:ext uri="{FF2B5EF4-FFF2-40B4-BE49-F238E27FC236}">
                <a16:creationId xmlns:a16="http://schemas.microsoft.com/office/drawing/2014/main" id="{DFC70A5F-A70F-4EFD-957F-F4F4F8507823}"/>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Flussdiagramm: Zusammenführen 17">
            <a:extLst>
              <a:ext uri="{FF2B5EF4-FFF2-40B4-BE49-F238E27FC236}">
                <a16:creationId xmlns:a16="http://schemas.microsoft.com/office/drawing/2014/main" id="{B7D8C9B0-9DB5-45E7-840E-4B34AEC3FBC1}"/>
              </a:ext>
            </a:extLst>
          </p:cNvPr>
          <p:cNvSpPr/>
          <p:nvPr/>
        </p:nvSpPr>
        <p:spPr>
          <a:xfrm>
            <a:off x="9540127" y="3437095"/>
            <a:ext cx="140368" cy="126073"/>
          </a:xfrm>
          <a:prstGeom prst="flowChartMerge">
            <a:avLst/>
          </a:prstGeom>
          <a:solidFill>
            <a:srgbClr val="FF000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highlight>
                <a:srgbClr val="FF0000"/>
              </a:highlight>
            </a:endParaRPr>
          </a:p>
        </p:txBody>
      </p:sp>
      <p:pic>
        <p:nvPicPr>
          <p:cNvPr id="8" name="Grafik 7">
            <a:extLst>
              <a:ext uri="{FF2B5EF4-FFF2-40B4-BE49-F238E27FC236}">
                <a16:creationId xmlns:a16="http://schemas.microsoft.com/office/drawing/2014/main" id="{A873A159-36DC-4126-8522-2F809F8B5640}"/>
              </a:ext>
            </a:extLst>
          </p:cNvPr>
          <p:cNvPicPr>
            <a:picLocks noChangeAspect="1"/>
          </p:cNvPicPr>
          <p:nvPr/>
        </p:nvPicPr>
        <p:blipFill rotWithShape="1">
          <a:blip r:embed="rId2"/>
          <a:srcRect l="3895" r="1221"/>
          <a:stretch/>
        </p:blipFill>
        <p:spPr>
          <a:xfrm>
            <a:off x="7709617" y="937959"/>
            <a:ext cx="2448000" cy="2019123"/>
          </a:xfrm>
          <a:prstGeom prst="rect">
            <a:avLst/>
          </a:prstGeom>
          <a:ln w="12700" cap="sq">
            <a:solidFill>
              <a:srgbClr val="0081C5"/>
            </a:solidFill>
            <a:prstDash val="solid"/>
            <a:miter lim="800000"/>
          </a:ln>
          <a:effectLst/>
        </p:spPr>
      </p:pic>
      <p:sp>
        <p:nvSpPr>
          <p:cNvPr id="21" name="Flussdiagramm: Zusammenführen 20">
            <a:extLst>
              <a:ext uri="{FF2B5EF4-FFF2-40B4-BE49-F238E27FC236}">
                <a16:creationId xmlns:a16="http://schemas.microsoft.com/office/drawing/2014/main" id="{DA1B24D3-26B3-4288-B76C-712CEA146A93}"/>
              </a:ext>
            </a:extLst>
          </p:cNvPr>
          <p:cNvSpPr/>
          <p:nvPr/>
        </p:nvSpPr>
        <p:spPr>
          <a:xfrm>
            <a:off x="9250285" y="2178048"/>
            <a:ext cx="171025" cy="139298"/>
          </a:xfrm>
          <a:prstGeom prst="flowChartMerge">
            <a:avLst/>
          </a:prstGeom>
          <a:solidFill>
            <a:srgbClr val="FF0000"/>
          </a:solidFill>
          <a:ln w="12700">
            <a:solidFill>
              <a:srgbClr val="008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highlight>
                <a:srgbClr val="FF0000"/>
              </a:highlight>
            </a:endParaRPr>
          </a:p>
        </p:txBody>
      </p:sp>
      <p:grpSp>
        <p:nvGrpSpPr>
          <p:cNvPr id="57" name="Gruppieren 56">
            <a:extLst>
              <a:ext uri="{FF2B5EF4-FFF2-40B4-BE49-F238E27FC236}">
                <a16:creationId xmlns:a16="http://schemas.microsoft.com/office/drawing/2014/main" id="{86A9673A-67DA-4E34-AFC3-15B5392192ED}"/>
              </a:ext>
            </a:extLst>
          </p:cNvPr>
          <p:cNvGrpSpPr/>
          <p:nvPr/>
        </p:nvGrpSpPr>
        <p:grpSpPr>
          <a:xfrm>
            <a:off x="7710384" y="3052703"/>
            <a:ext cx="2447233" cy="2111934"/>
            <a:chOff x="7705702" y="2973167"/>
            <a:chExt cx="2447233" cy="2038962"/>
          </a:xfrm>
        </p:grpSpPr>
        <p:pic>
          <p:nvPicPr>
            <p:cNvPr id="17" name="Grafik 16">
              <a:extLst>
                <a:ext uri="{FF2B5EF4-FFF2-40B4-BE49-F238E27FC236}">
                  <a16:creationId xmlns:a16="http://schemas.microsoft.com/office/drawing/2014/main" id="{08A78849-6B15-4771-8E25-98F1B4F65DBD}"/>
                </a:ext>
              </a:extLst>
            </p:cNvPr>
            <p:cNvPicPr>
              <a:picLocks noChangeAspect="1"/>
            </p:cNvPicPr>
            <p:nvPr/>
          </p:nvPicPr>
          <p:blipFill rotWithShape="1">
            <a:blip r:embed="rId3"/>
            <a:srcRect t="3240" r="13899" b="799"/>
            <a:stretch/>
          </p:blipFill>
          <p:spPr>
            <a:xfrm>
              <a:off x="7705702" y="2973167"/>
              <a:ext cx="2447233" cy="2038962"/>
            </a:xfrm>
            <a:prstGeom prst="rect">
              <a:avLst/>
            </a:prstGeom>
            <a:ln w="12700" cap="sq">
              <a:solidFill>
                <a:srgbClr val="0081C5"/>
              </a:solidFill>
              <a:prstDash val="solid"/>
              <a:miter lim="800000"/>
            </a:ln>
            <a:effectLst/>
          </p:spPr>
        </p:pic>
        <p:sp>
          <p:nvSpPr>
            <p:cNvPr id="52" name="Flussdiagramm: Zusammenführen 51">
              <a:extLst>
                <a:ext uri="{FF2B5EF4-FFF2-40B4-BE49-F238E27FC236}">
                  <a16:creationId xmlns:a16="http://schemas.microsoft.com/office/drawing/2014/main" id="{CF7788B0-B308-4862-8D9B-754C4926255A}"/>
                </a:ext>
              </a:extLst>
            </p:cNvPr>
            <p:cNvSpPr/>
            <p:nvPr/>
          </p:nvSpPr>
          <p:spPr>
            <a:xfrm>
              <a:off x="8800600" y="3992383"/>
              <a:ext cx="165608" cy="135874"/>
            </a:xfrm>
            <a:prstGeom prst="flowChartMerge">
              <a:avLst/>
            </a:prstGeom>
            <a:solidFill>
              <a:srgbClr val="FF0000"/>
            </a:solidFill>
            <a:ln w="12700">
              <a:solidFill>
                <a:srgbClr val="008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highlight>
                  <a:srgbClr val="FF0000"/>
                </a:highlight>
              </a:endParaRPr>
            </a:p>
          </p:txBody>
        </p:sp>
      </p:grpSp>
      <p:sp>
        <p:nvSpPr>
          <p:cNvPr id="55" name="Textfeld 54">
            <a:extLst>
              <a:ext uri="{FF2B5EF4-FFF2-40B4-BE49-F238E27FC236}">
                <a16:creationId xmlns:a16="http://schemas.microsoft.com/office/drawing/2014/main" id="{4C8E27DC-A43B-401A-9EE5-9B019F0F0E53}"/>
              </a:ext>
            </a:extLst>
          </p:cNvPr>
          <p:cNvSpPr txBox="1"/>
          <p:nvPr/>
        </p:nvSpPr>
        <p:spPr>
          <a:xfrm>
            <a:off x="381081" y="5213363"/>
            <a:ext cx="9750432" cy="720134"/>
          </a:xfrm>
          <a:prstGeom prst="rect">
            <a:avLst/>
          </a:prstGeom>
          <a:noFill/>
        </p:spPr>
        <p:txBody>
          <a:bodyPr wrap="square">
            <a:spAutoFit/>
          </a:bodyPr>
          <a:lstStyle/>
          <a:p>
            <a:pPr marL="92075" marR="76200" indent="-92075" algn="just">
              <a:lnSpc>
                <a:spcPct val="103299"/>
              </a:lnSpc>
              <a:spcBef>
                <a:spcPts val="545"/>
              </a:spcBef>
              <a:buFont typeface="Arial" panose="020B0604020202020204" pitchFamily="34" charset="0"/>
              <a:buChar char="•"/>
            </a:pPr>
            <a:r>
              <a:rPr lang="de-DE" sz="1200" b="1" spc="10">
                <a:solidFill>
                  <a:schemeClr val="bg1"/>
                </a:solidFill>
                <a:latin typeface="Calibri"/>
                <a:cs typeface="Calibri"/>
              </a:rPr>
              <a:t>Das  Ruhrgebiet und Frankfurt sind in Deutschland die Regionen mit der größten Nachfrage nach Logistikflächen.  </a:t>
            </a:r>
          </a:p>
          <a:p>
            <a:pPr marL="92075" marR="76200" indent="-92075" algn="just">
              <a:lnSpc>
                <a:spcPct val="103299"/>
              </a:lnSpc>
              <a:spcBef>
                <a:spcPts val="545"/>
              </a:spcBef>
              <a:buFont typeface="Arial" panose="020B0604020202020204" pitchFamily="34" charset="0"/>
              <a:buChar char="•"/>
            </a:pPr>
            <a:r>
              <a:rPr lang="de-DE" sz="1200" b="1" spc="10">
                <a:solidFill>
                  <a:schemeClr val="bg1"/>
                </a:solidFill>
                <a:latin typeface="Calibri"/>
                <a:cs typeface="Calibri"/>
              </a:rPr>
              <a:t>Die Standorte liegen in Flughafennähe und an Hauptverkehrsstrecken, welche es ermöglichen, den Tiefwasserhafen in Rotterdam oder den Hafen in Hamburg innerhalb weniger Stunden zu erreichen.</a:t>
            </a:r>
          </a:p>
        </p:txBody>
      </p:sp>
      <p:grpSp>
        <p:nvGrpSpPr>
          <p:cNvPr id="6" name="Gruppieren 5">
            <a:extLst>
              <a:ext uri="{FF2B5EF4-FFF2-40B4-BE49-F238E27FC236}">
                <a16:creationId xmlns:a16="http://schemas.microsoft.com/office/drawing/2014/main" id="{6D8055F7-BCE1-47A5-8EA1-871F2587DEFA}"/>
              </a:ext>
            </a:extLst>
          </p:cNvPr>
          <p:cNvGrpSpPr/>
          <p:nvPr/>
        </p:nvGrpSpPr>
        <p:grpSpPr>
          <a:xfrm>
            <a:off x="3567633" y="912217"/>
            <a:ext cx="4275252" cy="4256955"/>
            <a:chOff x="263213" y="893073"/>
            <a:chExt cx="4275252" cy="4256955"/>
          </a:xfrm>
        </p:grpSpPr>
        <p:sp>
          <p:nvSpPr>
            <p:cNvPr id="22" name="object 14">
              <a:extLst>
                <a:ext uri="{FF2B5EF4-FFF2-40B4-BE49-F238E27FC236}">
                  <a16:creationId xmlns:a16="http://schemas.microsoft.com/office/drawing/2014/main" id="{ECF1BC0E-88DE-4099-BE67-725FDE89457B}"/>
                </a:ext>
              </a:extLst>
            </p:cNvPr>
            <p:cNvSpPr txBox="1"/>
            <p:nvPr/>
          </p:nvSpPr>
          <p:spPr>
            <a:xfrm>
              <a:off x="330481" y="904454"/>
              <a:ext cx="3970598" cy="288000"/>
            </a:xfrm>
            <a:prstGeom prst="rect">
              <a:avLst/>
            </a:prstGeom>
            <a:solidFill>
              <a:srgbClr val="0092CF"/>
            </a:solidFill>
          </p:spPr>
          <p:txBody>
            <a:bodyPr wrap="square" lIns="0" tIns="0" rIns="0" bIns="0" rtlCol="0" anchor="t"/>
            <a:lstStyle>
              <a:defPPr>
                <a:defRPr lang="de-DE"/>
              </a:defPPr>
              <a:lvl1pPr>
                <a:defRPr sz="1150" b="1" spc="10">
                  <a:solidFill>
                    <a:srgbClr val="FFFFFF"/>
                  </a:solidFill>
                  <a:latin typeface="Calibri"/>
                  <a:cs typeface="Calibri"/>
                </a:defRPr>
              </a:lvl1pPr>
            </a:lstStyle>
            <a:p>
              <a:pPr marL="36000"/>
              <a:r>
                <a:rPr lang="de-DE" sz="1400"/>
                <a:t> </a:t>
              </a:r>
            </a:p>
          </p:txBody>
        </p:sp>
        <p:sp>
          <p:nvSpPr>
            <p:cNvPr id="25" name="object 12">
              <a:extLst>
                <a:ext uri="{FF2B5EF4-FFF2-40B4-BE49-F238E27FC236}">
                  <a16:creationId xmlns:a16="http://schemas.microsoft.com/office/drawing/2014/main" id="{6BC7AE86-F210-4992-8B18-0BA66BBF13F0}"/>
                </a:ext>
              </a:extLst>
            </p:cNvPr>
            <p:cNvSpPr/>
            <p:nvPr/>
          </p:nvSpPr>
          <p:spPr>
            <a:xfrm>
              <a:off x="330480" y="904453"/>
              <a:ext cx="3970598" cy="2034500"/>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38" name="object 13">
              <a:extLst>
                <a:ext uri="{FF2B5EF4-FFF2-40B4-BE49-F238E27FC236}">
                  <a16:creationId xmlns:a16="http://schemas.microsoft.com/office/drawing/2014/main" id="{2C346E12-02E0-434A-A049-9AF47B0FFD26}"/>
                </a:ext>
              </a:extLst>
            </p:cNvPr>
            <p:cNvSpPr/>
            <p:nvPr/>
          </p:nvSpPr>
          <p:spPr>
            <a:xfrm>
              <a:off x="381081" y="1228277"/>
              <a:ext cx="3877200" cy="497837"/>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26263"/>
              <a:endParaRPr lang="de-DE" sz="1432"/>
            </a:p>
          </p:txBody>
        </p:sp>
        <p:sp>
          <p:nvSpPr>
            <p:cNvPr id="39" name="Textfeld 38">
              <a:extLst>
                <a:ext uri="{FF2B5EF4-FFF2-40B4-BE49-F238E27FC236}">
                  <a16:creationId xmlns:a16="http://schemas.microsoft.com/office/drawing/2014/main" id="{02860076-6010-4035-A643-9FF0E8B9EEF0}"/>
                </a:ext>
              </a:extLst>
            </p:cNvPr>
            <p:cNvSpPr txBox="1"/>
            <p:nvPr/>
          </p:nvSpPr>
          <p:spPr>
            <a:xfrm>
              <a:off x="291967" y="1247243"/>
              <a:ext cx="4009111" cy="465833"/>
            </a:xfrm>
            <a:prstGeom prst="rect">
              <a:avLst/>
            </a:prstGeom>
            <a:noFill/>
          </p:spPr>
          <p:txBody>
            <a:bodyPr wrap="square">
              <a:spAutoFit/>
            </a:bodyPr>
            <a:lstStyle/>
            <a:p>
              <a:pPr marL="92075" marR="221615" indent="0">
                <a:lnSpc>
                  <a:spcPct val="103200"/>
                </a:lnSpc>
                <a:tabLst/>
              </a:pPr>
              <a:r>
                <a:rPr lang="de-DE" sz="1200" spc="15">
                  <a:cs typeface="Calibri"/>
                </a:rPr>
                <a:t>Adresse: </a:t>
              </a:r>
              <a:r>
                <a:rPr lang="nl-NL" sz="1200" spc="10">
                  <a:cs typeface="Calibri"/>
                </a:rPr>
                <a:t>Flugstraße 6, </a:t>
              </a:r>
              <a:r>
                <a:rPr lang="nl-NL" sz="1200" spc="15">
                  <a:cs typeface="Calibri"/>
                </a:rPr>
                <a:t>60528 Frankfurt am Main (DE)</a:t>
              </a:r>
            </a:p>
            <a:p>
              <a:pPr marL="92075" marR="221615" indent="0">
                <a:lnSpc>
                  <a:spcPct val="103200"/>
                </a:lnSpc>
                <a:tabLst/>
              </a:pPr>
              <a:r>
                <a:rPr lang="nl-NL" sz="1200" spc="15">
                  <a:cs typeface="Calibri"/>
                </a:rPr>
                <a:t>Mitarbeiter (12.2020): 101</a:t>
              </a:r>
            </a:p>
          </p:txBody>
        </p:sp>
        <p:sp>
          <p:nvSpPr>
            <p:cNvPr id="41" name="object 13">
              <a:extLst>
                <a:ext uri="{FF2B5EF4-FFF2-40B4-BE49-F238E27FC236}">
                  <a16:creationId xmlns:a16="http://schemas.microsoft.com/office/drawing/2014/main" id="{D6E3C8AD-A718-48CA-B1A0-F38EB4623CDA}"/>
                </a:ext>
              </a:extLst>
            </p:cNvPr>
            <p:cNvSpPr/>
            <p:nvPr/>
          </p:nvSpPr>
          <p:spPr>
            <a:xfrm>
              <a:off x="381081" y="1774106"/>
              <a:ext cx="3877200" cy="1116000"/>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26263"/>
              <a:endParaRPr lang="de-DE" sz="1432"/>
            </a:p>
          </p:txBody>
        </p:sp>
        <p:sp>
          <p:nvSpPr>
            <p:cNvPr id="40" name="Textfeld 39">
              <a:extLst>
                <a:ext uri="{FF2B5EF4-FFF2-40B4-BE49-F238E27FC236}">
                  <a16:creationId xmlns:a16="http://schemas.microsoft.com/office/drawing/2014/main" id="{19262002-225B-4A4E-B0E9-2BC5EF810AA4}"/>
                </a:ext>
              </a:extLst>
            </p:cNvPr>
            <p:cNvSpPr txBox="1"/>
            <p:nvPr/>
          </p:nvSpPr>
          <p:spPr>
            <a:xfrm>
              <a:off x="269433" y="1722684"/>
              <a:ext cx="4269032" cy="1226554"/>
            </a:xfrm>
            <a:prstGeom prst="rect">
              <a:avLst/>
            </a:prstGeom>
            <a:noFill/>
          </p:spPr>
          <p:txBody>
            <a:bodyPr wrap="square">
              <a:spAutoFit/>
            </a:bodyPr>
            <a:lstStyle/>
            <a:p>
              <a:pPr marL="92075" marR="221615" indent="0" algn="just">
                <a:lnSpc>
                  <a:spcPct val="103200"/>
                </a:lnSpc>
                <a:tabLst/>
              </a:pPr>
              <a:r>
                <a:rPr lang="nl-NL" sz="1200" spc="15">
                  <a:latin typeface="+mn-lt"/>
                  <a:cs typeface="Calibri"/>
                </a:rPr>
                <a:t>Der Hauptsitz von Deliverit befindet sich in Frankfurt am Main, </a:t>
              </a:r>
              <a:r>
                <a:rPr lang="nl-NL" sz="1200" spc="15">
                  <a:cs typeface="Calibri"/>
                </a:rPr>
                <a:t>einem </a:t>
              </a:r>
              <a:r>
                <a:rPr lang="nl-NL" sz="1200" spc="15">
                  <a:latin typeface="+mn-lt"/>
                  <a:cs typeface="Calibri"/>
                </a:rPr>
                <a:t>wichtigen deutschen Knotenpunkt für Frachtverkehr. Das Frankfurter Logistikzentrum und der Hauptsitz sind unmittelbar an einer Auffahrt an die A44 gelegen und somit in direkter Anbindung an den Frankfurter Flughafen.</a:t>
              </a:r>
            </a:p>
          </p:txBody>
        </p:sp>
        <p:sp>
          <p:nvSpPr>
            <p:cNvPr id="46" name="object 14">
              <a:extLst>
                <a:ext uri="{FF2B5EF4-FFF2-40B4-BE49-F238E27FC236}">
                  <a16:creationId xmlns:a16="http://schemas.microsoft.com/office/drawing/2014/main" id="{809C0C98-1F3D-46CC-889E-B3C90600721B}"/>
                </a:ext>
              </a:extLst>
            </p:cNvPr>
            <p:cNvSpPr txBox="1"/>
            <p:nvPr/>
          </p:nvSpPr>
          <p:spPr>
            <a:xfrm>
              <a:off x="334469" y="3020241"/>
              <a:ext cx="3966610" cy="288000"/>
            </a:xfrm>
            <a:prstGeom prst="rect">
              <a:avLst/>
            </a:prstGeom>
            <a:solidFill>
              <a:srgbClr val="0092CF"/>
            </a:solidFill>
          </p:spPr>
          <p:txBody>
            <a:bodyPr wrap="square" lIns="0" tIns="0" rIns="0" bIns="0" rtlCol="0" anchor="t"/>
            <a:lstStyle>
              <a:defPPr>
                <a:defRPr lang="de-DE"/>
              </a:defPPr>
              <a:lvl1pPr>
                <a:defRPr sz="1150" b="1" spc="10">
                  <a:solidFill>
                    <a:srgbClr val="FFFFFF"/>
                  </a:solidFill>
                  <a:latin typeface="Calibri"/>
                  <a:cs typeface="Calibri"/>
                </a:defRPr>
              </a:lvl1pPr>
            </a:lstStyle>
            <a:p>
              <a:pPr marL="36000"/>
              <a:endParaRPr lang="de-DE" sz="1400"/>
            </a:p>
          </p:txBody>
        </p:sp>
        <p:sp>
          <p:nvSpPr>
            <p:cNvPr id="47" name="object 12">
              <a:extLst>
                <a:ext uri="{FF2B5EF4-FFF2-40B4-BE49-F238E27FC236}">
                  <a16:creationId xmlns:a16="http://schemas.microsoft.com/office/drawing/2014/main" id="{916534AB-FB03-4EFB-BECA-85C9D95EDEE6}"/>
                </a:ext>
              </a:extLst>
            </p:cNvPr>
            <p:cNvSpPr/>
            <p:nvPr/>
          </p:nvSpPr>
          <p:spPr>
            <a:xfrm>
              <a:off x="334469" y="3020239"/>
              <a:ext cx="3966610" cy="2129789"/>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48" name="object 13">
              <a:extLst>
                <a:ext uri="{FF2B5EF4-FFF2-40B4-BE49-F238E27FC236}">
                  <a16:creationId xmlns:a16="http://schemas.microsoft.com/office/drawing/2014/main" id="{3DEC4134-5427-4323-B26D-6DD997EDD125}"/>
                </a:ext>
              </a:extLst>
            </p:cNvPr>
            <p:cNvSpPr/>
            <p:nvPr/>
          </p:nvSpPr>
          <p:spPr>
            <a:xfrm>
              <a:off x="397818" y="3352477"/>
              <a:ext cx="3852000" cy="497837"/>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26263"/>
              <a:endParaRPr lang="de-DE" sz="1432"/>
            </a:p>
          </p:txBody>
        </p:sp>
        <p:sp>
          <p:nvSpPr>
            <p:cNvPr id="50" name="object 13">
              <a:extLst>
                <a:ext uri="{FF2B5EF4-FFF2-40B4-BE49-F238E27FC236}">
                  <a16:creationId xmlns:a16="http://schemas.microsoft.com/office/drawing/2014/main" id="{71CB0CAC-AF36-4BD4-9A7D-1BA893D37EF0}"/>
                </a:ext>
              </a:extLst>
            </p:cNvPr>
            <p:cNvSpPr/>
            <p:nvPr/>
          </p:nvSpPr>
          <p:spPr>
            <a:xfrm>
              <a:off x="397818" y="3889388"/>
              <a:ext cx="3852000" cy="1212826"/>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26263"/>
              <a:endParaRPr lang="de-DE" sz="1432"/>
            </a:p>
          </p:txBody>
        </p:sp>
        <p:sp>
          <p:nvSpPr>
            <p:cNvPr id="44" name="Textfeld 43">
              <a:extLst>
                <a:ext uri="{FF2B5EF4-FFF2-40B4-BE49-F238E27FC236}">
                  <a16:creationId xmlns:a16="http://schemas.microsoft.com/office/drawing/2014/main" id="{A4833AE8-0980-47EB-8B06-06A212E087FA}"/>
                </a:ext>
              </a:extLst>
            </p:cNvPr>
            <p:cNvSpPr txBox="1"/>
            <p:nvPr/>
          </p:nvSpPr>
          <p:spPr>
            <a:xfrm>
              <a:off x="302807" y="3382209"/>
              <a:ext cx="3852000" cy="461665"/>
            </a:xfrm>
            <a:prstGeom prst="rect">
              <a:avLst/>
            </a:prstGeom>
            <a:noFill/>
          </p:spPr>
          <p:txBody>
            <a:bodyPr wrap="square">
              <a:spAutoFit/>
            </a:bodyPr>
            <a:lstStyle/>
            <a:p>
              <a:pPr marL="92075" indent="0" algn="just">
                <a:lnSpc>
                  <a:spcPct val="100000"/>
                </a:lnSpc>
              </a:pPr>
              <a:r>
                <a:rPr lang="de-DE" sz="1200" kern="1200" spc="15">
                  <a:solidFill>
                    <a:schemeClr val="tx1"/>
                  </a:solidFill>
                  <a:ea typeface="+mn-ea"/>
                  <a:cs typeface="Calibri"/>
                </a:rPr>
                <a:t>Adresse: Schönimannstraße 135</a:t>
              </a:r>
              <a:r>
                <a:rPr lang="nl-NL" sz="1200" kern="1200" spc="15">
                  <a:solidFill>
                    <a:schemeClr val="tx1"/>
                  </a:solidFill>
                  <a:ea typeface="+mn-ea"/>
                  <a:cs typeface="Calibri"/>
                </a:rPr>
                <a:t>, </a:t>
              </a:r>
              <a:r>
                <a:rPr lang="nl-NL" sz="1200" spc="15">
                  <a:cs typeface="Calibri"/>
                </a:rPr>
                <a:t>45307 Essen (DE)</a:t>
              </a:r>
            </a:p>
            <a:p>
              <a:pPr marL="92075" marR="0" lvl="0" indent="0" algn="just" defTabSz="914400" rtl="0" eaLnBrk="1" fontAlgn="auto" latinLnBrk="0" hangingPunct="1">
                <a:lnSpc>
                  <a:spcPct val="100000"/>
                </a:lnSpc>
                <a:spcBef>
                  <a:spcPts val="0"/>
                </a:spcBef>
                <a:spcAft>
                  <a:spcPts val="0"/>
                </a:spcAft>
                <a:buClrTx/>
                <a:buSzTx/>
                <a:buFontTx/>
                <a:buNone/>
                <a:tabLst/>
                <a:defRPr/>
              </a:pPr>
              <a:r>
                <a:rPr lang="nl-NL" sz="1200" spc="15">
                  <a:cs typeface="Calibri"/>
                </a:rPr>
                <a:t>Mitarbeiter (12.2020): 36</a:t>
              </a:r>
            </a:p>
          </p:txBody>
        </p:sp>
        <p:sp>
          <p:nvSpPr>
            <p:cNvPr id="45" name="Textfeld 44">
              <a:extLst>
                <a:ext uri="{FF2B5EF4-FFF2-40B4-BE49-F238E27FC236}">
                  <a16:creationId xmlns:a16="http://schemas.microsoft.com/office/drawing/2014/main" id="{9C3DE556-6AD3-425F-8F80-D4759AB63666}"/>
                </a:ext>
              </a:extLst>
            </p:cNvPr>
            <p:cNvSpPr txBox="1"/>
            <p:nvPr/>
          </p:nvSpPr>
          <p:spPr>
            <a:xfrm>
              <a:off x="263213" y="3901171"/>
              <a:ext cx="4275252" cy="1226554"/>
            </a:xfrm>
            <a:prstGeom prst="rect">
              <a:avLst/>
            </a:prstGeom>
            <a:noFill/>
          </p:spPr>
          <p:txBody>
            <a:bodyPr wrap="square">
              <a:spAutoFit/>
            </a:bodyPr>
            <a:lstStyle/>
            <a:p>
              <a:pPr marL="92075" marR="221615" indent="0" algn="just">
                <a:lnSpc>
                  <a:spcPct val="103200"/>
                </a:lnSpc>
                <a:tabLst/>
              </a:pPr>
              <a:r>
                <a:rPr lang="nl-NL" sz="1200" spc="15">
                  <a:cs typeface="Calibri"/>
                </a:rPr>
                <a:t>Die Ruhrregion ist bezüglich Logistikflächen die gefragteste Region Deutschlands. Mit dem Standort Essen </a:t>
              </a:r>
              <a:r>
                <a:rPr lang="nl-NL" sz="1200" spc="15">
                  <a:latin typeface="+mn-lt"/>
                  <a:cs typeface="Calibri"/>
                </a:rPr>
                <a:t>ist Deliverit somit etwa 4 LKW-Stunden von den Häfen Rotterdam und Amsterdam und 5 LKW-Stunden vom Hamburger Hafen entfernt. Das Essener Logistikzentrum ist unmittelbar an einer Auffahrt auf die A40 gelegen. </a:t>
              </a:r>
            </a:p>
          </p:txBody>
        </p:sp>
        <p:sp>
          <p:nvSpPr>
            <p:cNvPr id="59" name="Textfeld 58">
              <a:extLst>
                <a:ext uri="{FF2B5EF4-FFF2-40B4-BE49-F238E27FC236}">
                  <a16:creationId xmlns:a16="http://schemas.microsoft.com/office/drawing/2014/main" id="{FCA55E1E-1F6A-495E-BB72-15B9B066C8DC}"/>
                </a:ext>
              </a:extLst>
            </p:cNvPr>
            <p:cNvSpPr txBox="1"/>
            <p:nvPr/>
          </p:nvSpPr>
          <p:spPr>
            <a:xfrm>
              <a:off x="304799" y="893073"/>
              <a:ext cx="3752095" cy="307777"/>
            </a:xfrm>
            <a:prstGeom prst="rect">
              <a:avLst/>
            </a:prstGeom>
            <a:noFill/>
          </p:spPr>
          <p:txBody>
            <a:bodyPr wrap="square">
              <a:spAutoFit/>
            </a:bodyPr>
            <a:lstStyle/>
            <a:p>
              <a:r>
                <a:rPr lang="de-DE" sz="1400" b="1">
                  <a:solidFill>
                    <a:schemeClr val="bg1"/>
                  </a:solidFill>
                </a:rPr>
                <a:t>Head Office &amp; Logistikzentrum – Frankfurt (DE)</a:t>
              </a:r>
            </a:p>
          </p:txBody>
        </p:sp>
        <p:sp>
          <p:nvSpPr>
            <p:cNvPr id="61" name="Textfeld 60">
              <a:extLst>
                <a:ext uri="{FF2B5EF4-FFF2-40B4-BE49-F238E27FC236}">
                  <a16:creationId xmlns:a16="http://schemas.microsoft.com/office/drawing/2014/main" id="{793BF233-2FDC-4FFC-BD8D-4151CAD5A0CE}"/>
                </a:ext>
              </a:extLst>
            </p:cNvPr>
            <p:cNvSpPr txBox="1"/>
            <p:nvPr/>
          </p:nvSpPr>
          <p:spPr>
            <a:xfrm>
              <a:off x="283755" y="3020166"/>
              <a:ext cx="3773139" cy="307777"/>
            </a:xfrm>
            <a:prstGeom prst="rect">
              <a:avLst/>
            </a:prstGeom>
            <a:noFill/>
          </p:spPr>
          <p:txBody>
            <a:bodyPr wrap="square">
              <a:spAutoFit/>
            </a:bodyPr>
            <a:lstStyle/>
            <a:p>
              <a:r>
                <a:rPr lang="de-DE" sz="1200"/>
                <a:t> </a:t>
              </a:r>
              <a:r>
                <a:rPr lang="de-DE" sz="1400" b="1">
                  <a:solidFill>
                    <a:schemeClr val="bg1"/>
                  </a:solidFill>
                </a:rPr>
                <a:t>Logistikzentrum – Essen (DE)</a:t>
              </a:r>
            </a:p>
          </p:txBody>
        </p:sp>
      </p:grpSp>
      <p:grpSp>
        <p:nvGrpSpPr>
          <p:cNvPr id="9" name="Gruppieren 8">
            <a:extLst>
              <a:ext uri="{FF2B5EF4-FFF2-40B4-BE49-F238E27FC236}">
                <a16:creationId xmlns:a16="http://schemas.microsoft.com/office/drawing/2014/main" id="{AEF73C59-33C2-4A79-82E2-F29A21DBDB02}"/>
              </a:ext>
            </a:extLst>
          </p:cNvPr>
          <p:cNvGrpSpPr/>
          <p:nvPr/>
        </p:nvGrpSpPr>
        <p:grpSpPr>
          <a:xfrm>
            <a:off x="939056" y="3394828"/>
            <a:ext cx="1681420" cy="1748694"/>
            <a:chOff x="779205" y="2955061"/>
            <a:chExt cx="1970732" cy="2222633"/>
          </a:xfrm>
        </p:grpSpPr>
        <p:pic>
          <p:nvPicPr>
            <p:cNvPr id="10" name="Grafik 9" descr="Ein Bild, das Karte enthält.&#10;&#10;Automatisch generierte Beschreibung">
              <a:extLst>
                <a:ext uri="{FF2B5EF4-FFF2-40B4-BE49-F238E27FC236}">
                  <a16:creationId xmlns:a16="http://schemas.microsoft.com/office/drawing/2014/main" id="{39335FDD-90BB-410C-BB33-7C5CF2D70D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205" y="2955061"/>
              <a:ext cx="1970732" cy="2222633"/>
            </a:xfrm>
            <a:prstGeom prst="rect">
              <a:avLst/>
            </a:prstGeom>
          </p:spPr>
        </p:pic>
        <p:sp>
          <p:nvSpPr>
            <p:cNvPr id="11" name="Flussdiagramm: Zusammenführen 10">
              <a:extLst>
                <a:ext uri="{FF2B5EF4-FFF2-40B4-BE49-F238E27FC236}">
                  <a16:creationId xmlns:a16="http://schemas.microsoft.com/office/drawing/2014/main" id="{FBD9C5D1-A09B-4896-824A-D83CF97045D5}"/>
                </a:ext>
              </a:extLst>
            </p:cNvPr>
            <p:cNvSpPr/>
            <p:nvPr/>
          </p:nvSpPr>
          <p:spPr>
            <a:xfrm>
              <a:off x="1419983" y="4269971"/>
              <a:ext cx="92149" cy="83583"/>
            </a:xfrm>
            <a:prstGeom prst="flowChartMerg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highlight>
                  <a:srgbClr val="FF0000"/>
                </a:highlight>
              </a:endParaRPr>
            </a:p>
          </p:txBody>
        </p:sp>
        <p:sp>
          <p:nvSpPr>
            <p:cNvPr id="15" name="Flussdiagramm: Zusammenführen 14">
              <a:extLst>
                <a:ext uri="{FF2B5EF4-FFF2-40B4-BE49-F238E27FC236}">
                  <a16:creationId xmlns:a16="http://schemas.microsoft.com/office/drawing/2014/main" id="{CE0A0E37-BC48-4DCF-AC19-1B94904A3804}"/>
                </a:ext>
              </a:extLst>
            </p:cNvPr>
            <p:cNvSpPr/>
            <p:nvPr/>
          </p:nvSpPr>
          <p:spPr>
            <a:xfrm>
              <a:off x="1133985" y="3940359"/>
              <a:ext cx="92149" cy="83583"/>
            </a:xfrm>
            <a:prstGeom prst="flowChartMerg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highlight>
                  <a:srgbClr val="FF0000"/>
                </a:highlight>
              </a:endParaRPr>
            </a:p>
          </p:txBody>
        </p:sp>
      </p:grpSp>
      <p:sp>
        <p:nvSpPr>
          <p:cNvPr id="33" name="object 12">
            <a:extLst>
              <a:ext uri="{FF2B5EF4-FFF2-40B4-BE49-F238E27FC236}">
                <a16:creationId xmlns:a16="http://schemas.microsoft.com/office/drawing/2014/main" id="{B9276D7F-4F73-4020-A890-9D639C97CFC2}"/>
              </a:ext>
            </a:extLst>
          </p:cNvPr>
          <p:cNvSpPr/>
          <p:nvPr/>
        </p:nvSpPr>
        <p:spPr>
          <a:xfrm>
            <a:off x="304862" y="919853"/>
            <a:ext cx="3233914" cy="2441282"/>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35" name="object 18">
            <a:extLst>
              <a:ext uri="{FF2B5EF4-FFF2-40B4-BE49-F238E27FC236}">
                <a16:creationId xmlns:a16="http://schemas.microsoft.com/office/drawing/2014/main" id="{9B860AE3-EAC6-4E75-84B7-C94312CAB7D3}"/>
              </a:ext>
            </a:extLst>
          </p:cNvPr>
          <p:cNvSpPr/>
          <p:nvPr/>
        </p:nvSpPr>
        <p:spPr>
          <a:xfrm>
            <a:off x="310247" y="926223"/>
            <a:ext cx="3228492"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a:ln>
            <a:solidFill>
              <a:srgbClr val="0092CF"/>
            </a:solidFill>
          </a:ln>
        </p:spPr>
        <p:txBody>
          <a:bodyPr wrap="square" lIns="0" tIns="0" rIns="0" bIns="0" rtlCol="0" anchor="t"/>
          <a:lstStyle/>
          <a:p>
            <a:pPr marL="36000"/>
            <a:r>
              <a:rPr lang="de-DE" sz="1400" b="1" spc="10">
                <a:solidFill>
                  <a:srgbClr val="FFFFFF"/>
                </a:solidFill>
                <a:latin typeface="Calibri"/>
                <a:cs typeface="Calibri"/>
              </a:rPr>
              <a:t> </a:t>
            </a:r>
            <a:endParaRPr sz="1400" b="1" spc="10">
              <a:solidFill>
                <a:srgbClr val="FFFFFF"/>
              </a:solidFill>
              <a:latin typeface="Calibri"/>
              <a:cs typeface="Calibri"/>
            </a:endParaRPr>
          </a:p>
        </p:txBody>
      </p:sp>
      <p:sp>
        <p:nvSpPr>
          <p:cNvPr id="37" name="object 18">
            <a:extLst>
              <a:ext uri="{FF2B5EF4-FFF2-40B4-BE49-F238E27FC236}">
                <a16:creationId xmlns:a16="http://schemas.microsoft.com/office/drawing/2014/main" id="{2235A122-97EA-416A-9CBC-C07C27B05FD8}"/>
              </a:ext>
            </a:extLst>
          </p:cNvPr>
          <p:cNvSpPr/>
          <p:nvPr/>
        </p:nvSpPr>
        <p:spPr>
          <a:xfrm>
            <a:off x="364577" y="1272151"/>
            <a:ext cx="3116795" cy="2044748"/>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endParaRPr lang="de-DE" sz="1100" b="1"/>
          </a:p>
        </p:txBody>
      </p:sp>
      <p:sp>
        <p:nvSpPr>
          <p:cNvPr id="36" name="Textfeld 35">
            <a:extLst>
              <a:ext uri="{FF2B5EF4-FFF2-40B4-BE49-F238E27FC236}">
                <a16:creationId xmlns:a16="http://schemas.microsoft.com/office/drawing/2014/main" id="{6470679E-035A-4862-8138-2101149FAF58}"/>
              </a:ext>
            </a:extLst>
          </p:cNvPr>
          <p:cNvSpPr txBox="1"/>
          <p:nvPr/>
        </p:nvSpPr>
        <p:spPr>
          <a:xfrm>
            <a:off x="292612" y="1257686"/>
            <a:ext cx="3238398" cy="2055756"/>
          </a:xfrm>
          <a:prstGeom prst="rect">
            <a:avLst/>
          </a:prstGeom>
          <a:noFill/>
        </p:spPr>
        <p:txBody>
          <a:bodyPr wrap="square">
            <a:spAutoFit/>
          </a:bodyPr>
          <a:lstStyle/>
          <a:p>
            <a:pPr marL="77470" marR="76200">
              <a:lnSpc>
                <a:spcPct val="103299"/>
              </a:lnSpc>
              <a:spcBef>
                <a:spcPts val="545"/>
              </a:spcBef>
            </a:pPr>
            <a:r>
              <a:rPr lang="de-DE" sz="1200" spc="10">
                <a:latin typeface="Calibri"/>
                <a:cs typeface="Calibri"/>
              </a:rPr>
              <a:t>Kontrollierender Gesellschafter: </a:t>
            </a:r>
          </a:p>
          <a:p>
            <a:pPr marL="77470" marR="76200">
              <a:lnSpc>
                <a:spcPct val="103299"/>
              </a:lnSpc>
              <a:spcBef>
                <a:spcPts val="545"/>
              </a:spcBef>
            </a:pPr>
            <a:r>
              <a:rPr lang="de-DE" sz="1200" spc="10">
                <a:latin typeface="Calibri"/>
                <a:cs typeface="Calibri"/>
              </a:rPr>
              <a:t>Max Mustermann</a:t>
            </a:r>
          </a:p>
          <a:p>
            <a:pPr marL="77470" marR="76200" algn="just">
              <a:lnSpc>
                <a:spcPct val="103299"/>
              </a:lnSpc>
              <a:spcBef>
                <a:spcPts val="545"/>
              </a:spcBef>
            </a:pPr>
            <a:r>
              <a:rPr lang="de-DE" sz="1200" spc="10">
                <a:latin typeface="Calibri"/>
                <a:cs typeface="Calibri"/>
              </a:rPr>
              <a:t>Geschäftsführer: Max Mustermann</a:t>
            </a:r>
          </a:p>
          <a:p>
            <a:pPr marL="77470" marR="76200" algn="just">
              <a:lnSpc>
                <a:spcPct val="103299"/>
              </a:lnSpc>
              <a:spcBef>
                <a:spcPts val="545"/>
              </a:spcBef>
            </a:pPr>
            <a:r>
              <a:rPr lang="de-DE" sz="1200" spc="10">
                <a:latin typeface="Calibri"/>
                <a:cs typeface="Calibri"/>
              </a:rPr>
              <a:t>Website: www.deliverit.com</a:t>
            </a:r>
          </a:p>
          <a:p>
            <a:pPr marL="77470" marR="76200" algn="just">
              <a:lnSpc>
                <a:spcPct val="103299"/>
              </a:lnSpc>
              <a:spcBef>
                <a:spcPts val="545"/>
              </a:spcBef>
            </a:pPr>
            <a:r>
              <a:rPr lang="de-DE" sz="1200" spc="10">
                <a:latin typeface="Calibri"/>
                <a:cs typeface="Calibri"/>
              </a:rPr>
              <a:t>Mitarbeiter: 101</a:t>
            </a:r>
          </a:p>
          <a:p>
            <a:pPr marL="77470" marR="76200" algn="just">
              <a:lnSpc>
                <a:spcPct val="103299"/>
              </a:lnSpc>
              <a:spcBef>
                <a:spcPts val="545"/>
              </a:spcBef>
            </a:pPr>
            <a:r>
              <a:rPr lang="de-DE" sz="1200" spc="10">
                <a:latin typeface="Calibri"/>
                <a:cs typeface="Calibri"/>
              </a:rPr>
              <a:t>Umsatz GJ2020: 22.479 TEUR</a:t>
            </a:r>
          </a:p>
          <a:p>
            <a:pPr marL="77470" marR="76200" algn="just">
              <a:lnSpc>
                <a:spcPct val="103299"/>
              </a:lnSpc>
              <a:spcBef>
                <a:spcPts val="545"/>
              </a:spcBef>
            </a:pPr>
            <a:r>
              <a:rPr lang="de-DE" sz="1200" spc="10">
                <a:latin typeface="Calibri"/>
                <a:cs typeface="Calibri"/>
              </a:rPr>
              <a:t>EBITDA GJ2020: 1.112 TEUR</a:t>
            </a:r>
          </a:p>
          <a:p>
            <a:pPr marL="77470" marR="76200" algn="just">
              <a:lnSpc>
                <a:spcPct val="103299"/>
              </a:lnSpc>
              <a:spcBef>
                <a:spcPts val="545"/>
              </a:spcBef>
            </a:pPr>
            <a:r>
              <a:rPr lang="de-DE" sz="1200" spc="10">
                <a:latin typeface="Calibri"/>
                <a:cs typeface="Calibri"/>
              </a:rPr>
              <a:t>Nettoverschuldung 2020: 5.340 TEUR</a:t>
            </a:r>
          </a:p>
        </p:txBody>
      </p:sp>
      <p:sp>
        <p:nvSpPr>
          <p:cNvPr id="42" name="Textfeld 41">
            <a:extLst>
              <a:ext uri="{FF2B5EF4-FFF2-40B4-BE49-F238E27FC236}">
                <a16:creationId xmlns:a16="http://schemas.microsoft.com/office/drawing/2014/main" id="{161E6138-39E1-47AB-9243-234084A2782D}"/>
              </a:ext>
            </a:extLst>
          </p:cNvPr>
          <p:cNvSpPr txBox="1"/>
          <p:nvPr/>
        </p:nvSpPr>
        <p:spPr>
          <a:xfrm>
            <a:off x="314416" y="901731"/>
            <a:ext cx="2963649" cy="307777"/>
          </a:xfrm>
          <a:prstGeom prst="rect">
            <a:avLst/>
          </a:prstGeom>
          <a:noFill/>
        </p:spPr>
        <p:txBody>
          <a:bodyPr wrap="square">
            <a:spAutoFit/>
          </a:bodyPr>
          <a:lstStyle/>
          <a:p>
            <a:r>
              <a:rPr lang="de-DE" sz="1400" b="1" spc="10">
                <a:solidFill>
                  <a:srgbClr val="FFFFFF"/>
                </a:solidFill>
                <a:latin typeface="Calibri"/>
                <a:cs typeface="Calibri"/>
              </a:rPr>
              <a:t>Deliverit Logistics GmbH</a:t>
            </a:r>
            <a:endParaRPr lang="de-DE" sz="1400"/>
          </a:p>
        </p:txBody>
      </p:sp>
    </p:spTree>
    <p:extLst>
      <p:ext uri="{BB962C8B-B14F-4D97-AF65-F5344CB8AC3E}">
        <p14:creationId xmlns:p14="http://schemas.microsoft.com/office/powerpoint/2010/main" val="223645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a:xfrm>
            <a:off x="11090495" y="6353463"/>
            <a:ext cx="833320" cy="365125"/>
          </a:xfrm>
        </p:spPr>
        <p:txBody>
          <a:bodyPr/>
          <a:lstStyle/>
          <a:p>
            <a:pPr algn="r"/>
            <a:r>
              <a:rPr lang="de-DE"/>
              <a:t>Seite </a:t>
            </a:r>
            <a:fld id="{67489CC3-7238-444E-A7A9-4B5CBD2CEC7D}" type="slidenum">
              <a:rPr lang="de-DE" smtClean="0"/>
              <a:pPr algn="r"/>
              <a:t>9</a:t>
            </a:fld>
            <a:endParaRPr lang="de-DE"/>
          </a:p>
        </p:txBody>
      </p:sp>
      <p:sp>
        <p:nvSpPr>
          <p:cNvPr id="27" name="Textfeld 19">
            <a:extLst>
              <a:ext uri="{FF2B5EF4-FFF2-40B4-BE49-F238E27FC236}">
                <a16:creationId xmlns:a16="http://schemas.microsoft.com/office/drawing/2014/main" id="{EB2BE151-C453-4A1B-B9ED-18EA7E107D3E}"/>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3" name="object 12">
            <a:extLst>
              <a:ext uri="{FF2B5EF4-FFF2-40B4-BE49-F238E27FC236}">
                <a16:creationId xmlns:a16="http://schemas.microsoft.com/office/drawing/2014/main" id="{E683DC8F-110B-457E-ADCD-08C8A2763871}"/>
              </a:ext>
            </a:extLst>
          </p:cNvPr>
          <p:cNvSpPr/>
          <p:nvPr/>
        </p:nvSpPr>
        <p:spPr>
          <a:xfrm>
            <a:off x="2247898" y="928363"/>
            <a:ext cx="7920000" cy="4917359"/>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graphicFrame>
        <p:nvGraphicFramePr>
          <p:cNvPr id="64" name="object 15">
            <a:extLst>
              <a:ext uri="{FF2B5EF4-FFF2-40B4-BE49-F238E27FC236}">
                <a16:creationId xmlns:a16="http://schemas.microsoft.com/office/drawing/2014/main" id="{CAA5639F-EFFF-4E8C-8B90-3730429B4757}"/>
              </a:ext>
            </a:extLst>
          </p:cNvPr>
          <p:cNvGraphicFramePr>
            <a:graphicFrameLocks noGrp="1"/>
          </p:cNvGraphicFramePr>
          <p:nvPr>
            <p:extLst>
              <p:ext uri="{D42A27DB-BD31-4B8C-83A1-F6EECF244321}">
                <p14:modId xmlns:p14="http://schemas.microsoft.com/office/powerpoint/2010/main" val="613337777"/>
              </p:ext>
            </p:extLst>
          </p:nvPr>
        </p:nvGraphicFramePr>
        <p:xfrm>
          <a:off x="2335439" y="998823"/>
          <a:ext cx="7738445" cy="1773350"/>
        </p:xfrm>
        <a:graphic>
          <a:graphicData uri="http://schemas.openxmlformats.org/drawingml/2006/table">
            <a:tbl>
              <a:tblPr firstRow="1" bandRow="1">
                <a:tableStyleId>{2D5ABB26-0587-4C30-8999-92F81FD0307C}</a:tableStyleId>
              </a:tblPr>
              <a:tblGrid>
                <a:gridCol w="1923367">
                  <a:extLst>
                    <a:ext uri="{9D8B030D-6E8A-4147-A177-3AD203B41FA5}">
                      <a16:colId xmlns:a16="http://schemas.microsoft.com/office/drawing/2014/main" val="20000"/>
                    </a:ext>
                  </a:extLst>
                </a:gridCol>
                <a:gridCol w="1951198">
                  <a:extLst>
                    <a:ext uri="{9D8B030D-6E8A-4147-A177-3AD203B41FA5}">
                      <a16:colId xmlns:a16="http://schemas.microsoft.com/office/drawing/2014/main" val="20001"/>
                    </a:ext>
                  </a:extLst>
                </a:gridCol>
                <a:gridCol w="1951198">
                  <a:extLst>
                    <a:ext uri="{9D8B030D-6E8A-4147-A177-3AD203B41FA5}">
                      <a16:colId xmlns:a16="http://schemas.microsoft.com/office/drawing/2014/main" val="20002"/>
                    </a:ext>
                  </a:extLst>
                </a:gridCol>
                <a:gridCol w="1912682">
                  <a:extLst>
                    <a:ext uri="{9D8B030D-6E8A-4147-A177-3AD203B41FA5}">
                      <a16:colId xmlns:a16="http://schemas.microsoft.com/office/drawing/2014/main" val="20003"/>
                    </a:ext>
                  </a:extLst>
                </a:gridCol>
              </a:tblGrid>
              <a:tr h="1773350">
                <a:tc>
                  <a:txBody>
                    <a:bodyPr/>
                    <a:lstStyle/>
                    <a:p>
                      <a:pPr marL="85725" marR="229235" indent="0" algn="ctr" defTabSz="914400" rtl="0" eaLnBrk="1" latinLnBrk="0" hangingPunct="1">
                        <a:lnSpc>
                          <a:spcPct val="103299"/>
                        </a:lnSpc>
                        <a:spcBef>
                          <a:spcPts val="855"/>
                        </a:spcBef>
                      </a:pPr>
                      <a:r>
                        <a:rPr lang="de-DE" sz="1200" kern="1200" spc="10">
                          <a:solidFill>
                            <a:schemeClr val="tx1"/>
                          </a:solidFill>
                          <a:latin typeface="Calibri"/>
                          <a:ea typeface="+mn-ea"/>
                          <a:cs typeface="Calibri"/>
                        </a:rPr>
                        <a:t>Erweiterung der Geschäftstätigkeit um  Luftfrachtverkehre. </a:t>
                      </a:r>
                    </a:p>
                    <a:p>
                      <a:pPr marL="85725" marR="229235" indent="0" algn="ctr" defTabSz="914400" rtl="0" eaLnBrk="1" latinLnBrk="0" hangingPunct="1">
                        <a:lnSpc>
                          <a:spcPct val="103299"/>
                        </a:lnSpc>
                        <a:spcBef>
                          <a:spcPts val="855"/>
                        </a:spcBef>
                      </a:pPr>
                      <a:r>
                        <a:rPr lang="de-DE" sz="1200" kern="1200" spc="10">
                          <a:solidFill>
                            <a:schemeClr val="tx1"/>
                          </a:solidFill>
                          <a:latin typeface="Calibri"/>
                          <a:ea typeface="+mn-ea"/>
                          <a:cs typeface="Calibri"/>
                        </a:rPr>
                        <a:t>Umfirmierung zu „Deliverit Logistics GmbH“</a:t>
                      </a:r>
                    </a:p>
                  </a:txBody>
                  <a:tcPr marL="0" marR="0" marT="0" marB="0" anchor="ctr">
                    <a:lnR w="79248">
                      <a:solidFill>
                        <a:srgbClr val="FFFFFF"/>
                      </a:solidFill>
                      <a:prstDash val="solid"/>
                    </a:lnR>
                    <a:lnB w="76200">
                      <a:solidFill>
                        <a:srgbClr val="162844"/>
                      </a:solidFill>
                      <a:prstDash val="solid"/>
                    </a:lnB>
                    <a:solidFill>
                      <a:srgbClr val="F2F2F2"/>
                    </a:solidFill>
                  </a:tcPr>
                </a:tc>
                <a:tc>
                  <a:txBody>
                    <a:bodyPr/>
                    <a:lstStyle/>
                    <a:p>
                      <a:pPr marL="85725" marR="229235" indent="0" algn="ctr" defTabSz="914400" rtl="0" eaLnBrk="1" latinLnBrk="0" hangingPunct="1">
                        <a:lnSpc>
                          <a:spcPct val="103299"/>
                        </a:lnSpc>
                        <a:spcBef>
                          <a:spcPts val="855"/>
                        </a:spcBef>
                      </a:pPr>
                      <a:r>
                        <a:rPr lang="en-US" sz="1200" kern="1200" spc="10">
                          <a:solidFill>
                            <a:schemeClr val="tx1"/>
                          </a:solidFill>
                          <a:latin typeface="Calibri"/>
                          <a:ea typeface="+mn-ea"/>
                          <a:cs typeface="Calibri"/>
                        </a:rPr>
                        <a:t>Erste Verträge zur Verbringung </a:t>
                      </a:r>
                      <a:r>
                        <a:rPr lang="de-DE" sz="1200" kern="1200" spc="10" noProof="0">
                          <a:solidFill>
                            <a:schemeClr val="tx1"/>
                          </a:solidFill>
                          <a:latin typeface="Calibri"/>
                          <a:ea typeface="+mn-ea"/>
                          <a:cs typeface="Calibri"/>
                        </a:rPr>
                        <a:t>von</a:t>
                      </a:r>
                      <a:r>
                        <a:rPr lang="en-US" sz="1200" kern="1200" spc="10">
                          <a:solidFill>
                            <a:schemeClr val="tx1"/>
                          </a:solidFill>
                          <a:latin typeface="Calibri"/>
                          <a:ea typeface="+mn-ea"/>
                          <a:cs typeface="Calibri"/>
                        </a:rPr>
                        <a:t> Luftfracht mit UPS und der US Airforce.</a:t>
                      </a:r>
                    </a:p>
                  </a:txBody>
                  <a:tcPr marL="0" marR="0" marT="0" marB="0" anchor="ctr">
                    <a:lnL w="79248">
                      <a:solidFill>
                        <a:srgbClr val="FFFFFF"/>
                      </a:solidFill>
                      <a:prstDash val="solid"/>
                    </a:lnL>
                    <a:lnR w="79248">
                      <a:solidFill>
                        <a:srgbClr val="FFFFFF"/>
                      </a:solidFill>
                      <a:prstDash val="solid"/>
                    </a:lnR>
                    <a:lnB w="76200">
                      <a:solidFill>
                        <a:srgbClr val="162844"/>
                      </a:solidFill>
                      <a:prstDash val="solid"/>
                    </a:lnB>
                    <a:solidFill>
                      <a:srgbClr val="F2F2F2"/>
                    </a:solidFill>
                  </a:tcPr>
                </a:tc>
                <a:tc>
                  <a:txBody>
                    <a:bodyPr/>
                    <a:lstStyle/>
                    <a:p>
                      <a:pPr marL="85725" marR="229235" indent="0" algn="ctr" defTabSz="914400" rtl="0" eaLnBrk="1" latinLnBrk="0" hangingPunct="1">
                        <a:lnSpc>
                          <a:spcPct val="103299"/>
                        </a:lnSpc>
                        <a:spcBef>
                          <a:spcPts val="855"/>
                        </a:spcBef>
                      </a:pPr>
                      <a:r>
                        <a:rPr lang="en-US" sz="1200" kern="1200" spc="10">
                          <a:solidFill>
                            <a:schemeClr val="tx1"/>
                          </a:solidFill>
                          <a:latin typeface="Calibri"/>
                          <a:ea typeface="+mn-ea"/>
                          <a:cs typeface="Calibri"/>
                        </a:rPr>
                        <a:t>Erweiterung der Geschäftstätigkeit um Entsorgungslogistik.</a:t>
                      </a:r>
                    </a:p>
                    <a:p>
                      <a:pPr marL="85725" marR="229235" indent="0" algn="ctr" defTabSz="914400" rtl="0" eaLnBrk="1" latinLnBrk="0" hangingPunct="1">
                        <a:lnSpc>
                          <a:spcPct val="103299"/>
                        </a:lnSpc>
                        <a:spcBef>
                          <a:spcPts val="855"/>
                        </a:spcBef>
                      </a:pPr>
                      <a:r>
                        <a:rPr lang="en-US" sz="1200" kern="1200" spc="10">
                          <a:solidFill>
                            <a:schemeClr val="tx1"/>
                          </a:solidFill>
                          <a:latin typeface="Calibri"/>
                          <a:ea typeface="+mn-ea"/>
                          <a:cs typeface="Calibri"/>
                        </a:rPr>
                        <a:t>Eröffnung Standort Essen an A40</a:t>
                      </a:r>
                    </a:p>
                  </a:txBody>
                  <a:tcPr marL="0" marR="0" marT="0" marB="0" anchor="ctr">
                    <a:lnL w="79248">
                      <a:solidFill>
                        <a:srgbClr val="FFFFFF"/>
                      </a:solidFill>
                      <a:prstDash val="solid"/>
                    </a:lnL>
                    <a:lnR w="79247">
                      <a:solidFill>
                        <a:srgbClr val="FFFFFF"/>
                      </a:solidFill>
                      <a:prstDash val="solid"/>
                    </a:lnR>
                    <a:lnB w="76200">
                      <a:solidFill>
                        <a:srgbClr val="162844"/>
                      </a:solidFill>
                      <a:prstDash val="solid"/>
                    </a:lnB>
                    <a:solidFill>
                      <a:srgbClr val="F2F2F2"/>
                    </a:solidFill>
                  </a:tcPr>
                </a:tc>
                <a:tc>
                  <a:txBody>
                    <a:bodyPr/>
                    <a:lstStyle/>
                    <a:p>
                      <a:pPr marL="85725" marR="229235" indent="0" algn="ctr" defTabSz="914400" rtl="0" eaLnBrk="1" latinLnBrk="0" hangingPunct="1">
                        <a:lnSpc>
                          <a:spcPct val="103299"/>
                        </a:lnSpc>
                        <a:spcBef>
                          <a:spcPts val="855"/>
                        </a:spcBef>
                      </a:pPr>
                      <a:endParaRPr sz="1200" kern="1200" spc="10">
                        <a:solidFill>
                          <a:schemeClr val="tx1"/>
                        </a:solidFill>
                        <a:latin typeface="Calibri"/>
                        <a:ea typeface="+mn-ea"/>
                        <a:cs typeface="Calibri"/>
                      </a:endParaRPr>
                    </a:p>
                  </a:txBody>
                  <a:tcPr marL="0" marR="0" marT="0" marB="0" anchor="ctr">
                    <a:lnL w="79247">
                      <a:solidFill>
                        <a:srgbClr val="FFFFFF"/>
                      </a:solidFill>
                      <a:prstDash val="solid"/>
                    </a:lnL>
                    <a:lnB w="76200">
                      <a:solidFill>
                        <a:srgbClr val="162844"/>
                      </a:solidFill>
                      <a:prstDash val="solid"/>
                    </a:lnB>
                    <a:solidFill>
                      <a:srgbClr val="F2F2F2"/>
                    </a:solidFill>
                  </a:tcPr>
                </a:tc>
                <a:extLst>
                  <a:ext uri="{0D108BD9-81ED-4DB2-BD59-A6C34878D82A}">
                    <a16:rowId xmlns:a16="http://schemas.microsoft.com/office/drawing/2014/main" val="10000"/>
                  </a:ext>
                </a:extLst>
              </a:tr>
            </a:tbl>
          </a:graphicData>
        </a:graphic>
      </p:graphicFrame>
      <p:graphicFrame>
        <p:nvGraphicFramePr>
          <p:cNvPr id="65" name="object 16">
            <a:extLst>
              <a:ext uri="{FF2B5EF4-FFF2-40B4-BE49-F238E27FC236}">
                <a16:creationId xmlns:a16="http://schemas.microsoft.com/office/drawing/2014/main" id="{97966EA8-3912-4A1E-9AB0-35497AC25E5B}"/>
              </a:ext>
            </a:extLst>
          </p:cNvPr>
          <p:cNvGraphicFramePr>
            <a:graphicFrameLocks noGrp="1"/>
          </p:cNvGraphicFramePr>
          <p:nvPr>
            <p:extLst>
              <p:ext uri="{D42A27DB-BD31-4B8C-83A1-F6EECF244321}">
                <p14:modId xmlns:p14="http://schemas.microsoft.com/office/powerpoint/2010/main" val="1133944526"/>
              </p:ext>
            </p:extLst>
          </p:nvPr>
        </p:nvGraphicFramePr>
        <p:xfrm>
          <a:off x="2346361" y="3998859"/>
          <a:ext cx="7727760" cy="1773350"/>
        </p:xfrm>
        <a:graphic>
          <a:graphicData uri="http://schemas.openxmlformats.org/drawingml/2006/table">
            <a:tbl>
              <a:tblPr firstRow="1" bandRow="1">
                <a:tableStyleId>{2D5ABB26-0587-4C30-8999-92F81FD0307C}</a:tableStyleId>
              </a:tblPr>
              <a:tblGrid>
                <a:gridCol w="2244689">
                  <a:extLst>
                    <a:ext uri="{9D8B030D-6E8A-4147-A177-3AD203B41FA5}">
                      <a16:colId xmlns:a16="http://schemas.microsoft.com/office/drawing/2014/main" val="20000"/>
                    </a:ext>
                  </a:extLst>
                </a:gridCol>
                <a:gridCol w="1619191">
                  <a:extLst>
                    <a:ext uri="{9D8B030D-6E8A-4147-A177-3AD203B41FA5}">
                      <a16:colId xmlns:a16="http://schemas.microsoft.com/office/drawing/2014/main" val="20001"/>
                    </a:ext>
                  </a:extLst>
                </a:gridCol>
                <a:gridCol w="1951198">
                  <a:extLst>
                    <a:ext uri="{9D8B030D-6E8A-4147-A177-3AD203B41FA5}">
                      <a16:colId xmlns:a16="http://schemas.microsoft.com/office/drawing/2014/main" val="20002"/>
                    </a:ext>
                  </a:extLst>
                </a:gridCol>
                <a:gridCol w="1912682">
                  <a:extLst>
                    <a:ext uri="{9D8B030D-6E8A-4147-A177-3AD203B41FA5}">
                      <a16:colId xmlns:a16="http://schemas.microsoft.com/office/drawing/2014/main" val="20003"/>
                    </a:ext>
                  </a:extLst>
                </a:gridCol>
              </a:tblGrid>
              <a:tr h="1773350">
                <a:tc>
                  <a:txBody>
                    <a:bodyPr/>
                    <a:lstStyle/>
                    <a:p>
                      <a:pPr>
                        <a:lnSpc>
                          <a:spcPct val="100000"/>
                        </a:lnSpc>
                      </a:pPr>
                      <a:endParaRPr sz="1050">
                        <a:latin typeface="Times New Roman"/>
                        <a:cs typeface="Times New Roman"/>
                      </a:endParaRPr>
                    </a:p>
                  </a:txBody>
                  <a:tcPr marL="0" marR="0" marT="0" marB="0" anchor="ctr">
                    <a:lnR w="79248">
                      <a:solidFill>
                        <a:srgbClr val="FFFFFF"/>
                      </a:solidFill>
                      <a:prstDash val="solid"/>
                    </a:lnR>
                    <a:lnT w="76200">
                      <a:solidFill>
                        <a:srgbClr val="162844"/>
                      </a:solidFill>
                      <a:prstDash val="solid"/>
                    </a:lnT>
                    <a:solidFill>
                      <a:srgbClr val="F2F2F2"/>
                    </a:solidFill>
                  </a:tcPr>
                </a:tc>
                <a:tc>
                  <a:txBody>
                    <a:bodyPr/>
                    <a:lstStyle/>
                    <a:p>
                      <a:pPr>
                        <a:lnSpc>
                          <a:spcPct val="100000"/>
                        </a:lnSpc>
                        <a:spcBef>
                          <a:spcPts val="45"/>
                        </a:spcBef>
                      </a:pPr>
                      <a:endParaRPr sz="1050">
                        <a:latin typeface="Times New Roman"/>
                        <a:cs typeface="Times New Roman"/>
                      </a:endParaRPr>
                    </a:p>
                  </a:txBody>
                  <a:tcPr marL="0" marR="0" marT="5715" marB="0">
                    <a:lnL w="79248">
                      <a:solidFill>
                        <a:srgbClr val="FFFFFF"/>
                      </a:solidFill>
                      <a:prstDash val="solid"/>
                    </a:lnL>
                    <a:lnR w="79248">
                      <a:solidFill>
                        <a:srgbClr val="FFFFFF"/>
                      </a:solidFill>
                      <a:prstDash val="solid"/>
                    </a:lnR>
                    <a:lnT w="76200">
                      <a:solidFill>
                        <a:srgbClr val="162844"/>
                      </a:solidFill>
                      <a:prstDash val="solid"/>
                    </a:lnT>
                    <a:solidFill>
                      <a:srgbClr val="F2F2F2"/>
                    </a:solidFill>
                  </a:tcPr>
                </a:tc>
                <a:tc>
                  <a:txBody>
                    <a:bodyPr/>
                    <a:lstStyle/>
                    <a:p>
                      <a:pPr>
                        <a:lnSpc>
                          <a:spcPct val="100000"/>
                        </a:lnSpc>
                      </a:pPr>
                      <a:endParaRPr sz="1050">
                        <a:latin typeface="Times New Roman"/>
                        <a:cs typeface="Times New Roman"/>
                      </a:endParaRPr>
                    </a:p>
                    <a:p>
                      <a:pPr>
                        <a:lnSpc>
                          <a:spcPct val="100000"/>
                        </a:lnSpc>
                        <a:spcBef>
                          <a:spcPts val="5"/>
                        </a:spcBef>
                      </a:pPr>
                      <a:endParaRPr lang="de-DE" sz="1050">
                        <a:latin typeface="Times New Roman"/>
                        <a:cs typeface="Times New Roman"/>
                      </a:endParaRPr>
                    </a:p>
                  </a:txBody>
                  <a:tcPr marL="0" marR="0" marT="0" marB="0">
                    <a:lnL w="79248">
                      <a:solidFill>
                        <a:srgbClr val="FFFFFF"/>
                      </a:solidFill>
                      <a:prstDash val="solid"/>
                    </a:lnL>
                    <a:lnR w="79247">
                      <a:solidFill>
                        <a:srgbClr val="FFFFFF"/>
                      </a:solidFill>
                      <a:prstDash val="solid"/>
                    </a:lnR>
                    <a:lnT w="76200">
                      <a:solidFill>
                        <a:srgbClr val="162844"/>
                      </a:solidFill>
                      <a:prstDash val="solid"/>
                    </a:lnT>
                    <a:solidFill>
                      <a:srgbClr val="F2F2F2"/>
                    </a:solidFill>
                  </a:tcPr>
                </a:tc>
                <a:tc>
                  <a:txBody>
                    <a:bodyPr/>
                    <a:lstStyle/>
                    <a:p>
                      <a:pPr>
                        <a:lnSpc>
                          <a:spcPct val="100000"/>
                        </a:lnSpc>
                        <a:spcBef>
                          <a:spcPts val="35"/>
                        </a:spcBef>
                      </a:pPr>
                      <a:endParaRPr lang="de-DE" sz="1050">
                        <a:latin typeface="Times New Roman"/>
                        <a:cs typeface="Times New Roman"/>
                      </a:endParaRPr>
                    </a:p>
                  </a:txBody>
                  <a:tcPr marL="0" marR="0" marT="0" marB="0">
                    <a:lnL w="79247">
                      <a:solidFill>
                        <a:srgbClr val="FFFFFF"/>
                      </a:solidFill>
                      <a:prstDash val="solid"/>
                    </a:lnL>
                    <a:lnT w="76200">
                      <a:solidFill>
                        <a:srgbClr val="162844"/>
                      </a:solidFill>
                      <a:prstDash val="solid"/>
                    </a:lnT>
                    <a:solidFill>
                      <a:srgbClr val="F2F2F2"/>
                    </a:solidFill>
                  </a:tcPr>
                </a:tc>
                <a:extLst>
                  <a:ext uri="{0D108BD9-81ED-4DB2-BD59-A6C34878D82A}">
                    <a16:rowId xmlns:a16="http://schemas.microsoft.com/office/drawing/2014/main" val="10000"/>
                  </a:ext>
                </a:extLst>
              </a:tr>
            </a:tbl>
          </a:graphicData>
        </a:graphic>
      </p:graphicFrame>
      <p:sp>
        <p:nvSpPr>
          <p:cNvPr id="66" name="object 17">
            <a:extLst>
              <a:ext uri="{FF2B5EF4-FFF2-40B4-BE49-F238E27FC236}">
                <a16:creationId xmlns:a16="http://schemas.microsoft.com/office/drawing/2014/main" id="{12F606F0-07DF-4053-8BA1-A74B72C8AABF}"/>
              </a:ext>
            </a:extLst>
          </p:cNvPr>
          <p:cNvSpPr/>
          <p:nvPr/>
        </p:nvSpPr>
        <p:spPr>
          <a:xfrm>
            <a:off x="2845417" y="3566546"/>
            <a:ext cx="501311" cy="360000"/>
          </a:xfrm>
          <a:custGeom>
            <a:avLst/>
            <a:gdLst/>
            <a:ahLst/>
            <a:cxnLst/>
            <a:rect l="l" t="t" r="r" b="b"/>
            <a:pathLst>
              <a:path w="512445" h="894714">
                <a:moveTo>
                  <a:pt x="9144" y="41148"/>
                </a:moveTo>
                <a:lnTo>
                  <a:pt x="0" y="41148"/>
                </a:lnTo>
                <a:lnTo>
                  <a:pt x="0" y="0"/>
                </a:lnTo>
                <a:lnTo>
                  <a:pt x="9144" y="0"/>
                </a:lnTo>
                <a:lnTo>
                  <a:pt x="9144" y="41148"/>
                </a:lnTo>
                <a:close/>
              </a:path>
              <a:path w="512445" h="894714">
                <a:moveTo>
                  <a:pt x="9144" y="112776"/>
                </a:moveTo>
                <a:lnTo>
                  <a:pt x="0" y="112776"/>
                </a:lnTo>
                <a:lnTo>
                  <a:pt x="0" y="71628"/>
                </a:lnTo>
                <a:lnTo>
                  <a:pt x="9144" y="71628"/>
                </a:lnTo>
                <a:lnTo>
                  <a:pt x="9144" y="112776"/>
                </a:lnTo>
                <a:close/>
              </a:path>
              <a:path w="512445" h="894714">
                <a:moveTo>
                  <a:pt x="9144" y="185928"/>
                </a:moveTo>
                <a:lnTo>
                  <a:pt x="0" y="185928"/>
                </a:lnTo>
                <a:lnTo>
                  <a:pt x="0" y="144780"/>
                </a:lnTo>
                <a:lnTo>
                  <a:pt x="9144" y="144780"/>
                </a:lnTo>
                <a:lnTo>
                  <a:pt x="9144" y="185928"/>
                </a:lnTo>
                <a:close/>
              </a:path>
              <a:path w="512445" h="894714">
                <a:moveTo>
                  <a:pt x="9144" y="257556"/>
                </a:moveTo>
                <a:lnTo>
                  <a:pt x="0" y="257556"/>
                </a:lnTo>
                <a:lnTo>
                  <a:pt x="0" y="216407"/>
                </a:lnTo>
                <a:lnTo>
                  <a:pt x="9144" y="216407"/>
                </a:lnTo>
                <a:lnTo>
                  <a:pt x="9144" y="257556"/>
                </a:lnTo>
                <a:close/>
              </a:path>
              <a:path w="512445" h="894714">
                <a:moveTo>
                  <a:pt x="9144" y="329184"/>
                </a:moveTo>
                <a:lnTo>
                  <a:pt x="0" y="329184"/>
                </a:lnTo>
                <a:lnTo>
                  <a:pt x="0" y="288036"/>
                </a:lnTo>
                <a:lnTo>
                  <a:pt x="9144" y="288036"/>
                </a:lnTo>
                <a:lnTo>
                  <a:pt x="9144" y="329184"/>
                </a:lnTo>
                <a:close/>
              </a:path>
              <a:path w="512445" h="894714">
                <a:moveTo>
                  <a:pt x="9144" y="400812"/>
                </a:moveTo>
                <a:lnTo>
                  <a:pt x="0" y="400812"/>
                </a:lnTo>
                <a:lnTo>
                  <a:pt x="0" y="359663"/>
                </a:lnTo>
                <a:lnTo>
                  <a:pt x="9144" y="359663"/>
                </a:lnTo>
                <a:lnTo>
                  <a:pt x="9144" y="400812"/>
                </a:lnTo>
                <a:close/>
              </a:path>
              <a:path w="512445" h="894714">
                <a:moveTo>
                  <a:pt x="30480" y="452628"/>
                </a:moveTo>
                <a:lnTo>
                  <a:pt x="1524" y="452628"/>
                </a:lnTo>
                <a:lnTo>
                  <a:pt x="0" y="449580"/>
                </a:lnTo>
                <a:lnTo>
                  <a:pt x="0" y="431292"/>
                </a:lnTo>
                <a:lnTo>
                  <a:pt x="9144" y="431292"/>
                </a:lnTo>
                <a:lnTo>
                  <a:pt x="9144" y="441960"/>
                </a:lnTo>
                <a:lnTo>
                  <a:pt x="4572" y="441960"/>
                </a:lnTo>
                <a:lnTo>
                  <a:pt x="9144" y="446532"/>
                </a:lnTo>
                <a:lnTo>
                  <a:pt x="30480" y="446532"/>
                </a:lnTo>
                <a:lnTo>
                  <a:pt x="30480" y="452628"/>
                </a:lnTo>
                <a:close/>
              </a:path>
              <a:path w="512445" h="894714">
                <a:moveTo>
                  <a:pt x="9144" y="446532"/>
                </a:moveTo>
                <a:lnTo>
                  <a:pt x="4572" y="441960"/>
                </a:lnTo>
                <a:lnTo>
                  <a:pt x="9144" y="441960"/>
                </a:lnTo>
                <a:lnTo>
                  <a:pt x="9144" y="446532"/>
                </a:lnTo>
                <a:close/>
              </a:path>
              <a:path w="512445" h="894714">
                <a:moveTo>
                  <a:pt x="30480" y="446532"/>
                </a:moveTo>
                <a:lnTo>
                  <a:pt x="9144" y="446532"/>
                </a:lnTo>
                <a:lnTo>
                  <a:pt x="9144" y="441960"/>
                </a:lnTo>
                <a:lnTo>
                  <a:pt x="30480" y="441960"/>
                </a:lnTo>
                <a:lnTo>
                  <a:pt x="30480" y="446532"/>
                </a:lnTo>
                <a:close/>
              </a:path>
              <a:path w="512445" h="894714">
                <a:moveTo>
                  <a:pt x="102108" y="452628"/>
                </a:moveTo>
                <a:lnTo>
                  <a:pt x="60960" y="452628"/>
                </a:lnTo>
                <a:lnTo>
                  <a:pt x="60960" y="441960"/>
                </a:lnTo>
                <a:lnTo>
                  <a:pt x="102108" y="441960"/>
                </a:lnTo>
                <a:lnTo>
                  <a:pt x="102108" y="452628"/>
                </a:lnTo>
                <a:close/>
              </a:path>
              <a:path w="512445" h="894714">
                <a:moveTo>
                  <a:pt x="173736" y="452628"/>
                </a:moveTo>
                <a:lnTo>
                  <a:pt x="132588" y="452628"/>
                </a:lnTo>
                <a:lnTo>
                  <a:pt x="132588" y="441960"/>
                </a:lnTo>
                <a:lnTo>
                  <a:pt x="173736" y="441960"/>
                </a:lnTo>
                <a:lnTo>
                  <a:pt x="173736" y="452628"/>
                </a:lnTo>
                <a:close/>
              </a:path>
              <a:path w="512445" h="894714">
                <a:moveTo>
                  <a:pt x="246888" y="452628"/>
                </a:moveTo>
                <a:lnTo>
                  <a:pt x="205740" y="452628"/>
                </a:lnTo>
                <a:lnTo>
                  <a:pt x="205740" y="441960"/>
                </a:lnTo>
                <a:lnTo>
                  <a:pt x="246888" y="441960"/>
                </a:lnTo>
                <a:lnTo>
                  <a:pt x="246888" y="452628"/>
                </a:lnTo>
                <a:close/>
              </a:path>
              <a:path w="512445" h="894714">
                <a:moveTo>
                  <a:pt x="318515" y="452628"/>
                </a:moveTo>
                <a:lnTo>
                  <a:pt x="277368" y="452628"/>
                </a:lnTo>
                <a:lnTo>
                  <a:pt x="277368" y="441960"/>
                </a:lnTo>
                <a:lnTo>
                  <a:pt x="318515" y="441960"/>
                </a:lnTo>
                <a:lnTo>
                  <a:pt x="318515" y="452628"/>
                </a:lnTo>
                <a:close/>
              </a:path>
              <a:path w="512445" h="894714">
                <a:moveTo>
                  <a:pt x="390144" y="452628"/>
                </a:moveTo>
                <a:lnTo>
                  <a:pt x="348996" y="452628"/>
                </a:lnTo>
                <a:lnTo>
                  <a:pt x="348996" y="441960"/>
                </a:lnTo>
                <a:lnTo>
                  <a:pt x="390144" y="441960"/>
                </a:lnTo>
                <a:lnTo>
                  <a:pt x="390144" y="452628"/>
                </a:lnTo>
                <a:close/>
              </a:path>
              <a:path w="512445" h="894714">
                <a:moveTo>
                  <a:pt x="461772" y="452628"/>
                </a:moveTo>
                <a:lnTo>
                  <a:pt x="420624" y="452628"/>
                </a:lnTo>
                <a:lnTo>
                  <a:pt x="420624" y="441960"/>
                </a:lnTo>
                <a:lnTo>
                  <a:pt x="461772" y="441960"/>
                </a:lnTo>
                <a:lnTo>
                  <a:pt x="461772" y="452628"/>
                </a:lnTo>
                <a:close/>
              </a:path>
              <a:path w="512445" h="894714">
                <a:moveTo>
                  <a:pt x="475487" y="510539"/>
                </a:moveTo>
                <a:lnTo>
                  <a:pt x="464820" y="510539"/>
                </a:lnTo>
                <a:lnTo>
                  <a:pt x="464820" y="469392"/>
                </a:lnTo>
                <a:lnTo>
                  <a:pt x="475487" y="469392"/>
                </a:lnTo>
                <a:lnTo>
                  <a:pt x="475487" y="510539"/>
                </a:lnTo>
                <a:close/>
              </a:path>
              <a:path w="512445" h="894714">
                <a:moveTo>
                  <a:pt x="475487" y="582168"/>
                </a:moveTo>
                <a:lnTo>
                  <a:pt x="464820" y="582168"/>
                </a:lnTo>
                <a:lnTo>
                  <a:pt x="464820" y="541020"/>
                </a:lnTo>
                <a:lnTo>
                  <a:pt x="475487" y="541020"/>
                </a:lnTo>
                <a:lnTo>
                  <a:pt x="475487" y="582168"/>
                </a:lnTo>
                <a:close/>
              </a:path>
              <a:path w="512445" h="894714">
                <a:moveTo>
                  <a:pt x="475487" y="653796"/>
                </a:moveTo>
                <a:lnTo>
                  <a:pt x="464820" y="653796"/>
                </a:lnTo>
                <a:lnTo>
                  <a:pt x="464820" y="612648"/>
                </a:lnTo>
                <a:lnTo>
                  <a:pt x="475487" y="612648"/>
                </a:lnTo>
                <a:lnTo>
                  <a:pt x="475487" y="653796"/>
                </a:lnTo>
                <a:close/>
              </a:path>
              <a:path w="512445" h="894714">
                <a:moveTo>
                  <a:pt x="475487" y="726948"/>
                </a:moveTo>
                <a:lnTo>
                  <a:pt x="464820" y="726948"/>
                </a:lnTo>
                <a:lnTo>
                  <a:pt x="464820" y="685800"/>
                </a:lnTo>
                <a:lnTo>
                  <a:pt x="475487" y="685800"/>
                </a:lnTo>
                <a:lnTo>
                  <a:pt x="475487" y="726948"/>
                </a:lnTo>
                <a:close/>
              </a:path>
              <a:path w="512445" h="894714">
                <a:moveTo>
                  <a:pt x="475487" y="798575"/>
                </a:moveTo>
                <a:lnTo>
                  <a:pt x="464820" y="798575"/>
                </a:lnTo>
                <a:lnTo>
                  <a:pt x="464820" y="757427"/>
                </a:lnTo>
                <a:lnTo>
                  <a:pt x="475487" y="757427"/>
                </a:lnTo>
                <a:lnTo>
                  <a:pt x="475487" y="798575"/>
                </a:lnTo>
                <a:close/>
              </a:path>
              <a:path w="512445" h="894714">
                <a:moveTo>
                  <a:pt x="470916" y="894588"/>
                </a:moveTo>
                <a:lnTo>
                  <a:pt x="429768" y="812292"/>
                </a:lnTo>
                <a:lnTo>
                  <a:pt x="512063" y="812292"/>
                </a:lnTo>
                <a:lnTo>
                  <a:pt x="470916" y="894588"/>
                </a:lnTo>
                <a:close/>
              </a:path>
            </a:pathLst>
          </a:custGeom>
          <a:solidFill>
            <a:srgbClr val="162844"/>
          </a:solidFill>
        </p:spPr>
        <p:txBody>
          <a:bodyPr wrap="square" lIns="0" tIns="0" rIns="0" bIns="0" rtlCol="0"/>
          <a:lstStyle/>
          <a:p>
            <a:endParaRPr/>
          </a:p>
        </p:txBody>
      </p:sp>
      <p:sp>
        <p:nvSpPr>
          <p:cNvPr id="67" name="object 18">
            <a:extLst>
              <a:ext uri="{FF2B5EF4-FFF2-40B4-BE49-F238E27FC236}">
                <a16:creationId xmlns:a16="http://schemas.microsoft.com/office/drawing/2014/main" id="{3C4D89CD-DC1D-4017-A6FD-1BF8F3A35115}"/>
              </a:ext>
            </a:extLst>
          </p:cNvPr>
          <p:cNvSpPr/>
          <p:nvPr/>
        </p:nvSpPr>
        <p:spPr>
          <a:xfrm>
            <a:off x="3282805" y="2859029"/>
            <a:ext cx="1236193" cy="360000"/>
          </a:xfrm>
          <a:custGeom>
            <a:avLst/>
            <a:gdLst/>
            <a:ahLst/>
            <a:cxnLst/>
            <a:rect l="l" t="t" r="r" b="b"/>
            <a:pathLst>
              <a:path w="1263650" h="828039">
                <a:moveTo>
                  <a:pt x="1263396" y="827531"/>
                </a:moveTo>
                <a:lnTo>
                  <a:pt x="1252728" y="827531"/>
                </a:lnTo>
                <a:lnTo>
                  <a:pt x="1252728" y="786383"/>
                </a:lnTo>
                <a:lnTo>
                  <a:pt x="1263396" y="786383"/>
                </a:lnTo>
                <a:lnTo>
                  <a:pt x="1263396" y="827531"/>
                </a:lnTo>
                <a:close/>
              </a:path>
              <a:path w="1263650" h="828039">
                <a:moveTo>
                  <a:pt x="1263396" y="755903"/>
                </a:moveTo>
                <a:lnTo>
                  <a:pt x="1252728" y="755903"/>
                </a:lnTo>
                <a:lnTo>
                  <a:pt x="1252728" y="714755"/>
                </a:lnTo>
                <a:lnTo>
                  <a:pt x="1263396" y="714755"/>
                </a:lnTo>
                <a:lnTo>
                  <a:pt x="1263396" y="755903"/>
                </a:lnTo>
                <a:close/>
              </a:path>
              <a:path w="1263650" h="828039">
                <a:moveTo>
                  <a:pt x="1263396" y="682751"/>
                </a:moveTo>
                <a:lnTo>
                  <a:pt x="1252728" y="682751"/>
                </a:lnTo>
                <a:lnTo>
                  <a:pt x="1252728" y="641603"/>
                </a:lnTo>
                <a:lnTo>
                  <a:pt x="1263396" y="641603"/>
                </a:lnTo>
                <a:lnTo>
                  <a:pt x="1263396" y="682751"/>
                </a:lnTo>
                <a:close/>
              </a:path>
              <a:path w="1263650" h="828039">
                <a:moveTo>
                  <a:pt x="1263396" y="611123"/>
                </a:moveTo>
                <a:lnTo>
                  <a:pt x="1252728" y="611123"/>
                </a:lnTo>
                <a:lnTo>
                  <a:pt x="1252728" y="569975"/>
                </a:lnTo>
                <a:lnTo>
                  <a:pt x="1263396" y="569975"/>
                </a:lnTo>
                <a:lnTo>
                  <a:pt x="1263396" y="611123"/>
                </a:lnTo>
                <a:close/>
              </a:path>
              <a:path w="1263650" h="828039">
                <a:moveTo>
                  <a:pt x="1263396" y="539495"/>
                </a:moveTo>
                <a:lnTo>
                  <a:pt x="1252728" y="539495"/>
                </a:lnTo>
                <a:lnTo>
                  <a:pt x="1252728" y="498347"/>
                </a:lnTo>
                <a:lnTo>
                  <a:pt x="1263396" y="498347"/>
                </a:lnTo>
                <a:lnTo>
                  <a:pt x="1263396" y="539495"/>
                </a:lnTo>
                <a:close/>
              </a:path>
              <a:path w="1263650" h="828039">
                <a:moveTo>
                  <a:pt x="1263396" y="467868"/>
                </a:moveTo>
                <a:lnTo>
                  <a:pt x="1252728" y="467868"/>
                </a:lnTo>
                <a:lnTo>
                  <a:pt x="1252728" y="426719"/>
                </a:lnTo>
                <a:lnTo>
                  <a:pt x="1263396" y="426719"/>
                </a:lnTo>
                <a:lnTo>
                  <a:pt x="1263396" y="467868"/>
                </a:lnTo>
                <a:close/>
              </a:path>
              <a:path w="1263650" h="828039">
                <a:moveTo>
                  <a:pt x="1239012" y="419099"/>
                </a:moveTo>
                <a:lnTo>
                  <a:pt x="1197864" y="419099"/>
                </a:lnTo>
                <a:lnTo>
                  <a:pt x="1197864" y="408431"/>
                </a:lnTo>
                <a:lnTo>
                  <a:pt x="1239012" y="408431"/>
                </a:lnTo>
                <a:lnTo>
                  <a:pt x="1239012" y="419099"/>
                </a:lnTo>
                <a:close/>
              </a:path>
              <a:path w="1263650" h="828039">
                <a:moveTo>
                  <a:pt x="1167384" y="419099"/>
                </a:moveTo>
                <a:lnTo>
                  <a:pt x="1126236" y="419099"/>
                </a:lnTo>
                <a:lnTo>
                  <a:pt x="1126236" y="408431"/>
                </a:lnTo>
                <a:lnTo>
                  <a:pt x="1167384" y="408431"/>
                </a:lnTo>
                <a:lnTo>
                  <a:pt x="1167384" y="419099"/>
                </a:lnTo>
                <a:close/>
              </a:path>
              <a:path w="1263650" h="828039">
                <a:moveTo>
                  <a:pt x="1095756" y="419099"/>
                </a:moveTo>
                <a:lnTo>
                  <a:pt x="1054608" y="419099"/>
                </a:lnTo>
                <a:lnTo>
                  <a:pt x="1054608" y="408431"/>
                </a:lnTo>
                <a:lnTo>
                  <a:pt x="1095756" y="408431"/>
                </a:lnTo>
                <a:lnTo>
                  <a:pt x="1095756" y="419099"/>
                </a:lnTo>
                <a:close/>
              </a:path>
              <a:path w="1263650" h="828039">
                <a:moveTo>
                  <a:pt x="1024128" y="419099"/>
                </a:moveTo>
                <a:lnTo>
                  <a:pt x="982980" y="419099"/>
                </a:lnTo>
                <a:lnTo>
                  <a:pt x="982980" y="408431"/>
                </a:lnTo>
                <a:lnTo>
                  <a:pt x="1024128" y="408431"/>
                </a:lnTo>
                <a:lnTo>
                  <a:pt x="1024128" y="419099"/>
                </a:lnTo>
                <a:close/>
              </a:path>
              <a:path w="1263650" h="828039">
                <a:moveTo>
                  <a:pt x="952500" y="419099"/>
                </a:moveTo>
                <a:lnTo>
                  <a:pt x="911352" y="419099"/>
                </a:lnTo>
                <a:lnTo>
                  <a:pt x="911352" y="408431"/>
                </a:lnTo>
                <a:lnTo>
                  <a:pt x="952500" y="408431"/>
                </a:lnTo>
                <a:lnTo>
                  <a:pt x="952500" y="419099"/>
                </a:lnTo>
                <a:close/>
              </a:path>
              <a:path w="1263650" h="828039">
                <a:moveTo>
                  <a:pt x="879348" y="419099"/>
                </a:moveTo>
                <a:lnTo>
                  <a:pt x="838200" y="419099"/>
                </a:lnTo>
                <a:lnTo>
                  <a:pt x="838200" y="408431"/>
                </a:lnTo>
                <a:lnTo>
                  <a:pt x="879348" y="408431"/>
                </a:lnTo>
                <a:lnTo>
                  <a:pt x="879348" y="419099"/>
                </a:lnTo>
                <a:close/>
              </a:path>
              <a:path w="1263650" h="828039">
                <a:moveTo>
                  <a:pt x="807720" y="419099"/>
                </a:moveTo>
                <a:lnTo>
                  <a:pt x="766572" y="419099"/>
                </a:lnTo>
                <a:lnTo>
                  <a:pt x="766572" y="408431"/>
                </a:lnTo>
                <a:lnTo>
                  <a:pt x="807720" y="408431"/>
                </a:lnTo>
                <a:lnTo>
                  <a:pt x="807720" y="419099"/>
                </a:lnTo>
                <a:close/>
              </a:path>
              <a:path w="1263650" h="828039">
                <a:moveTo>
                  <a:pt x="736092" y="419099"/>
                </a:moveTo>
                <a:lnTo>
                  <a:pt x="694944" y="419099"/>
                </a:lnTo>
                <a:lnTo>
                  <a:pt x="694944" y="408431"/>
                </a:lnTo>
                <a:lnTo>
                  <a:pt x="736092" y="408431"/>
                </a:lnTo>
                <a:lnTo>
                  <a:pt x="736092" y="419099"/>
                </a:lnTo>
                <a:close/>
              </a:path>
              <a:path w="1263650" h="828039">
                <a:moveTo>
                  <a:pt x="664464" y="419099"/>
                </a:moveTo>
                <a:lnTo>
                  <a:pt x="623316" y="419099"/>
                </a:lnTo>
                <a:lnTo>
                  <a:pt x="623316" y="408431"/>
                </a:lnTo>
                <a:lnTo>
                  <a:pt x="664464" y="408431"/>
                </a:lnTo>
                <a:lnTo>
                  <a:pt x="664464" y="419099"/>
                </a:lnTo>
                <a:close/>
              </a:path>
              <a:path w="1263650" h="828039">
                <a:moveTo>
                  <a:pt x="591312" y="419099"/>
                </a:moveTo>
                <a:lnTo>
                  <a:pt x="550164" y="419099"/>
                </a:lnTo>
                <a:lnTo>
                  <a:pt x="550164" y="408431"/>
                </a:lnTo>
                <a:lnTo>
                  <a:pt x="591312" y="408431"/>
                </a:lnTo>
                <a:lnTo>
                  <a:pt x="591312" y="419099"/>
                </a:lnTo>
                <a:close/>
              </a:path>
              <a:path w="1263650" h="828039">
                <a:moveTo>
                  <a:pt x="519683" y="419099"/>
                </a:moveTo>
                <a:lnTo>
                  <a:pt x="478535" y="419099"/>
                </a:lnTo>
                <a:lnTo>
                  <a:pt x="478535" y="408431"/>
                </a:lnTo>
                <a:lnTo>
                  <a:pt x="519683" y="408431"/>
                </a:lnTo>
                <a:lnTo>
                  <a:pt x="519683" y="419099"/>
                </a:lnTo>
                <a:close/>
              </a:path>
              <a:path w="1263650" h="828039">
                <a:moveTo>
                  <a:pt x="448056" y="419099"/>
                </a:moveTo>
                <a:lnTo>
                  <a:pt x="406908" y="419099"/>
                </a:lnTo>
                <a:lnTo>
                  <a:pt x="406908" y="408431"/>
                </a:lnTo>
                <a:lnTo>
                  <a:pt x="448056" y="408431"/>
                </a:lnTo>
                <a:lnTo>
                  <a:pt x="448056" y="419099"/>
                </a:lnTo>
                <a:close/>
              </a:path>
              <a:path w="1263650" h="828039">
                <a:moveTo>
                  <a:pt x="376427" y="419099"/>
                </a:moveTo>
                <a:lnTo>
                  <a:pt x="335279" y="419099"/>
                </a:lnTo>
                <a:lnTo>
                  <a:pt x="335279" y="408431"/>
                </a:lnTo>
                <a:lnTo>
                  <a:pt x="376427" y="408431"/>
                </a:lnTo>
                <a:lnTo>
                  <a:pt x="376427" y="419099"/>
                </a:lnTo>
                <a:close/>
              </a:path>
              <a:path w="1263650" h="828039">
                <a:moveTo>
                  <a:pt x="304800" y="419099"/>
                </a:moveTo>
                <a:lnTo>
                  <a:pt x="263652" y="419099"/>
                </a:lnTo>
                <a:lnTo>
                  <a:pt x="263652" y="408431"/>
                </a:lnTo>
                <a:lnTo>
                  <a:pt x="304800" y="408431"/>
                </a:lnTo>
                <a:lnTo>
                  <a:pt x="304800" y="419099"/>
                </a:lnTo>
                <a:close/>
              </a:path>
              <a:path w="1263650" h="828039">
                <a:moveTo>
                  <a:pt x="231647" y="419099"/>
                </a:moveTo>
                <a:lnTo>
                  <a:pt x="190500" y="419099"/>
                </a:lnTo>
                <a:lnTo>
                  <a:pt x="190500" y="408431"/>
                </a:lnTo>
                <a:lnTo>
                  <a:pt x="231647" y="408431"/>
                </a:lnTo>
                <a:lnTo>
                  <a:pt x="231647" y="419099"/>
                </a:lnTo>
                <a:close/>
              </a:path>
              <a:path w="1263650" h="828039">
                <a:moveTo>
                  <a:pt x="160020" y="419099"/>
                </a:moveTo>
                <a:lnTo>
                  <a:pt x="118871" y="419099"/>
                </a:lnTo>
                <a:lnTo>
                  <a:pt x="118871" y="408431"/>
                </a:lnTo>
                <a:lnTo>
                  <a:pt x="160020" y="408431"/>
                </a:lnTo>
                <a:lnTo>
                  <a:pt x="160020" y="419099"/>
                </a:lnTo>
                <a:close/>
              </a:path>
              <a:path w="1263650" h="828039">
                <a:moveTo>
                  <a:pt x="88391" y="419099"/>
                </a:moveTo>
                <a:lnTo>
                  <a:pt x="47243" y="419099"/>
                </a:lnTo>
                <a:lnTo>
                  <a:pt x="47243" y="408431"/>
                </a:lnTo>
                <a:lnTo>
                  <a:pt x="88391" y="408431"/>
                </a:lnTo>
                <a:lnTo>
                  <a:pt x="88391" y="419099"/>
                </a:lnTo>
                <a:close/>
              </a:path>
              <a:path w="1263650" h="828039">
                <a:moveTo>
                  <a:pt x="45720" y="388619"/>
                </a:moveTo>
                <a:lnTo>
                  <a:pt x="36575" y="388619"/>
                </a:lnTo>
                <a:lnTo>
                  <a:pt x="36575" y="347471"/>
                </a:lnTo>
                <a:lnTo>
                  <a:pt x="45720" y="347471"/>
                </a:lnTo>
                <a:lnTo>
                  <a:pt x="45720" y="388619"/>
                </a:lnTo>
                <a:close/>
              </a:path>
              <a:path w="1263650" h="828039">
                <a:moveTo>
                  <a:pt x="45720" y="316991"/>
                </a:moveTo>
                <a:lnTo>
                  <a:pt x="36575" y="316991"/>
                </a:lnTo>
                <a:lnTo>
                  <a:pt x="36575" y="275843"/>
                </a:lnTo>
                <a:lnTo>
                  <a:pt x="45720" y="275843"/>
                </a:lnTo>
                <a:lnTo>
                  <a:pt x="45720" y="316991"/>
                </a:lnTo>
                <a:close/>
              </a:path>
              <a:path w="1263650" h="828039">
                <a:moveTo>
                  <a:pt x="45720" y="245363"/>
                </a:moveTo>
                <a:lnTo>
                  <a:pt x="36575" y="245363"/>
                </a:lnTo>
                <a:lnTo>
                  <a:pt x="36575" y="204215"/>
                </a:lnTo>
                <a:lnTo>
                  <a:pt x="45720" y="204215"/>
                </a:lnTo>
                <a:lnTo>
                  <a:pt x="45720" y="245363"/>
                </a:lnTo>
                <a:close/>
              </a:path>
              <a:path w="1263650" h="828039">
                <a:moveTo>
                  <a:pt x="45720" y="172211"/>
                </a:moveTo>
                <a:lnTo>
                  <a:pt x="36575" y="172211"/>
                </a:lnTo>
                <a:lnTo>
                  <a:pt x="36575" y="131063"/>
                </a:lnTo>
                <a:lnTo>
                  <a:pt x="45720" y="131063"/>
                </a:lnTo>
                <a:lnTo>
                  <a:pt x="45720" y="172211"/>
                </a:lnTo>
                <a:close/>
              </a:path>
              <a:path w="1263650" h="828039">
                <a:moveTo>
                  <a:pt x="36575" y="82295"/>
                </a:moveTo>
                <a:lnTo>
                  <a:pt x="0" y="82295"/>
                </a:lnTo>
                <a:lnTo>
                  <a:pt x="41147" y="0"/>
                </a:lnTo>
                <a:lnTo>
                  <a:pt x="75437" y="68579"/>
                </a:lnTo>
                <a:lnTo>
                  <a:pt x="36575" y="68579"/>
                </a:lnTo>
                <a:lnTo>
                  <a:pt x="36575" y="82295"/>
                </a:lnTo>
                <a:close/>
              </a:path>
              <a:path w="1263650" h="828039">
                <a:moveTo>
                  <a:pt x="45720" y="100583"/>
                </a:moveTo>
                <a:lnTo>
                  <a:pt x="36575" y="100583"/>
                </a:lnTo>
                <a:lnTo>
                  <a:pt x="36575" y="68579"/>
                </a:lnTo>
                <a:lnTo>
                  <a:pt x="45720" y="68579"/>
                </a:lnTo>
                <a:lnTo>
                  <a:pt x="45720" y="100583"/>
                </a:lnTo>
                <a:close/>
              </a:path>
              <a:path w="1263650" h="828039">
                <a:moveTo>
                  <a:pt x="82295" y="82295"/>
                </a:moveTo>
                <a:lnTo>
                  <a:pt x="45720" y="82295"/>
                </a:lnTo>
                <a:lnTo>
                  <a:pt x="45720" y="68579"/>
                </a:lnTo>
                <a:lnTo>
                  <a:pt x="75437" y="68579"/>
                </a:lnTo>
                <a:lnTo>
                  <a:pt x="82295" y="82295"/>
                </a:lnTo>
                <a:close/>
              </a:path>
            </a:pathLst>
          </a:custGeom>
          <a:solidFill>
            <a:srgbClr val="162844"/>
          </a:solidFill>
        </p:spPr>
        <p:txBody>
          <a:bodyPr wrap="square" lIns="0" tIns="0" rIns="0" bIns="0" rtlCol="0"/>
          <a:lstStyle/>
          <a:p>
            <a:endParaRPr/>
          </a:p>
        </p:txBody>
      </p:sp>
      <p:sp>
        <p:nvSpPr>
          <p:cNvPr id="68" name="object 19">
            <a:extLst>
              <a:ext uri="{FF2B5EF4-FFF2-40B4-BE49-F238E27FC236}">
                <a16:creationId xmlns:a16="http://schemas.microsoft.com/office/drawing/2014/main" id="{601E5B89-C14F-49C2-8854-41ED27C5558D}"/>
              </a:ext>
            </a:extLst>
          </p:cNvPr>
          <p:cNvSpPr/>
          <p:nvPr/>
        </p:nvSpPr>
        <p:spPr>
          <a:xfrm>
            <a:off x="5277722" y="3561165"/>
            <a:ext cx="401296" cy="360000"/>
          </a:xfrm>
          <a:custGeom>
            <a:avLst/>
            <a:gdLst/>
            <a:ahLst/>
            <a:cxnLst/>
            <a:rect l="l" t="t" r="r" b="b"/>
            <a:pathLst>
              <a:path w="410210" h="828039">
                <a:moveTo>
                  <a:pt x="409956" y="41148"/>
                </a:moveTo>
                <a:lnTo>
                  <a:pt x="399288" y="41148"/>
                </a:lnTo>
                <a:lnTo>
                  <a:pt x="399288" y="0"/>
                </a:lnTo>
                <a:lnTo>
                  <a:pt x="409956" y="0"/>
                </a:lnTo>
                <a:lnTo>
                  <a:pt x="409956" y="41148"/>
                </a:lnTo>
                <a:close/>
              </a:path>
              <a:path w="410210" h="828039">
                <a:moveTo>
                  <a:pt x="409956" y="112776"/>
                </a:moveTo>
                <a:lnTo>
                  <a:pt x="399288" y="112776"/>
                </a:lnTo>
                <a:lnTo>
                  <a:pt x="399288" y="71628"/>
                </a:lnTo>
                <a:lnTo>
                  <a:pt x="409956" y="71628"/>
                </a:lnTo>
                <a:lnTo>
                  <a:pt x="409956" y="112776"/>
                </a:lnTo>
                <a:close/>
              </a:path>
              <a:path w="410210" h="828039">
                <a:moveTo>
                  <a:pt x="409956" y="185928"/>
                </a:moveTo>
                <a:lnTo>
                  <a:pt x="399288" y="185928"/>
                </a:lnTo>
                <a:lnTo>
                  <a:pt x="399288" y="144780"/>
                </a:lnTo>
                <a:lnTo>
                  <a:pt x="409956" y="144780"/>
                </a:lnTo>
                <a:lnTo>
                  <a:pt x="409956" y="185928"/>
                </a:lnTo>
                <a:close/>
              </a:path>
              <a:path w="410210" h="828039">
                <a:moveTo>
                  <a:pt x="409956" y="257556"/>
                </a:moveTo>
                <a:lnTo>
                  <a:pt x="399288" y="257556"/>
                </a:lnTo>
                <a:lnTo>
                  <a:pt x="399288" y="216407"/>
                </a:lnTo>
                <a:lnTo>
                  <a:pt x="409956" y="216407"/>
                </a:lnTo>
                <a:lnTo>
                  <a:pt x="409956" y="257556"/>
                </a:lnTo>
                <a:close/>
              </a:path>
              <a:path w="410210" h="828039">
                <a:moveTo>
                  <a:pt x="409956" y="329184"/>
                </a:moveTo>
                <a:lnTo>
                  <a:pt x="399288" y="329184"/>
                </a:lnTo>
                <a:lnTo>
                  <a:pt x="399288" y="288036"/>
                </a:lnTo>
                <a:lnTo>
                  <a:pt x="409956" y="288036"/>
                </a:lnTo>
                <a:lnTo>
                  <a:pt x="409956" y="329184"/>
                </a:lnTo>
                <a:close/>
              </a:path>
              <a:path w="410210" h="828039">
                <a:moveTo>
                  <a:pt x="409956" y="400812"/>
                </a:moveTo>
                <a:lnTo>
                  <a:pt x="399288" y="400812"/>
                </a:lnTo>
                <a:lnTo>
                  <a:pt x="399288" y="359663"/>
                </a:lnTo>
                <a:lnTo>
                  <a:pt x="409956" y="359663"/>
                </a:lnTo>
                <a:lnTo>
                  <a:pt x="409956" y="400812"/>
                </a:lnTo>
                <a:close/>
              </a:path>
              <a:path w="410210" h="828039">
                <a:moveTo>
                  <a:pt x="387096" y="419100"/>
                </a:moveTo>
                <a:lnTo>
                  <a:pt x="345948" y="419100"/>
                </a:lnTo>
                <a:lnTo>
                  <a:pt x="345948" y="408432"/>
                </a:lnTo>
                <a:lnTo>
                  <a:pt x="387096" y="408432"/>
                </a:lnTo>
                <a:lnTo>
                  <a:pt x="387096" y="419100"/>
                </a:lnTo>
                <a:close/>
              </a:path>
              <a:path w="410210" h="828039">
                <a:moveTo>
                  <a:pt x="313944" y="419100"/>
                </a:moveTo>
                <a:lnTo>
                  <a:pt x="272796" y="419100"/>
                </a:lnTo>
                <a:lnTo>
                  <a:pt x="272796" y="408432"/>
                </a:lnTo>
                <a:lnTo>
                  <a:pt x="313944" y="408432"/>
                </a:lnTo>
                <a:lnTo>
                  <a:pt x="313944" y="419100"/>
                </a:lnTo>
                <a:close/>
              </a:path>
              <a:path w="410210" h="828039">
                <a:moveTo>
                  <a:pt x="242316" y="419100"/>
                </a:moveTo>
                <a:lnTo>
                  <a:pt x="201168" y="419100"/>
                </a:lnTo>
                <a:lnTo>
                  <a:pt x="201168" y="408432"/>
                </a:lnTo>
                <a:lnTo>
                  <a:pt x="242316" y="408432"/>
                </a:lnTo>
                <a:lnTo>
                  <a:pt x="242316" y="419100"/>
                </a:lnTo>
                <a:close/>
              </a:path>
              <a:path w="410210" h="828039">
                <a:moveTo>
                  <a:pt x="170688" y="419100"/>
                </a:moveTo>
                <a:lnTo>
                  <a:pt x="129540" y="419100"/>
                </a:lnTo>
                <a:lnTo>
                  <a:pt x="129540" y="408432"/>
                </a:lnTo>
                <a:lnTo>
                  <a:pt x="170688" y="408432"/>
                </a:lnTo>
                <a:lnTo>
                  <a:pt x="170688" y="419100"/>
                </a:lnTo>
                <a:close/>
              </a:path>
              <a:path w="410210" h="828039">
                <a:moveTo>
                  <a:pt x="99060" y="419100"/>
                </a:moveTo>
                <a:lnTo>
                  <a:pt x="57912" y="419100"/>
                </a:lnTo>
                <a:lnTo>
                  <a:pt x="57912" y="408432"/>
                </a:lnTo>
                <a:lnTo>
                  <a:pt x="99060" y="408432"/>
                </a:lnTo>
                <a:lnTo>
                  <a:pt x="99060" y="419100"/>
                </a:lnTo>
                <a:close/>
              </a:path>
              <a:path w="410210" h="828039">
                <a:moveTo>
                  <a:pt x="45719" y="469392"/>
                </a:moveTo>
                <a:lnTo>
                  <a:pt x="36576" y="469392"/>
                </a:lnTo>
                <a:lnTo>
                  <a:pt x="36576" y="428244"/>
                </a:lnTo>
                <a:lnTo>
                  <a:pt x="45719" y="428244"/>
                </a:lnTo>
                <a:lnTo>
                  <a:pt x="45719" y="469392"/>
                </a:lnTo>
                <a:close/>
              </a:path>
              <a:path w="410210" h="828039">
                <a:moveTo>
                  <a:pt x="45719" y="541020"/>
                </a:moveTo>
                <a:lnTo>
                  <a:pt x="36576" y="541020"/>
                </a:lnTo>
                <a:lnTo>
                  <a:pt x="36576" y="499872"/>
                </a:lnTo>
                <a:lnTo>
                  <a:pt x="45719" y="499872"/>
                </a:lnTo>
                <a:lnTo>
                  <a:pt x="45719" y="541020"/>
                </a:lnTo>
                <a:close/>
              </a:path>
              <a:path w="410210" h="828039">
                <a:moveTo>
                  <a:pt x="45719" y="612648"/>
                </a:moveTo>
                <a:lnTo>
                  <a:pt x="36576" y="612648"/>
                </a:lnTo>
                <a:lnTo>
                  <a:pt x="36576" y="571500"/>
                </a:lnTo>
                <a:lnTo>
                  <a:pt x="45719" y="571500"/>
                </a:lnTo>
                <a:lnTo>
                  <a:pt x="45719" y="612648"/>
                </a:lnTo>
                <a:close/>
              </a:path>
              <a:path w="410210" h="828039">
                <a:moveTo>
                  <a:pt x="45719" y="684275"/>
                </a:moveTo>
                <a:lnTo>
                  <a:pt x="36576" y="684275"/>
                </a:lnTo>
                <a:lnTo>
                  <a:pt x="36576" y="644652"/>
                </a:lnTo>
                <a:lnTo>
                  <a:pt x="45719" y="644652"/>
                </a:lnTo>
                <a:lnTo>
                  <a:pt x="45719" y="684275"/>
                </a:lnTo>
                <a:close/>
              </a:path>
              <a:path w="410210" h="828039">
                <a:moveTo>
                  <a:pt x="45719" y="757427"/>
                </a:moveTo>
                <a:lnTo>
                  <a:pt x="36576" y="757427"/>
                </a:lnTo>
                <a:lnTo>
                  <a:pt x="36576" y="716279"/>
                </a:lnTo>
                <a:lnTo>
                  <a:pt x="45719" y="716279"/>
                </a:lnTo>
                <a:lnTo>
                  <a:pt x="45719" y="757427"/>
                </a:lnTo>
                <a:close/>
              </a:path>
              <a:path w="410210" h="828039">
                <a:moveTo>
                  <a:pt x="41148" y="827531"/>
                </a:moveTo>
                <a:lnTo>
                  <a:pt x="0" y="745236"/>
                </a:lnTo>
                <a:lnTo>
                  <a:pt x="36576" y="745236"/>
                </a:lnTo>
                <a:lnTo>
                  <a:pt x="36576" y="757427"/>
                </a:lnTo>
                <a:lnTo>
                  <a:pt x="76199" y="757427"/>
                </a:lnTo>
                <a:lnTo>
                  <a:pt x="41148" y="827531"/>
                </a:lnTo>
                <a:close/>
              </a:path>
              <a:path w="410210" h="828039">
                <a:moveTo>
                  <a:pt x="76199" y="757427"/>
                </a:moveTo>
                <a:lnTo>
                  <a:pt x="45719" y="757427"/>
                </a:lnTo>
                <a:lnTo>
                  <a:pt x="45719" y="745236"/>
                </a:lnTo>
                <a:lnTo>
                  <a:pt x="82295" y="745236"/>
                </a:lnTo>
                <a:lnTo>
                  <a:pt x="76199" y="757427"/>
                </a:lnTo>
                <a:close/>
              </a:path>
            </a:pathLst>
          </a:custGeom>
          <a:solidFill>
            <a:srgbClr val="162844"/>
          </a:solidFill>
        </p:spPr>
        <p:txBody>
          <a:bodyPr wrap="square" lIns="0" tIns="0" rIns="0" bIns="0" rtlCol="0"/>
          <a:lstStyle/>
          <a:p>
            <a:endParaRPr/>
          </a:p>
        </p:txBody>
      </p:sp>
      <p:sp>
        <p:nvSpPr>
          <p:cNvPr id="69" name="object 20">
            <a:extLst>
              <a:ext uri="{FF2B5EF4-FFF2-40B4-BE49-F238E27FC236}">
                <a16:creationId xmlns:a16="http://schemas.microsoft.com/office/drawing/2014/main" id="{8C9669BB-1219-47B2-BDDE-D6902AC18874}"/>
              </a:ext>
            </a:extLst>
          </p:cNvPr>
          <p:cNvSpPr/>
          <p:nvPr/>
        </p:nvSpPr>
        <p:spPr>
          <a:xfrm>
            <a:off x="5277721" y="2859029"/>
            <a:ext cx="994545" cy="360000"/>
          </a:xfrm>
          <a:custGeom>
            <a:avLst/>
            <a:gdLst/>
            <a:ahLst/>
            <a:cxnLst/>
            <a:rect l="l" t="t" r="r" b="b"/>
            <a:pathLst>
              <a:path w="1016635" h="828039">
                <a:moveTo>
                  <a:pt x="1016508" y="827531"/>
                </a:moveTo>
                <a:lnTo>
                  <a:pt x="1005840" y="827531"/>
                </a:lnTo>
                <a:lnTo>
                  <a:pt x="1005840" y="786383"/>
                </a:lnTo>
                <a:lnTo>
                  <a:pt x="1016508" y="786383"/>
                </a:lnTo>
                <a:lnTo>
                  <a:pt x="1016508" y="827531"/>
                </a:lnTo>
                <a:close/>
              </a:path>
              <a:path w="1016635" h="828039">
                <a:moveTo>
                  <a:pt x="1016508" y="755903"/>
                </a:moveTo>
                <a:lnTo>
                  <a:pt x="1005840" y="755903"/>
                </a:lnTo>
                <a:lnTo>
                  <a:pt x="1005840" y="714755"/>
                </a:lnTo>
                <a:lnTo>
                  <a:pt x="1016508" y="714755"/>
                </a:lnTo>
                <a:lnTo>
                  <a:pt x="1016508" y="755903"/>
                </a:lnTo>
                <a:close/>
              </a:path>
              <a:path w="1016635" h="828039">
                <a:moveTo>
                  <a:pt x="1016508" y="682751"/>
                </a:moveTo>
                <a:lnTo>
                  <a:pt x="1005840" y="682751"/>
                </a:lnTo>
                <a:lnTo>
                  <a:pt x="1005840" y="641603"/>
                </a:lnTo>
                <a:lnTo>
                  <a:pt x="1016508" y="641603"/>
                </a:lnTo>
                <a:lnTo>
                  <a:pt x="1016508" y="682751"/>
                </a:lnTo>
                <a:close/>
              </a:path>
              <a:path w="1016635" h="828039">
                <a:moveTo>
                  <a:pt x="1016508" y="611123"/>
                </a:moveTo>
                <a:lnTo>
                  <a:pt x="1005840" y="611123"/>
                </a:lnTo>
                <a:lnTo>
                  <a:pt x="1005840" y="569975"/>
                </a:lnTo>
                <a:lnTo>
                  <a:pt x="1016508" y="569975"/>
                </a:lnTo>
                <a:lnTo>
                  <a:pt x="1016508" y="611123"/>
                </a:lnTo>
                <a:close/>
              </a:path>
              <a:path w="1016635" h="828039">
                <a:moveTo>
                  <a:pt x="1016508" y="539495"/>
                </a:moveTo>
                <a:lnTo>
                  <a:pt x="1005840" y="539495"/>
                </a:lnTo>
                <a:lnTo>
                  <a:pt x="1005840" y="498347"/>
                </a:lnTo>
                <a:lnTo>
                  <a:pt x="1016508" y="498347"/>
                </a:lnTo>
                <a:lnTo>
                  <a:pt x="1016508" y="539495"/>
                </a:lnTo>
                <a:close/>
              </a:path>
              <a:path w="1016635" h="828039">
                <a:moveTo>
                  <a:pt x="1016508" y="467868"/>
                </a:moveTo>
                <a:lnTo>
                  <a:pt x="1005840" y="467868"/>
                </a:lnTo>
                <a:lnTo>
                  <a:pt x="1005840" y="426719"/>
                </a:lnTo>
                <a:lnTo>
                  <a:pt x="1016508" y="426719"/>
                </a:lnTo>
                <a:lnTo>
                  <a:pt x="1016508" y="467868"/>
                </a:lnTo>
                <a:close/>
              </a:path>
              <a:path w="1016635" h="828039">
                <a:moveTo>
                  <a:pt x="992124" y="419099"/>
                </a:moveTo>
                <a:lnTo>
                  <a:pt x="950976" y="419099"/>
                </a:lnTo>
                <a:lnTo>
                  <a:pt x="950976" y="408431"/>
                </a:lnTo>
                <a:lnTo>
                  <a:pt x="992124" y="408431"/>
                </a:lnTo>
                <a:lnTo>
                  <a:pt x="992124" y="419099"/>
                </a:lnTo>
                <a:close/>
              </a:path>
              <a:path w="1016635" h="828039">
                <a:moveTo>
                  <a:pt x="920496" y="419099"/>
                </a:moveTo>
                <a:lnTo>
                  <a:pt x="879348" y="419099"/>
                </a:lnTo>
                <a:lnTo>
                  <a:pt x="879348" y="408431"/>
                </a:lnTo>
                <a:lnTo>
                  <a:pt x="920496" y="408431"/>
                </a:lnTo>
                <a:lnTo>
                  <a:pt x="920496" y="419099"/>
                </a:lnTo>
                <a:close/>
              </a:path>
              <a:path w="1016635" h="828039">
                <a:moveTo>
                  <a:pt x="848868" y="419099"/>
                </a:moveTo>
                <a:lnTo>
                  <a:pt x="807720" y="419099"/>
                </a:lnTo>
                <a:lnTo>
                  <a:pt x="807720" y="408431"/>
                </a:lnTo>
                <a:lnTo>
                  <a:pt x="848868" y="408431"/>
                </a:lnTo>
                <a:lnTo>
                  <a:pt x="848868" y="419099"/>
                </a:lnTo>
                <a:close/>
              </a:path>
              <a:path w="1016635" h="828039">
                <a:moveTo>
                  <a:pt x="777240" y="419099"/>
                </a:moveTo>
                <a:lnTo>
                  <a:pt x="736092" y="419099"/>
                </a:lnTo>
                <a:lnTo>
                  <a:pt x="736092" y="408431"/>
                </a:lnTo>
                <a:lnTo>
                  <a:pt x="777240" y="408431"/>
                </a:lnTo>
                <a:lnTo>
                  <a:pt x="777240" y="419099"/>
                </a:lnTo>
                <a:close/>
              </a:path>
              <a:path w="1016635" h="828039">
                <a:moveTo>
                  <a:pt x="705612" y="419099"/>
                </a:moveTo>
                <a:lnTo>
                  <a:pt x="664464" y="419099"/>
                </a:lnTo>
                <a:lnTo>
                  <a:pt x="664464" y="408431"/>
                </a:lnTo>
                <a:lnTo>
                  <a:pt x="705612" y="408431"/>
                </a:lnTo>
                <a:lnTo>
                  <a:pt x="705612" y="419099"/>
                </a:lnTo>
                <a:close/>
              </a:path>
              <a:path w="1016635" h="828039">
                <a:moveTo>
                  <a:pt x="632460" y="419099"/>
                </a:moveTo>
                <a:lnTo>
                  <a:pt x="591312" y="419099"/>
                </a:lnTo>
                <a:lnTo>
                  <a:pt x="591312" y="408431"/>
                </a:lnTo>
                <a:lnTo>
                  <a:pt x="632460" y="408431"/>
                </a:lnTo>
                <a:lnTo>
                  <a:pt x="632460" y="419099"/>
                </a:lnTo>
                <a:close/>
              </a:path>
              <a:path w="1016635" h="828039">
                <a:moveTo>
                  <a:pt x="560832" y="419099"/>
                </a:moveTo>
                <a:lnTo>
                  <a:pt x="519684" y="419099"/>
                </a:lnTo>
                <a:lnTo>
                  <a:pt x="519684" y="408431"/>
                </a:lnTo>
                <a:lnTo>
                  <a:pt x="560832" y="408431"/>
                </a:lnTo>
                <a:lnTo>
                  <a:pt x="560832" y="419099"/>
                </a:lnTo>
                <a:close/>
              </a:path>
              <a:path w="1016635" h="828039">
                <a:moveTo>
                  <a:pt x="489204" y="419099"/>
                </a:moveTo>
                <a:lnTo>
                  <a:pt x="448056" y="419099"/>
                </a:lnTo>
                <a:lnTo>
                  <a:pt x="448056" y="408431"/>
                </a:lnTo>
                <a:lnTo>
                  <a:pt x="489204" y="408431"/>
                </a:lnTo>
                <a:lnTo>
                  <a:pt x="489204" y="419099"/>
                </a:lnTo>
                <a:close/>
              </a:path>
              <a:path w="1016635" h="828039">
                <a:moveTo>
                  <a:pt x="417576" y="419099"/>
                </a:moveTo>
                <a:lnTo>
                  <a:pt x="376428" y="419099"/>
                </a:lnTo>
                <a:lnTo>
                  <a:pt x="376428" y="408431"/>
                </a:lnTo>
                <a:lnTo>
                  <a:pt x="417576" y="408431"/>
                </a:lnTo>
                <a:lnTo>
                  <a:pt x="417576" y="419099"/>
                </a:lnTo>
                <a:close/>
              </a:path>
              <a:path w="1016635" h="828039">
                <a:moveTo>
                  <a:pt x="344424" y="419099"/>
                </a:moveTo>
                <a:lnTo>
                  <a:pt x="304800" y="419099"/>
                </a:lnTo>
                <a:lnTo>
                  <a:pt x="304800" y="408431"/>
                </a:lnTo>
                <a:lnTo>
                  <a:pt x="344424" y="408431"/>
                </a:lnTo>
                <a:lnTo>
                  <a:pt x="344424" y="419099"/>
                </a:lnTo>
                <a:close/>
              </a:path>
              <a:path w="1016635" h="828039">
                <a:moveTo>
                  <a:pt x="272795" y="419099"/>
                </a:moveTo>
                <a:lnTo>
                  <a:pt x="231647" y="419099"/>
                </a:lnTo>
                <a:lnTo>
                  <a:pt x="231647" y="408431"/>
                </a:lnTo>
                <a:lnTo>
                  <a:pt x="272795" y="408431"/>
                </a:lnTo>
                <a:lnTo>
                  <a:pt x="272795" y="419099"/>
                </a:lnTo>
                <a:close/>
              </a:path>
              <a:path w="1016635" h="828039">
                <a:moveTo>
                  <a:pt x="201168" y="419099"/>
                </a:moveTo>
                <a:lnTo>
                  <a:pt x="160020" y="419099"/>
                </a:lnTo>
                <a:lnTo>
                  <a:pt x="160020" y="408431"/>
                </a:lnTo>
                <a:lnTo>
                  <a:pt x="201168" y="408431"/>
                </a:lnTo>
                <a:lnTo>
                  <a:pt x="201168" y="419099"/>
                </a:lnTo>
                <a:close/>
              </a:path>
              <a:path w="1016635" h="828039">
                <a:moveTo>
                  <a:pt x="129539" y="419099"/>
                </a:moveTo>
                <a:lnTo>
                  <a:pt x="88391" y="419099"/>
                </a:lnTo>
                <a:lnTo>
                  <a:pt x="88391" y="408431"/>
                </a:lnTo>
                <a:lnTo>
                  <a:pt x="129539" y="408431"/>
                </a:lnTo>
                <a:lnTo>
                  <a:pt x="129539" y="419099"/>
                </a:lnTo>
                <a:close/>
              </a:path>
              <a:path w="1016635" h="828039">
                <a:moveTo>
                  <a:pt x="57912" y="419099"/>
                </a:moveTo>
                <a:lnTo>
                  <a:pt x="38100" y="419099"/>
                </a:lnTo>
                <a:lnTo>
                  <a:pt x="36576" y="416051"/>
                </a:lnTo>
                <a:lnTo>
                  <a:pt x="36576" y="388619"/>
                </a:lnTo>
                <a:lnTo>
                  <a:pt x="45720" y="388619"/>
                </a:lnTo>
                <a:lnTo>
                  <a:pt x="45720" y="408431"/>
                </a:lnTo>
                <a:lnTo>
                  <a:pt x="41147" y="408431"/>
                </a:lnTo>
                <a:lnTo>
                  <a:pt x="45720" y="413003"/>
                </a:lnTo>
                <a:lnTo>
                  <a:pt x="57912" y="413003"/>
                </a:lnTo>
                <a:lnTo>
                  <a:pt x="57912" y="419099"/>
                </a:lnTo>
                <a:close/>
              </a:path>
              <a:path w="1016635" h="828039">
                <a:moveTo>
                  <a:pt x="45720" y="413003"/>
                </a:moveTo>
                <a:lnTo>
                  <a:pt x="41147" y="408431"/>
                </a:lnTo>
                <a:lnTo>
                  <a:pt x="45720" y="408431"/>
                </a:lnTo>
                <a:lnTo>
                  <a:pt x="45720" y="413003"/>
                </a:lnTo>
                <a:close/>
              </a:path>
              <a:path w="1016635" h="828039">
                <a:moveTo>
                  <a:pt x="57912" y="413003"/>
                </a:moveTo>
                <a:lnTo>
                  <a:pt x="45720" y="413003"/>
                </a:lnTo>
                <a:lnTo>
                  <a:pt x="45720" y="408431"/>
                </a:lnTo>
                <a:lnTo>
                  <a:pt x="57912" y="408431"/>
                </a:lnTo>
                <a:lnTo>
                  <a:pt x="57912" y="413003"/>
                </a:lnTo>
                <a:close/>
              </a:path>
              <a:path w="1016635" h="828039">
                <a:moveTo>
                  <a:pt x="45720" y="358139"/>
                </a:moveTo>
                <a:lnTo>
                  <a:pt x="36576" y="358139"/>
                </a:lnTo>
                <a:lnTo>
                  <a:pt x="36576" y="316991"/>
                </a:lnTo>
                <a:lnTo>
                  <a:pt x="45720" y="316991"/>
                </a:lnTo>
                <a:lnTo>
                  <a:pt x="45720" y="358139"/>
                </a:lnTo>
                <a:close/>
              </a:path>
              <a:path w="1016635" h="828039">
                <a:moveTo>
                  <a:pt x="45720" y="286511"/>
                </a:moveTo>
                <a:lnTo>
                  <a:pt x="36576" y="286511"/>
                </a:lnTo>
                <a:lnTo>
                  <a:pt x="36576" y="245363"/>
                </a:lnTo>
                <a:lnTo>
                  <a:pt x="45720" y="245363"/>
                </a:lnTo>
                <a:lnTo>
                  <a:pt x="45720" y="286511"/>
                </a:lnTo>
                <a:close/>
              </a:path>
              <a:path w="1016635" h="828039">
                <a:moveTo>
                  <a:pt x="45720" y="213359"/>
                </a:moveTo>
                <a:lnTo>
                  <a:pt x="36576" y="213359"/>
                </a:lnTo>
                <a:lnTo>
                  <a:pt x="36576" y="172211"/>
                </a:lnTo>
                <a:lnTo>
                  <a:pt x="45720" y="172211"/>
                </a:lnTo>
                <a:lnTo>
                  <a:pt x="45720" y="213359"/>
                </a:lnTo>
                <a:close/>
              </a:path>
              <a:path w="1016635" h="828039">
                <a:moveTo>
                  <a:pt x="45720" y="141731"/>
                </a:moveTo>
                <a:lnTo>
                  <a:pt x="36576" y="141731"/>
                </a:lnTo>
                <a:lnTo>
                  <a:pt x="36576" y="100583"/>
                </a:lnTo>
                <a:lnTo>
                  <a:pt x="45720" y="100583"/>
                </a:lnTo>
                <a:lnTo>
                  <a:pt x="45720" y="141731"/>
                </a:lnTo>
                <a:close/>
              </a:path>
              <a:path w="1016635" h="828039">
                <a:moveTo>
                  <a:pt x="82295" y="82295"/>
                </a:moveTo>
                <a:lnTo>
                  <a:pt x="0" y="82295"/>
                </a:lnTo>
                <a:lnTo>
                  <a:pt x="41147" y="0"/>
                </a:lnTo>
                <a:lnTo>
                  <a:pt x="75437" y="68579"/>
                </a:lnTo>
                <a:lnTo>
                  <a:pt x="36576" y="68579"/>
                </a:lnTo>
                <a:lnTo>
                  <a:pt x="36576" y="70104"/>
                </a:lnTo>
                <a:lnTo>
                  <a:pt x="76199" y="70104"/>
                </a:lnTo>
                <a:lnTo>
                  <a:pt x="82295" y="82295"/>
                </a:lnTo>
                <a:close/>
              </a:path>
              <a:path w="1016635" h="828039">
                <a:moveTo>
                  <a:pt x="45720" y="70104"/>
                </a:moveTo>
                <a:lnTo>
                  <a:pt x="36576" y="70104"/>
                </a:lnTo>
                <a:lnTo>
                  <a:pt x="36576" y="68579"/>
                </a:lnTo>
                <a:lnTo>
                  <a:pt x="45720" y="68579"/>
                </a:lnTo>
                <a:lnTo>
                  <a:pt x="45720" y="70104"/>
                </a:lnTo>
                <a:close/>
              </a:path>
              <a:path w="1016635" h="828039">
                <a:moveTo>
                  <a:pt x="76199" y="70104"/>
                </a:moveTo>
                <a:lnTo>
                  <a:pt x="45720" y="70104"/>
                </a:lnTo>
                <a:lnTo>
                  <a:pt x="45720" y="68579"/>
                </a:lnTo>
                <a:lnTo>
                  <a:pt x="75437" y="68579"/>
                </a:lnTo>
                <a:lnTo>
                  <a:pt x="76199" y="70104"/>
                </a:lnTo>
                <a:close/>
              </a:path>
            </a:pathLst>
          </a:custGeom>
          <a:solidFill>
            <a:srgbClr val="162844"/>
          </a:solidFill>
        </p:spPr>
        <p:txBody>
          <a:bodyPr wrap="square" lIns="0" tIns="0" rIns="0" bIns="0" rtlCol="0"/>
          <a:lstStyle/>
          <a:p>
            <a:endParaRPr/>
          </a:p>
        </p:txBody>
      </p:sp>
      <p:sp>
        <p:nvSpPr>
          <p:cNvPr id="70" name="object 21">
            <a:extLst>
              <a:ext uri="{FF2B5EF4-FFF2-40B4-BE49-F238E27FC236}">
                <a16:creationId xmlns:a16="http://schemas.microsoft.com/office/drawing/2014/main" id="{1BF8C5FB-B8CD-46BB-ABCD-51DC3E097AFD}"/>
              </a:ext>
            </a:extLst>
          </p:cNvPr>
          <p:cNvSpPr/>
          <p:nvPr/>
        </p:nvSpPr>
        <p:spPr>
          <a:xfrm>
            <a:off x="6890114" y="3561165"/>
            <a:ext cx="454720" cy="360000"/>
          </a:xfrm>
          <a:custGeom>
            <a:avLst/>
            <a:gdLst/>
            <a:ahLst/>
            <a:cxnLst/>
            <a:rect l="l" t="t" r="r" b="b"/>
            <a:pathLst>
              <a:path w="464820" h="828039">
                <a:moveTo>
                  <a:pt x="10668" y="41148"/>
                </a:moveTo>
                <a:lnTo>
                  <a:pt x="0" y="41148"/>
                </a:lnTo>
                <a:lnTo>
                  <a:pt x="0" y="0"/>
                </a:lnTo>
                <a:lnTo>
                  <a:pt x="10668" y="0"/>
                </a:lnTo>
                <a:lnTo>
                  <a:pt x="10668" y="41148"/>
                </a:lnTo>
                <a:close/>
              </a:path>
              <a:path w="464820" h="828039">
                <a:moveTo>
                  <a:pt x="10668" y="112776"/>
                </a:moveTo>
                <a:lnTo>
                  <a:pt x="0" y="112776"/>
                </a:lnTo>
                <a:lnTo>
                  <a:pt x="0" y="71628"/>
                </a:lnTo>
                <a:lnTo>
                  <a:pt x="10668" y="71628"/>
                </a:lnTo>
                <a:lnTo>
                  <a:pt x="10668" y="112776"/>
                </a:lnTo>
                <a:close/>
              </a:path>
              <a:path w="464820" h="828039">
                <a:moveTo>
                  <a:pt x="10668" y="185928"/>
                </a:moveTo>
                <a:lnTo>
                  <a:pt x="0" y="185928"/>
                </a:lnTo>
                <a:lnTo>
                  <a:pt x="0" y="144780"/>
                </a:lnTo>
                <a:lnTo>
                  <a:pt x="10668" y="144780"/>
                </a:lnTo>
                <a:lnTo>
                  <a:pt x="10668" y="185928"/>
                </a:lnTo>
                <a:close/>
              </a:path>
              <a:path w="464820" h="828039">
                <a:moveTo>
                  <a:pt x="10668" y="257556"/>
                </a:moveTo>
                <a:lnTo>
                  <a:pt x="0" y="257556"/>
                </a:lnTo>
                <a:lnTo>
                  <a:pt x="0" y="216407"/>
                </a:lnTo>
                <a:lnTo>
                  <a:pt x="10668" y="216407"/>
                </a:lnTo>
                <a:lnTo>
                  <a:pt x="10668" y="257556"/>
                </a:lnTo>
                <a:close/>
              </a:path>
              <a:path w="464820" h="828039">
                <a:moveTo>
                  <a:pt x="10668" y="329184"/>
                </a:moveTo>
                <a:lnTo>
                  <a:pt x="0" y="329184"/>
                </a:lnTo>
                <a:lnTo>
                  <a:pt x="0" y="288036"/>
                </a:lnTo>
                <a:lnTo>
                  <a:pt x="10668" y="288036"/>
                </a:lnTo>
                <a:lnTo>
                  <a:pt x="10668" y="329184"/>
                </a:lnTo>
                <a:close/>
              </a:path>
              <a:path w="464820" h="828039">
                <a:moveTo>
                  <a:pt x="10668" y="400812"/>
                </a:moveTo>
                <a:lnTo>
                  <a:pt x="0" y="400812"/>
                </a:lnTo>
                <a:lnTo>
                  <a:pt x="0" y="359663"/>
                </a:lnTo>
                <a:lnTo>
                  <a:pt x="10668" y="359663"/>
                </a:lnTo>
                <a:lnTo>
                  <a:pt x="10668" y="400812"/>
                </a:lnTo>
                <a:close/>
              </a:path>
              <a:path w="464820" h="828039">
                <a:moveTo>
                  <a:pt x="65532" y="419100"/>
                </a:moveTo>
                <a:lnTo>
                  <a:pt x="24384" y="419100"/>
                </a:lnTo>
                <a:lnTo>
                  <a:pt x="24384" y="408432"/>
                </a:lnTo>
                <a:lnTo>
                  <a:pt x="65532" y="408432"/>
                </a:lnTo>
                <a:lnTo>
                  <a:pt x="65532" y="419100"/>
                </a:lnTo>
                <a:close/>
              </a:path>
              <a:path w="464820" h="828039">
                <a:moveTo>
                  <a:pt x="137160" y="419100"/>
                </a:moveTo>
                <a:lnTo>
                  <a:pt x="96012" y="419100"/>
                </a:lnTo>
                <a:lnTo>
                  <a:pt x="96012" y="408432"/>
                </a:lnTo>
                <a:lnTo>
                  <a:pt x="137160" y="408432"/>
                </a:lnTo>
                <a:lnTo>
                  <a:pt x="137160" y="419100"/>
                </a:lnTo>
                <a:close/>
              </a:path>
              <a:path w="464820" h="828039">
                <a:moveTo>
                  <a:pt x="208788" y="419100"/>
                </a:moveTo>
                <a:lnTo>
                  <a:pt x="167640" y="419100"/>
                </a:lnTo>
                <a:lnTo>
                  <a:pt x="167640" y="408432"/>
                </a:lnTo>
                <a:lnTo>
                  <a:pt x="208788" y="408432"/>
                </a:lnTo>
                <a:lnTo>
                  <a:pt x="208788" y="419100"/>
                </a:lnTo>
                <a:close/>
              </a:path>
              <a:path w="464820" h="828039">
                <a:moveTo>
                  <a:pt x="280416" y="419100"/>
                </a:moveTo>
                <a:lnTo>
                  <a:pt x="239268" y="419100"/>
                </a:lnTo>
                <a:lnTo>
                  <a:pt x="239268" y="408432"/>
                </a:lnTo>
                <a:lnTo>
                  <a:pt x="280416" y="408432"/>
                </a:lnTo>
                <a:lnTo>
                  <a:pt x="280416" y="419100"/>
                </a:lnTo>
                <a:close/>
              </a:path>
              <a:path w="464820" h="828039">
                <a:moveTo>
                  <a:pt x="352044" y="419100"/>
                </a:moveTo>
                <a:lnTo>
                  <a:pt x="310895" y="419100"/>
                </a:lnTo>
                <a:lnTo>
                  <a:pt x="310895" y="408432"/>
                </a:lnTo>
                <a:lnTo>
                  <a:pt x="352044" y="408432"/>
                </a:lnTo>
                <a:lnTo>
                  <a:pt x="352044" y="419100"/>
                </a:lnTo>
                <a:close/>
              </a:path>
              <a:path w="464820" h="828039">
                <a:moveTo>
                  <a:pt x="423672" y="419100"/>
                </a:moveTo>
                <a:lnTo>
                  <a:pt x="384048" y="419100"/>
                </a:lnTo>
                <a:lnTo>
                  <a:pt x="384048" y="408432"/>
                </a:lnTo>
                <a:lnTo>
                  <a:pt x="426720" y="408432"/>
                </a:lnTo>
                <a:lnTo>
                  <a:pt x="428244" y="411480"/>
                </a:lnTo>
                <a:lnTo>
                  <a:pt x="428244" y="414528"/>
                </a:lnTo>
                <a:lnTo>
                  <a:pt x="417576" y="414528"/>
                </a:lnTo>
                <a:lnTo>
                  <a:pt x="423672" y="419100"/>
                </a:lnTo>
                <a:close/>
              </a:path>
              <a:path w="464820" h="828039">
                <a:moveTo>
                  <a:pt x="428244" y="487680"/>
                </a:moveTo>
                <a:lnTo>
                  <a:pt x="417576" y="487680"/>
                </a:lnTo>
                <a:lnTo>
                  <a:pt x="417576" y="446532"/>
                </a:lnTo>
                <a:lnTo>
                  <a:pt x="428244" y="446532"/>
                </a:lnTo>
                <a:lnTo>
                  <a:pt x="428244" y="487680"/>
                </a:lnTo>
                <a:close/>
              </a:path>
              <a:path w="464820" h="828039">
                <a:moveTo>
                  <a:pt x="428244" y="559308"/>
                </a:moveTo>
                <a:lnTo>
                  <a:pt x="417576" y="559308"/>
                </a:lnTo>
                <a:lnTo>
                  <a:pt x="417576" y="518160"/>
                </a:lnTo>
                <a:lnTo>
                  <a:pt x="428244" y="518160"/>
                </a:lnTo>
                <a:lnTo>
                  <a:pt x="428244" y="559308"/>
                </a:lnTo>
                <a:close/>
              </a:path>
              <a:path w="464820" h="828039">
                <a:moveTo>
                  <a:pt x="428244" y="630935"/>
                </a:moveTo>
                <a:lnTo>
                  <a:pt x="417576" y="630935"/>
                </a:lnTo>
                <a:lnTo>
                  <a:pt x="417576" y="589787"/>
                </a:lnTo>
                <a:lnTo>
                  <a:pt x="428244" y="589787"/>
                </a:lnTo>
                <a:lnTo>
                  <a:pt x="428244" y="630935"/>
                </a:lnTo>
                <a:close/>
              </a:path>
              <a:path w="464820" h="828039">
                <a:moveTo>
                  <a:pt x="428244" y="702564"/>
                </a:moveTo>
                <a:lnTo>
                  <a:pt x="417576" y="702564"/>
                </a:lnTo>
                <a:lnTo>
                  <a:pt x="417576" y="661416"/>
                </a:lnTo>
                <a:lnTo>
                  <a:pt x="428244" y="661416"/>
                </a:lnTo>
                <a:lnTo>
                  <a:pt x="428244" y="702564"/>
                </a:lnTo>
                <a:close/>
              </a:path>
              <a:path w="464820" h="828039">
                <a:moveTo>
                  <a:pt x="428244" y="758952"/>
                </a:moveTo>
                <a:lnTo>
                  <a:pt x="417576" y="758952"/>
                </a:lnTo>
                <a:lnTo>
                  <a:pt x="417576" y="733044"/>
                </a:lnTo>
                <a:lnTo>
                  <a:pt x="428244" y="733044"/>
                </a:lnTo>
                <a:lnTo>
                  <a:pt x="428244" y="758952"/>
                </a:lnTo>
                <a:close/>
              </a:path>
              <a:path w="464820" h="828039">
                <a:moveTo>
                  <a:pt x="423672" y="827531"/>
                </a:moveTo>
                <a:lnTo>
                  <a:pt x="382524" y="745236"/>
                </a:lnTo>
                <a:lnTo>
                  <a:pt x="417576" y="745236"/>
                </a:lnTo>
                <a:lnTo>
                  <a:pt x="417576" y="758952"/>
                </a:lnTo>
                <a:lnTo>
                  <a:pt x="457961" y="758952"/>
                </a:lnTo>
                <a:lnTo>
                  <a:pt x="423672" y="827531"/>
                </a:lnTo>
                <a:close/>
              </a:path>
              <a:path w="464820" h="828039">
                <a:moveTo>
                  <a:pt x="457961" y="758952"/>
                </a:moveTo>
                <a:lnTo>
                  <a:pt x="428244" y="758952"/>
                </a:lnTo>
                <a:lnTo>
                  <a:pt x="428244" y="745236"/>
                </a:lnTo>
                <a:lnTo>
                  <a:pt x="464820" y="745236"/>
                </a:lnTo>
                <a:lnTo>
                  <a:pt x="457961" y="758952"/>
                </a:lnTo>
                <a:close/>
              </a:path>
            </a:pathLst>
          </a:custGeom>
          <a:solidFill>
            <a:srgbClr val="162844"/>
          </a:solidFill>
        </p:spPr>
        <p:txBody>
          <a:bodyPr wrap="square" lIns="0" tIns="0" rIns="0" bIns="0" rtlCol="0"/>
          <a:lstStyle/>
          <a:p>
            <a:endParaRPr/>
          </a:p>
        </p:txBody>
      </p:sp>
      <p:sp>
        <p:nvSpPr>
          <p:cNvPr id="71" name="object 22">
            <a:extLst>
              <a:ext uri="{FF2B5EF4-FFF2-40B4-BE49-F238E27FC236}">
                <a16:creationId xmlns:a16="http://schemas.microsoft.com/office/drawing/2014/main" id="{EF37B251-95B9-402F-AFFD-19DBD2AEA334}"/>
              </a:ext>
            </a:extLst>
          </p:cNvPr>
          <p:cNvSpPr/>
          <p:nvPr/>
        </p:nvSpPr>
        <p:spPr>
          <a:xfrm>
            <a:off x="7272638" y="2859029"/>
            <a:ext cx="229845" cy="360000"/>
          </a:xfrm>
          <a:custGeom>
            <a:avLst/>
            <a:gdLst/>
            <a:ahLst/>
            <a:cxnLst/>
            <a:rect l="l" t="t" r="r" b="b"/>
            <a:pathLst>
              <a:path w="234950" h="828039">
                <a:moveTo>
                  <a:pt x="234695" y="827531"/>
                </a:moveTo>
                <a:lnTo>
                  <a:pt x="224027" y="827531"/>
                </a:lnTo>
                <a:lnTo>
                  <a:pt x="224027" y="786383"/>
                </a:lnTo>
                <a:lnTo>
                  <a:pt x="234695" y="786383"/>
                </a:lnTo>
                <a:lnTo>
                  <a:pt x="234695" y="827531"/>
                </a:lnTo>
                <a:close/>
              </a:path>
              <a:path w="234950" h="828039">
                <a:moveTo>
                  <a:pt x="234695" y="755903"/>
                </a:moveTo>
                <a:lnTo>
                  <a:pt x="224027" y="755903"/>
                </a:lnTo>
                <a:lnTo>
                  <a:pt x="224027" y="714755"/>
                </a:lnTo>
                <a:lnTo>
                  <a:pt x="234695" y="714755"/>
                </a:lnTo>
                <a:lnTo>
                  <a:pt x="234695" y="755903"/>
                </a:lnTo>
                <a:close/>
              </a:path>
              <a:path w="234950" h="828039">
                <a:moveTo>
                  <a:pt x="234695" y="682751"/>
                </a:moveTo>
                <a:lnTo>
                  <a:pt x="224027" y="682751"/>
                </a:lnTo>
                <a:lnTo>
                  <a:pt x="224027" y="641603"/>
                </a:lnTo>
                <a:lnTo>
                  <a:pt x="234695" y="641603"/>
                </a:lnTo>
                <a:lnTo>
                  <a:pt x="234695" y="682751"/>
                </a:lnTo>
                <a:close/>
              </a:path>
              <a:path w="234950" h="828039">
                <a:moveTo>
                  <a:pt x="234695" y="611123"/>
                </a:moveTo>
                <a:lnTo>
                  <a:pt x="224027" y="611123"/>
                </a:lnTo>
                <a:lnTo>
                  <a:pt x="224027" y="569975"/>
                </a:lnTo>
                <a:lnTo>
                  <a:pt x="234695" y="569975"/>
                </a:lnTo>
                <a:lnTo>
                  <a:pt x="234695" y="611123"/>
                </a:lnTo>
                <a:close/>
              </a:path>
              <a:path w="234950" h="828039">
                <a:moveTo>
                  <a:pt x="234695" y="539495"/>
                </a:moveTo>
                <a:lnTo>
                  <a:pt x="224027" y="539495"/>
                </a:lnTo>
                <a:lnTo>
                  <a:pt x="224027" y="498347"/>
                </a:lnTo>
                <a:lnTo>
                  <a:pt x="234695" y="498347"/>
                </a:lnTo>
                <a:lnTo>
                  <a:pt x="234695" y="539495"/>
                </a:lnTo>
                <a:close/>
              </a:path>
              <a:path w="234950" h="828039">
                <a:moveTo>
                  <a:pt x="234695" y="467868"/>
                </a:moveTo>
                <a:lnTo>
                  <a:pt x="224027" y="467868"/>
                </a:lnTo>
                <a:lnTo>
                  <a:pt x="224027" y="426719"/>
                </a:lnTo>
                <a:lnTo>
                  <a:pt x="234695" y="426719"/>
                </a:lnTo>
                <a:lnTo>
                  <a:pt x="234695" y="467868"/>
                </a:lnTo>
                <a:close/>
              </a:path>
              <a:path w="234950" h="828039">
                <a:moveTo>
                  <a:pt x="211835" y="419099"/>
                </a:moveTo>
                <a:lnTo>
                  <a:pt x="170687" y="419099"/>
                </a:lnTo>
                <a:lnTo>
                  <a:pt x="170687" y="408431"/>
                </a:lnTo>
                <a:lnTo>
                  <a:pt x="211835" y="408431"/>
                </a:lnTo>
                <a:lnTo>
                  <a:pt x="211835" y="419099"/>
                </a:lnTo>
                <a:close/>
              </a:path>
              <a:path w="234950" h="828039">
                <a:moveTo>
                  <a:pt x="140207" y="419099"/>
                </a:moveTo>
                <a:lnTo>
                  <a:pt x="99059" y="419099"/>
                </a:lnTo>
                <a:lnTo>
                  <a:pt x="99059" y="408431"/>
                </a:lnTo>
                <a:lnTo>
                  <a:pt x="140207" y="408431"/>
                </a:lnTo>
                <a:lnTo>
                  <a:pt x="140207" y="419099"/>
                </a:lnTo>
                <a:close/>
              </a:path>
              <a:path w="234950" h="828039">
                <a:moveTo>
                  <a:pt x="67055" y="419099"/>
                </a:moveTo>
                <a:lnTo>
                  <a:pt x="38100" y="419099"/>
                </a:lnTo>
                <a:lnTo>
                  <a:pt x="35052" y="416051"/>
                </a:lnTo>
                <a:lnTo>
                  <a:pt x="35052" y="399287"/>
                </a:lnTo>
                <a:lnTo>
                  <a:pt x="45719" y="399287"/>
                </a:lnTo>
                <a:lnTo>
                  <a:pt x="45719" y="408431"/>
                </a:lnTo>
                <a:lnTo>
                  <a:pt x="41147" y="408431"/>
                </a:lnTo>
                <a:lnTo>
                  <a:pt x="45719" y="413003"/>
                </a:lnTo>
                <a:lnTo>
                  <a:pt x="67055" y="413003"/>
                </a:lnTo>
                <a:lnTo>
                  <a:pt x="67055" y="419099"/>
                </a:lnTo>
                <a:close/>
              </a:path>
              <a:path w="234950" h="828039">
                <a:moveTo>
                  <a:pt x="45719" y="413003"/>
                </a:moveTo>
                <a:lnTo>
                  <a:pt x="41147" y="408431"/>
                </a:lnTo>
                <a:lnTo>
                  <a:pt x="45719" y="408431"/>
                </a:lnTo>
                <a:lnTo>
                  <a:pt x="45719" y="413003"/>
                </a:lnTo>
                <a:close/>
              </a:path>
              <a:path w="234950" h="828039">
                <a:moveTo>
                  <a:pt x="67055" y="413003"/>
                </a:moveTo>
                <a:lnTo>
                  <a:pt x="45719" y="413003"/>
                </a:lnTo>
                <a:lnTo>
                  <a:pt x="45719" y="408431"/>
                </a:lnTo>
                <a:lnTo>
                  <a:pt x="67055" y="408431"/>
                </a:lnTo>
                <a:lnTo>
                  <a:pt x="67055" y="413003"/>
                </a:lnTo>
                <a:close/>
              </a:path>
              <a:path w="234950" h="828039">
                <a:moveTo>
                  <a:pt x="45719" y="368807"/>
                </a:moveTo>
                <a:lnTo>
                  <a:pt x="35052" y="368807"/>
                </a:lnTo>
                <a:lnTo>
                  <a:pt x="35052" y="327659"/>
                </a:lnTo>
                <a:lnTo>
                  <a:pt x="45719" y="327659"/>
                </a:lnTo>
                <a:lnTo>
                  <a:pt x="45719" y="368807"/>
                </a:lnTo>
                <a:close/>
              </a:path>
              <a:path w="234950" h="828039">
                <a:moveTo>
                  <a:pt x="45719" y="297179"/>
                </a:moveTo>
                <a:lnTo>
                  <a:pt x="35052" y="297179"/>
                </a:lnTo>
                <a:lnTo>
                  <a:pt x="35052" y="256031"/>
                </a:lnTo>
                <a:lnTo>
                  <a:pt x="45719" y="256031"/>
                </a:lnTo>
                <a:lnTo>
                  <a:pt x="45719" y="297179"/>
                </a:lnTo>
                <a:close/>
              </a:path>
              <a:path w="234950" h="828039">
                <a:moveTo>
                  <a:pt x="45719" y="224027"/>
                </a:moveTo>
                <a:lnTo>
                  <a:pt x="35052" y="224027"/>
                </a:lnTo>
                <a:lnTo>
                  <a:pt x="35052" y="182879"/>
                </a:lnTo>
                <a:lnTo>
                  <a:pt x="45719" y="182879"/>
                </a:lnTo>
                <a:lnTo>
                  <a:pt x="45719" y="224027"/>
                </a:lnTo>
                <a:close/>
              </a:path>
              <a:path w="234950" h="828039">
                <a:moveTo>
                  <a:pt x="45719" y="152400"/>
                </a:moveTo>
                <a:lnTo>
                  <a:pt x="35052" y="152400"/>
                </a:lnTo>
                <a:lnTo>
                  <a:pt x="35052" y="111252"/>
                </a:lnTo>
                <a:lnTo>
                  <a:pt x="45719" y="111252"/>
                </a:lnTo>
                <a:lnTo>
                  <a:pt x="45719" y="152400"/>
                </a:lnTo>
                <a:close/>
              </a:path>
              <a:path w="234950" h="828039">
                <a:moveTo>
                  <a:pt x="82295" y="82295"/>
                </a:moveTo>
                <a:lnTo>
                  <a:pt x="0" y="82295"/>
                </a:lnTo>
                <a:lnTo>
                  <a:pt x="41147" y="0"/>
                </a:lnTo>
                <a:lnTo>
                  <a:pt x="75437" y="68579"/>
                </a:lnTo>
                <a:lnTo>
                  <a:pt x="35052" y="68579"/>
                </a:lnTo>
                <a:lnTo>
                  <a:pt x="35052" y="80771"/>
                </a:lnTo>
                <a:lnTo>
                  <a:pt x="81533" y="80771"/>
                </a:lnTo>
                <a:lnTo>
                  <a:pt x="82295" y="82295"/>
                </a:lnTo>
                <a:close/>
              </a:path>
              <a:path w="234950" h="828039">
                <a:moveTo>
                  <a:pt x="45719" y="80771"/>
                </a:moveTo>
                <a:lnTo>
                  <a:pt x="35052" y="80771"/>
                </a:lnTo>
                <a:lnTo>
                  <a:pt x="35052" y="68579"/>
                </a:lnTo>
                <a:lnTo>
                  <a:pt x="45719" y="68579"/>
                </a:lnTo>
                <a:lnTo>
                  <a:pt x="45719" y="80771"/>
                </a:lnTo>
                <a:close/>
              </a:path>
              <a:path w="234950" h="828039">
                <a:moveTo>
                  <a:pt x="81533" y="80771"/>
                </a:moveTo>
                <a:lnTo>
                  <a:pt x="45719" y="80771"/>
                </a:lnTo>
                <a:lnTo>
                  <a:pt x="45719" y="68579"/>
                </a:lnTo>
                <a:lnTo>
                  <a:pt x="75437" y="68579"/>
                </a:lnTo>
                <a:lnTo>
                  <a:pt x="81533" y="80771"/>
                </a:lnTo>
                <a:close/>
              </a:path>
            </a:pathLst>
          </a:custGeom>
          <a:solidFill>
            <a:srgbClr val="162844"/>
          </a:solidFill>
        </p:spPr>
        <p:txBody>
          <a:bodyPr wrap="square" lIns="0" tIns="0" rIns="0" bIns="0" rtlCol="0"/>
          <a:lstStyle/>
          <a:p>
            <a:endParaRPr/>
          </a:p>
        </p:txBody>
      </p:sp>
      <p:sp>
        <p:nvSpPr>
          <p:cNvPr id="72" name="object 23">
            <a:extLst>
              <a:ext uri="{FF2B5EF4-FFF2-40B4-BE49-F238E27FC236}">
                <a16:creationId xmlns:a16="http://schemas.microsoft.com/office/drawing/2014/main" id="{6F6AA0E4-1B93-4811-A324-DF73954EAEED}"/>
              </a:ext>
            </a:extLst>
          </p:cNvPr>
          <p:cNvSpPr/>
          <p:nvPr/>
        </p:nvSpPr>
        <p:spPr>
          <a:xfrm>
            <a:off x="8639666" y="3561165"/>
            <a:ext cx="695126" cy="360000"/>
          </a:xfrm>
          <a:custGeom>
            <a:avLst/>
            <a:gdLst/>
            <a:ahLst/>
            <a:cxnLst/>
            <a:rect l="l" t="t" r="r" b="b"/>
            <a:pathLst>
              <a:path w="710565" h="828039">
                <a:moveTo>
                  <a:pt x="10668" y="41148"/>
                </a:moveTo>
                <a:lnTo>
                  <a:pt x="0" y="41148"/>
                </a:lnTo>
                <a:lnTo>
                  <a:pt x="0" y="0"/>
                </a:lnTo>
                <a:lnTo>
                  <a:pt x="10668" y="0"/>
                </a:lnTo>
                <a:lnTo>
                  <a:pt x="10668" y="41148"/>
                </a:lnTo>
                <a:close/>
              </a:path>
              <a:path w="710565" h="828039">
                <a:moveTo>
                  <a:pt x="10668" y="112776"/>
                </a:moveTo>
                <a:lnTo>
                  <a:pt x="0" y="112776"/>
                </a:lnTo>
                <a:lnTo>
                  <a:pt x="0" y="71628"/>
                </a:lnTo>
                <a:lnTo>
                  <a:pt x="10668" y="71628"/>
                </a:lnTo>
                <a:lnTo>
                  <a:pt x="10668" y="112776"/>
                </a:lnTo>
                <a:close/>
              </a:path>
              <a:path w="710565" h="828039">
                <a:moveTo>
                  <a:pt x="10668" y="185928"/>
                </a:moveTo>
                <a:lnTo>
                  <a:pt x="0" y="185928"/>
                </a:lnTo>
                <a:lnTo>
                  <a:pt x="0" y="144780"/>
                </a:lnTo>
                <a:lnTo>
                  <a:pt x="10668" y="144780"/>
                </a:lnTo>
                <a:lnTo>
                  <a:pt x="10668" y="185928"/>
                </a:lnTo>
                <a:close/>
              </a:path>
              <a:path w="710565" h="828039">
                <a:moveTo>
                  <a:pt x="10668" y="257556"/>
                </a:moveTo>
                <a:lnTo>
                  <a:pt x="0" y="257556"/>
                </a:lnTo>
                <a:lnTo>
                  <a:pt x="0" y="216407"/>
                </a:lnTo>
                <a:lnTo>
                  <a:pt x="10668" y="216407"/>
                </a:lnTo>
                <a:lnTo>
                  <a:pt x="10668" y="257556"/>
                </a:lnTo>
                <a:close/>
              </a:path>
              <a:path w="710565" h="828039">
                <a:moveTo>
                  <a:pt x="10668" y="329184"/>
                </a:moveTo>
                <a:lnTo>
                  <a:pt x="0" y="329184"/>
                </a:lnTo>
                <a:lnTo>
                  <a:pt x="0" y="288036"/>
                </a:lnTo>
                <a:lnTo>
                  <a:pt x="10668" y="288036"/>
                </a:lnTo>
                <a:lnTo>
                  <a:pt x="10668" y="329184"/>
                </a:lnTo>
                <a:close/>
              </a:path>
              <a:path w="710565" h="828039">
                <a:moveTo>
                  <a:pt x="10668" y="400812"/>
                </a:moveTo>
                <a:lnTo>
                  <a:pt x="0" y="400812"/>
                </a:lnTo>
                <a:lnTo>
                  <a:pt x="0" y="359663"/>
                </a:lnTo>
                <a:lnTo>
                  <a:pt x="10668" y="359663"/>
                </a:lnTo>
                <a:lnTo>
                  <a:pt x="10668" y="400812"/>
                </a:lnTo>
                <a:close/>
              </a:path>
              <a:path w="710565" h="828039">
                <a:moveTo>
                  <a:pt x="64008" y="419100"/>
                </a:moveTo>
                <a:lnTo>
                  <a:pt x="22860" y="419100"/>
                </a:lnTo>
                <a:lnTo>
                  <a:pt x="22860" y="408432"/>
                </a:lnTo>
                <a:lnTo>
                  <a:pt x="64008" y="408432"/>
                </a:lnTo>
                <a:lnTo>
                  <a:pt x="64008" y="419100"/>
                </a:lnTo>
                <a:close/>
              </a:path>
              <a:path w="710565" h="828039">
                <a:moveTo>
                  <a:pt x="137160" y="419100"/>
                </a:moveTo>
                <a:lnTo>
                  <a:pt x="96012" y="419100"/>
                </a:lnTo>
                <a:lnTo>
                  <a:pt x="96012" y="408432"/>
                </a:lnTo>
                <a:lnTo>
                  <a:pt x="137160" y="408432"/>
                </a:lnTo>
                <a:lnTo>
                  <a:pt x="137160" y="419100"/>
                </a:lnTo>
                <a:close/>
              </a:path>
              <a:path w="710565" h="828039">
                <a:moveTo>
                  <a:pt x="208788" y="419100"/>
                </a:moveTo>
                <a:lnTo>
                  <a:pt x="167640" y="419100"/>
                </a:lnTo>
                <a:lnTo>
                  <a:pt x="167640" y="408432"/>
                </a:lnTo>
                <a:lnTo>
                  <a:pt x="208788" y="408432"/>
                </a:lnTo>
                <a:lnTo>
                  <a:pt x="208788" y="419100"/>
                </a:lnTo>
                <a:close/>
              </a:path>
              <a:path w="710565" h="828039">
                <a:moveTo>
                  <a:pt x="280416" y="419100"/>
                </a:moveTo>
                <a:lnTo>
                  <a:pt x="239268" y="419100"/>
                </a:lnTo>
                <a:lnTo>
                  <a:pt x="239268" y="408432"/>
                </a:lnTo>
                <a:lnTo>
                  <a:pt x="280416" y="408432"/>
                </a:lnTo>
                <a:lnTo>
                  <a:pt x="280416" y="419100"/>
                </a:lnTo>
                <a:close/>
              </a:path>
              <a:path w="710565" h="828039">
                <a:moveTo>
                  <a:pt x="352044" y="419100"/>
                </a:moveTo>
                <a:lnTo>
                  <a:pt x="310895" y="419100"/>
                </a:lnTo>
                <a:lnTo>
                  <a:pt x="310895" y="408432"/>
                </a:lnTo>
                <a:lnTo>
                  <a:pt x="352044" y="408432"/>
                </a:lnTo>
                <a:lnTo>
                  <a:pt x="352044" y="419100"/>
                </a:lnTo>
                <a:close/>
              </a:path>
              <a:path w="710565" h="828039">
                <a:moveTo>
                  <a:pt x="423672" y="419100"/>
                </a:moveTo>
                <a:lnTo>
                  <a:pt x="382524" y="419100"/>
                </a:lnTo>
                <a:lnTo>
                  <a:pt x="382524" y="408432"/>
                </a:lnTo>
                <a:lnTo>
                  <a:pt x="423672" y="408432"/>
                </a:lnTo>
                <a:lnTo>
                  <a:pt x="423672" y="419100"/>
                </a:lnTo>
                <a:close/>
              </a:path>
              <a:path w="710565" h="828039">
                <a:moveTo>
                  <a:pt x="496824" y="419100"/>
                </a:moveTo>
                <a:lnTo>
                  <a:pt x="455676" y="419100"/>
                </a:lnTo>
                <a:lnTo>
                  <a:pt x="455676" y="408432"/>
                </a:lnTo>
                <a:lnTo>
                  <a:pt x="496824" y="408432"/>
                </a:lnTo>
                <a:lnTo>
                  <a:pt x="496824" y="419100"/>
                </a:lnTo>
                <a:close/>
              </a:path>
              <a:path w="710565" h="828039">
                <a:moveTo>
                  <a:pt x="568452" y="419100"/>
                </a:moveTo>
                <a:lnTo>
                  <a:pt x="527304" y="419100"/>
                </a:lnTo>
                <a:lnTo>
                  <a:pt x="527304" y="408432"/>
                </a:lnTo>
                <a:lnTo>
                  <a:pt x="568452" y="408432"/>
                </a:lnTo>
                <a:lnTo>
                  <a:pt x="568452" y="419100"/>
                </a:lnTo>
                <a:close/>
              </a:path>
              <a:path w="710565" h="828039">
                <a:moveTo>
                  <a:pt x="640079" y="419100"/>
                </a:moveTo>
                <a:lnTo>
                  <a:pt x="598932" y="419100"/>
                </a:lnTo>
                <a:lnTo>
                  <a:pt x="598932" y="408432"/>
                </a:lnTo>
                <a:lnTo>
                  <a:pt x="640079" y="408432"/>
                </a:lnTo>
                <a:lnTo>
                  <a:pt x="640079" y="419100"/>
                </a:lnTo>
                <a:close/>
              </a:path>
              <a:path w="710565" h="828039">
                <a:moveTo>
                  <a:pt x="673608" y="457200"/>
                </a:moveTo>
                <a:lnTo>
                  <a:pt x="662940" y="457200"/>
                </a:lnTo>
                <a:lnTo>
                  <a:pt x="662940" y="416052"/>
                </a:lnTo>
                <a:lnTo>
                  <a:pt x="673608" y="416052"/>
                </a:lnTo>
                <a:lnTo>
                  <a:pt x="673608" y="457200"/>
                </a:lnTo>
                <a:close/>
              </a:path>
              <a:path w="710565" h="828039">
                <a:moveTo>
                  <a:pt x="673608" y="528828"/>
                </a:moveTo>
                <a:lnTo>
                  <a:pt x="662940" y="528828"/>
                </a:lnTo>
                <a:lnTo>
                  <a:pt x="662940" y="487680"/>
                </a:lnTo>
                <a:lnTo>
                  <a:pt x="673608" y="487680"/>
                </a:lnTo>
                <a:lnTo>
                  <a:pt x="673608" y="528828"/>
                </a:lnTo>
                <a:close/>
              </a:path>
              <a:path w="710565" h="828039">
                <a:moveTo>
                  <a:pt x="673608" y="601980"/>
                </a:moveTo>
                <a:lnTo>
                  <a:pt x="662940" y="601980"/>
                </a:lnTo>
                <a:lnTo>
                  <a:pt x="662940" y="560832"/>
                </a:lnTo>
                <a:lnTo>
                  <a:pt x="673608" y="560832"/>
                </a:lnTo>
                <a:lnTo>
                  <a:pt x="673608" y="601980"/>
                </a:lnTo>
                <a:close/>
              </a:path>
              <a:path w="710565" h="828039">
                <a:moveTo>
                  <a:pt x="673608" y="673608"/>
                </a:moveTo>
                <a:lnTo>
                  <a:pt x="662940" y="673608"/>
                </a:lnTo>
                <a:lnTo>
                  <a:pt x="662940" y="632460"/>
                </a:lnTo>
                <a:lnTo>
                  <a:pt x="673608" y="632460"/>
                </a:lnTo>
                <a:lnTo>
                  <a:pt x="673608" y="673608"/>
                </a:lnTo>
                <a:close/>
              </a:path>
              <a:path w="710565" h="828039">
                <a:moveTo>
                  <a:pt x="673608" y="745236"/>
                </a:moveTo>
                <a:lnTo>
                  <a:pt x="662940" y="745236"/>
                </a:lnTo>
                <a:lnTo>
                  <a:pt x="662940" y="704088"/>
                </a:lnTo>
                <a:lnTo>
                  <a:pt x="673608" y="704088"/>
                </a:lnTo>
                <a:lnTo>
                  <a:pt x="673608" y="745236"/>
                </a:lnTo>
                <a:close/>
              </a:path>
              <a:path w="710565" h="828039">
                <a:moveTo>
                  <a:pt x="669036" y="827531"/>
                </a:moveTo>
                <a:lnTo>
                  <a:pt x="627887" y="745236"/>
                </a:lnTo>
                <a:lnTo>
                  <a:pt x="710184" y="745236"/>
                </a:lnTo>
                <a:lnTo>
                  <a:pt x="669036" y="827531"/>
                </a:lnTo>
                <a:close/>
              </a:path>
            </a:pathLst>
          </a:custGeom>
          <a:solidFill>
            <a:srgbClr val="162844"/>
          </a:solidFill>
        </p:spPr>
        <p:txBody>
          <a:bodyPr wrap="square" lIns="0" tIns="0" rIns="0" bIns="0" rtlCol="0"/>
          <a:lstStyle/>
          <a:p>
            <a:endParaRPr/>
          </a:p>
        </p:txBody>
      </p:sp>
      <p:graphicFrame>
        <p:nvGraphicFramePr>
          <p:cNvPr id="73" name="object 31">
            <a:extLst>
              <a:ext uri="{FF2B5EF4-FFF2-40B4-BE49-F238E27FC236}">
                <a16:creationId xmlns:a16="http://schemas.microsoft.com/office/drawing/2014/main" id="{41405FEF-F756-4997-A107-DE5F231CA5E0}"/>
              </a:ext>
            </a:extLst>
          </p:cNvPr>
          <p:cNvGraphicFramePr>
            <a:graphicFrameLocks noGrp="1"/>
          </p:cNvGraphicFramePr>
          <p:nvPr>
            <p:extLst>
              <p:ext uri="{D42A27DB-BD31-4B8C-83A1-F6EECF244321}">
                <p14:modId xmlns:p14="http://schemas.microsoft.com/office/powerpoint/2010/main" val="2319328298"/>
              </p:ext>
            </p:extLst>
          </p:nvPr>
        </p:nvGraphicFramePr>
        <p:xfrm>
          <a:off x="5408648" y="3222958"/>
          <a:ext cx="2345038" cy="324000"/>
        </p:xfrm>
        <a:graphic>
          <a:graphicData uri="http://schemas.openxmlformats.org/drawingml/2006/table">
            <a:tbl>
              <a:tblPr firstRow="1" bandRow="1">
                <a:tableStyleId>{2D5ABB26-0587-4C30-8999-92F81FD0307C}</a:tableStyleId>
              </a:tblPr>
              <a:tblGrid>
                <a:gridCol w="577097">
                  <a:extLst>
                    <a:ext uri="{9D8B030D-6E8A-4147-A177-3AD203B41FA5}">
                      <a16:colId xmlns:a16="http://schemas.microsoft.com/office/drawing/2014/main" val="20000"/>
                    </a:ext>
                  </a:extLst>
                </a:gridCol>
                <a:gridCol w="594491">
                  <a:extLst>
                    <a:ext uri="{9D8B030D-6E8A-4147-A177-3AD203B41FA5}">
                      <a16:colId xmlns:a16="http://schemas.microsoft.com/office/drawing/2014/main" val="20001"/>
                    </a:ext>
                  </a:extLst>
                </a:gridCol>
                <a:gridCol w="594490">
                  <a:extLst>
                    <a:ext uri="{9D8B030D-6E8A-4147-A177-3AD203B41FA5}">
                      <a16:colId xmlns:a16="http://schemas.microsoft.com/office/drawing/2014/main" val="20002"/>
                    </a:ext>
                  </a:extLst>
                </a:gridCol>
                <a:gridCol w="578960">
                  <a:extLst>
                    <a:ext uri="{9D8B030D-6E8A-4147-A177-3AD203B41FA5}">
                      <a16:colId xmlns:a16="http://schemas.microsoft.com/office/drawing/2014/main" val="20003"/>
                    </a:ext>
                  </a:extLst>
                </a:gridCol>
              </a:tblGrid>
              <a:tr h="324000">
                <a:tc>
                  <a:txBody>
                    <a:bodyPr/>
                    <a:lstStyle/>
                    <a:p>
                      <a:pPr marL="135255">
                        <a:lnSpc>
                          <a:spcPct val="100000"/>
                        </a:lnSpc>
                        <a:spcBef>
                          <a:spcPts val="540"/>
                        </a:spcBef>
                      </a:pPr>
                      <a:r>
                        <a:rPr sz="1150" b="1" spc="15">
                          <a:solidFill>
                            <a:srgbClr val="FFFFFF"/>
                          </a:solidFill>
                          <a:latin typeface="Calibri"/>
                          <a:cs typeface="Calibri"/>
                        </a:rPr>
                        <a:t>200</a:t>
                      </a:r>
                      <a:r>
                        <a:rPr lang="de-DE" sz="1150" b="1" spc="15">
                          <a:solidFill>
                            <a:srgbClr val="FFFFFF"/>
                          </a:solidFill>
                          <a:latin typeface="Calibri"/>
                          <a:cs typeface="Calibri"/>
                        </a:rPr>
                        <a:t>5</a:t>
                      </a:r>
                      <a:endParaRPr sz="1150">
                        <a:latin typeface="Calibri"/>
                        <a:cs typeface="Calibri"/>
                      </a:endParaRPr>
                    </a:p>
                  </a:txBody>
                  <a:tcPr marL="0" marR="0" marT="68580" marB="0">
                    <a:lnR w="38100">
                      <a:solidFill>
                        <a:srgbClr val="FFFFFF"/>
                      </a:solidFill>
                      <a:prstDash val="solid"/>
                    </a:lnR>
                    <a:solidFill>
                      <a:srgbClr val="0092CF"/>
                    </a:solidFill>
                  </a:tcPr>
                </a:tc>
                <a:tc>
                  <a:txBody>
                    <a:bodyPr/>
                    <a:lstStyle/>
                    <a:p>
                      <a:pPr marL="152400">
                        <a:lnSpc>
                          <a:spcPct val="100000"/>
                        </a:lnSpc>
                        <a:spcBef>
                          <a:spcPts val="540"/>
                        </a:spcBef>
                      </a:pPr>
                      <a:r>
                        <a:rPr sz="1150" b="1" spc="15">
                          <a:solidFill>
                            <a:srgbClr val="FFFFFF"/>
                          </a:solidFill>
                          <a:latin typeface="Calibri"/>
                          <a:cs typeface="Calibri"/>
                        </a:rPr>
                        <a:t>200</a:t>
                      </a:r>
                      <a:r>
                        <a:rPr lang="de-DE" sz="1150" b="1" spc="15">
                          <a:solidFill>
                            <a:srgbClr val="FFFFFF"/>
                          </a:solidFill>
                          <a:latin typeface="Calibri"/>
                          <a:cs typeface="Calibri"/>
                        </a:rPr>
                        <a:t>9</a:t>
                      </a:r>
                      <a:endParaRPr sz="1150">
                        <a:latin typeface="Calibri"/>
                        <a:cs typeface="Calibri"/>
                      </a:endParaRPr>
                    </a:p>
                  </a:txBody>
                  <a:tcPr marL="0" marR="0" marT="68580" marB="0">
                    <a:lnL w="38100">
                      <a:solidFill>
                        <a:srgbClr val="FFFFFF"/>
                      </a:solidFill>
                      <a:prstDash val="solid"/>
                    </a:lnL>
                    <a:lnR w="38100">
                      <a:solidFill>
                        <a:srgbClr val="FFFFFF"/>
                      </a:solidFill>
                      <a:prstDash val="solid"/>
                    </a:lnR>
                    <a:solidFill>
                      <a:srgbClr val="0092CF"/>
                    </a:solidFill>
                  </a:tcPr>
                </a:tc>
                <a:tc>
                  <a:txBody>
                    <a:bodyPr/>
                    <a:lstStyle/>
                    <a:p>
                      <a:pPr marL="151130">
                        <a:lnSpc>
                          <a:spcPct val="100000"/>
                        </a:lnSpc>
                        <a:spcBef>
                          <a:spcPts val="540"/>
                        </a:spcBef>
                      </a:pPr>
                      <a:r>
                        <a:rPr sz="1150" b="1" spc="15">
                          <a:solidFill>
                            <a:srgbClr val="FFFFFF"/>
                          </a:solidFill>
                          <a:latin typeface="Calibri"/>
                          <a:cs typeface="Calibri"/>
                        </a:rPr>
                        <a:t>20</a:t>
                      </a:r>
                      <a:r>
                        <a:rPr lang="de-DE" sz="1150" b="1" spc="15">
                          <a:solidFill>
                            <a:srgbClr val="FFFFFF"/>
                          </a:solidFill>
                          <a:latin typeface="Calibri"/>
                          <a:cs typeface="Calibri"/>
                        </a:rPr>
                        <a:t>10</a:t>
                      </a:r>
                      <a:endParaRPr sz="1150">
                        <a:latin typeface="Calibri"/>
                        <a:cs typeface="Calibri"/>
                      </a:endParaRPr>
                    </a:p>
                  </a:txBody>
                  <a:tcPr marL="0" marR="0" marT="68580" marB="0">
                    <a:lnL w="38100">
                      <a:solidFill>
                        <a:srgbClr val="FFFFFF"/>
                      </a:solidFill>
                      <a:prstDash val="solid"/>
                    </a:lnL>
                    <a:lnR w="38100">
                      <a:solidFill>
                        <a:srgbClr val="FFFFFF"/>
                      </a:solidFill>
                      <a:prstDash val="solid"/>
                    </a:lnR>
                    <a:solidFill>
                      <a:srgbClr val="0092CF"/>
                    </a:solidFill>
                  </a:tcPr>
                </a:tc>
                <a:tc>
                  <a:txBody>
                    <a:bodyPr/>
                    <a:lstStyle/>
                    <a:p>
                      <a:pPr marL="150495">
                        <a:lnSpc>
                          <a:spcPct val="100000"/>
                        </a:lnSpc>
                        <a:spcBef>
                          <a:spcPts val="540"/>
                        </a:spcBef>
                      </a:pPr>
                      <a:r>
                        <a:rPr sz="1150" b="1" spc="15">
                          <a:solidFill>
                            <a:srgbClr val="FFFFFF"/>
                          </a:solidFill>
                          <a:latin typeface="Calibri"/>
                          <a:cs typeface="Calibri"/>
                        </a:rPr>
                        <a:t>201</a:t>
                      </a:r>
                      <a:r>
                        <a:rPr lang="de-DE" sz="1150" b="1" spc="15">
                          <a:solidFill>
                            <a:srgbClr val="FFFFFF"/>
                          </a:solidFill>
                          <a:latin typeface="Calibri"/>
                          <a:cs typeface="Calibri"/>
                        </a:rPr>
                        <a:t>5</a:t>
                      </a:r>
                      <a:endParaRPr sz="1150">
                        <a:latin typeface="Calibri"/>
                        <a:cs typeface="Calibri"/>
                      </a:endParaRPr>
                    </a:p>
                  </a:txBody>
                  <a:tcPr marL="0" marR="0" marT="68580" marB="0">
                    <a:lnL w="38100">
                      <a:solidFill>
                        <a:srgbClr val="FFFFFF"/>
                      </a:solidFill>
                      <a:prstDash val="solid"/>
                    </a:lnL>
                    <a:solidFill>
                      <a:srgbClr val="0092CF"/>
                    </a:solidFill>
                  </a:tcPr>
                </a:tc>
                <a:extLst>
                  <a:ext uri="{0D108BD9-81ED-4DB2-BD59-A6C34878D82A}">
                    <a16:rowId xmlns:a16="http://schemas.microsoft.com/office/drawing/2014/main" val="10000"/>
                  </a:ext>
                </a:extLst>
              </a:tr>
            </a:tbl>
          </a:graphicData>
        </a:graphic>
      </p:graphicFrame>
      <p:sp>
        <p:nvSpPr>
          <p:cNvPr id="74" name="object 34">
            <a:extLst>
              <a:ext uri="{FF2B5EF4-FFF2-40B4-BE49-F238E27FC236}">
                <a16:creationId xmlns:a16="http://schemas.microsoft.com/office/drawing/2014/main" id="{8AFD4E57-7830-426B-AEC2-13FBB7CC60ED}"/>
              </a:ext>
            </a:extLst>
          </p:cNvPr>
          <p:cNvSpPr/>
          <p:nvPr/>
        </p:nvSpPr>
        <p:spPr>
          <a:xfrm>
            <a:off x="9246218" y="2859029"/>
            <a:ext cx="101876" cy="360000"/>
          </a:xfrm>
          <a:custGeom>
            <a:avLst/>
            <a:gdLst/>
            <a:ahLst/>
            <a:cxnLst/>
            <a:rect l="l" t="t" r="r" b="b"/>
            <a:pathLst>
              <a:path w="104140" h="828039">
                <a:moveTo>
                  <a:pt x="10668" y="827531"/>
                </a:moveTo>
                <a:lnTo>
                  <a:pt x="0" y="827531"/>
                </a:lnTo>
                <a:lnTo>
                  <a:pt x="0" y="786383"/>
                </a:lnTo>
                <a:lnTo>
                  <a:pt x="10668" y="786383"/>
                </a:lnTo>
                <a:lnTo>
                  <a:pt x="10668" y="827531"/>
                </a:lnTo>
                <a:close/>
              </a:path>
              <a:path w="104140" h="828039">
                <a:moveTo>
                  <a:pt x="10668" y="755903"/>
                </a:moveTo>
                <a:lnTo>
                  <a:pt x="0" y="755903"/>
                </a:lnTo>
                <a:lnTo>
                  <a:pt x="0" y="714755"/>
                </a:lnTo>
                <a:lnTo>
                  <a:pt x="10668" y="714755"/>
                </a:lnTo>
                <a:lnTo>
                  <a:pt x="10668" y="755903"/>
                </a:lnTo>
                <a:close/>
              </a:path>
              <a:path w="104140" h="828039">
                <a:moveTo>
                  <a:pt x="10668" y="682751"/>
                </a:moveTo>
                <a:lnTo>
                  <a:pt x="0" y="682751"/>
                </a:lnTo>
                <a:lnTo>
                  <a:pt x="0" y="641603"/>
                </a:lnTo>
                <a:lnTo>
                  <a:pt x="10668" y="641603"/>
                </a:lnTo>
                <a:lnTo>
                  <a:pt x="10668" y="682751"/>
                </a:lnTo>
                <a:close/>
              </a:path>
              <a:path w="104140" h="828039">
                <a:moveTo>
                  <a:pt x="10668" y="611123"/>
                </a:moveTo>
                <a:lnTo>
                  <a:pt x="0" y="611123"/>
                </a:lnTo>
                <a:lnTo>
                  <a:pt x="0" y="569975"/>
                </a:lnTo>
                <a:lnTo>
                  <a:pt x="10668" y="569975"/>
                </a:lnTo>
                <a:lnTo>
                  <a:pt x="10668" y="611123"/>
                </a:lnTo>
                <a:close/>
              </a:path>
              <a:path w="104140" h="828039">
                <a:moveTo>
                  <a:pt x="10668" y="539495"/>
                </a:moveTo>
                <a:lnTo>
                  <a:pt x="0" y="539495"/>
                </a:lnTo>
                <a:lnTo>
                  <a:pt x="0" y="498347"/>
                </a:lnTo>
                <a:lnTo>
                  <a:pt x="10668" y="498347"/>
                </a:lnTo>
                <a:lnTo>
                  <a:pt x="10668" y="539495"/>
                </a:lnTo>
                <a:close/>
              </a:path>
              <a:path w="104140" h="828039">
                <a:moveTo>
                  <a:pt x="10668" y="467868"/>
                </a:moveTo>
                <a:lnTo>
                  <a:pt x="0" y="467868"/>
                </a:lnTo>
                <a:lnTo>
                  <a:pt x="0" y="426719"/>
                </a:lnTo>
                <a:lnTo>
                  <a:pt x="10668" y="426719"/>
                </a:lnTo>
                <a:lnTo>
                  <a:pt x="10668" y="467868"/>
                </a:lnTo>
                <a:close/>
              </a:path>
              <a:path w="104140" h="828039">
                <a:moveTo>
                  <a:pt x="64008" y="419099"/>
                </a:moveTo>
                <a:lnTo>
                  <a:pt x="24384" y="419099"/>
                </a:lnTo>
                <a:lnTo>
                  <a:pt x="24384" y="408431"/>
                </a:lnTo>
                <a:lnTo>
                  <a:pt x="62484" y="408431"/>
                </a:lnTo>
                <a:lnTo>
                  <a:pt x="58420" y="411479"/>
                </a:lnTo>
                <a:lnTo>
                  <a:pt x="56388" y="411479"/>
                </a:lnTo>
                <a:lnTo>
                  <a:pt x="56388" y="413003"/>
                </a:lnTo>
                <a:lnTo>
                  <a:pt x="67056" y="413003"/>
                </a:lnTo>
                <a:lnTo>
                  <a:pt x="67056" y="416051"/>
                </a:lnTo>
                <a:lnTo>
                  <a:pt x="64008" y="419099"/>
                </a:lnTo>
                <a:close/>
              </a:path>
              <a:path w="104140" h="828039">
                <a:moveTo>
                  <a:pt x="56388" y="413003"/>
                </a:moveTo>
                <a:lnTo>
                  <a:pt x="56388" y="411479"/>
                </a:lnTo>
                <a:lnTo>
                  <a:pt x="58420" y="411479"/>
                </a:lnTo>
                <a:lnTo>
                  <a:pt x="56388" y="413003"/>
                </a:lnTo>
                <a:close/>
              </a:path>
              <a:path w="104140" h="828039">
                <a:moveTo>
                  <a:pt x="67056" y="413003"/>
                </a:moveTo>
                <a:lnTo>
                  <a:pt x="56388" y="413003"/>
                </a:lnTo>
                <a:lnTo>
                  <a:pt x="58420" y="411479"/>
                </a:lnTo>
                <a:lnTo>
                  <a:pt x="67056" y="411479"/>
                </a:lnTo>
                <a:lnTo>
                  <a:pt x="67056" y="413003"/>
                </a:lnTo>
                <a:close/>
              </a:path>
              <a:path w="104140" h="828039">
                <a:moveTo>
                  <a:pt x="67056" y="379475"/>
                </a:moveTo>
                <a:lnTo>
                  <a:pt x="56388" y="379475"/>
                </a:lnTo>
                <a:lnTo>
                  <a:pt x="56388" y="338327"/>
                </a:lnTo>
                <a:lnTo>
                  <a:pt x="67056" y="338327"/>
                </a:lnTo>
                <a:lnTo>
                  <a:pt x="67056" y="379475"/>
                </a:lnTo>
                <a:close/>
              </a:path>
              <a:path w="104140" h="828039">
                <a:moveTo>
                  <a:pt x="67056" y="307847"/>
                </a:moveTo>
                <a:lnTo>
                  <a:pt x="56388" y="307847"/>
                </a:lnTo>
                <a:lnTo>
                  <a:pt x="56388" y="266699"/>
                </a:lnTo>
                <a:lnTo>
                  <a:pt x="67056" y="266699"/>
                </a:lnTo>
                <a:lnTo>
                  <a:pt x="67056" y="307847"/>
                </a:lnTo>
                <a:close/>
              </a:path>
              <a:path w="104140" h="828039">
                <a:moveTo>
                  <a:pt x="67056" y="236219"/>
                </a:moveTo>
                <a:lnTo>
                  <a:pt x="56388" y="236219"/>
                </a:lnTo>
                <a:lnTo>
                  <a:pt x="56388" y="195071"/>
                </a:lnTo>
                <a:lnTo>
                  <a:pt x="67056" y="195071"/>
                </a:lnTo>
                <a:lnTo>
                  <a:pt x="67056" y="236219"/>
                </a:lnTo>
                <a:close/>
              </a:path>
              <a:path w="104140" h="828039">
                <a:moveTo>
                  <a:pt x="67056" y="164591"/>
                </a:moveTo>
                <a:lnTo>
                  <a:pt x="56388" y="164591"/>
                </a:lnTo>
                <a:lnTo>
                  <a:pt x="56388" y="123443"/>
                </a:lnTo>
                <a:lnTo>
                  <a:pt x="67056" y="123443"/>
                </a:lnTo>
                <a:lnTo>
                  <a:pt x="67056" y="164591"/>
                </a:lnTo>
                <a:close/>
              </a:path>
              <a:path w="104140" h="828039">
                <a:moveTo>
                  <a:pt x="56388" y="82295"/>
                </a:moveTo>
                <a:lnTo>
                  <a:pt x="21336" y="82295"/>
                </a:lnTo>
                <a:lnTo>
                  <a:pt x="62484" y="0"/>
                </a:lnTo>
                <a:lnTo>
                  <a:pt x="96773" y="68579"/>
                </a:lnTo>
                <a:lnTo>
                  <a:pt x="56388" y="68579"/>
                </a:lnTo>
                <a:lnTo>
                  <a:pt x="56388" y="82295"/>
                </a:lnTo>
                <a:close/>
              </a:path>
              <a:path w="104140" h="828039">
                <a:moveTo>
                  <a:pt x="67056" y="91439"/>
                </a:moveTo>
                <a:lnTo>
                  <a:pt x="56388" y="91439"/>
                </a:lnTo>
                <a:lnTo>
                  <a:pt x="56388" y="68579"/>
                </a:lnTo>
                <a:lnTo>
                  <a:pt x="67056" y="68579"/>
                </a:lnTo>
                <a:lnTo>
                  <a:pt x="67056" y="91439"/>
                </a:lnTo>
                <a:close/>
              </a:path>
              <a:path w="104140" h="828039">
                <a:moveTo>
                  <a:pt x="103632" y="82295"/>
                </a:moveTo>
                <a:lnTo>
                  <a:pt x="67056" y="82295"/>
                </a:lnTo>
                <a:lnTo>
                  <a:pt x="67056" y="68579"/>
                </a:lnTo>
                <a:lnTo>
                  <a:pt x="96773" y="68579"/>
                </a:lnTo>
                <a:lnTo>
                  <a:pt x="103632" y="82295"/>
                </a:lnTo>
                <a:close/>
              </a:path>
            </a:pathLst>
          </a:custGeom>
          <a:solidFill>
            <a:srgbClr val="162844"/>
          </a:solidFill>
        </p:spPr>
        <p:txBody>
          <a:bodyPr wrap="square" lIns="0" tIns="0" rIns="0" bIns="0" rtlCol="0"/>
          <a:lstStyle/>
          <a:p>
            <a:endParaRPr/>
          </a:p>
        </p:txBody>
      </p:sp>
      <p:grpSp>
        <p:nvGrpSpPr>
          <p:cNvPr id="13" name="Gruppieren 12">
            <a:extLst>
              <a:ext uri="{FF2B5EF4-FFF2-40B4-BE49-F238E27FC236}">
                <a16:creationId xmlns:a16="http://schemas.microsoft.com/office/drawing/2014/main" id="{FA523177-DF56-44A9-A488-C88D5CFDDB41}"/>
              </a:ext>
            </a:extLst>
          </p:cNvPr>
          <p:cNvGrpSpPr/>
          <p:nvPr/>
        </p:nvGrpSpPr>
        <p:grpSpPr>
          <a:xfrm>
            <a:off x="2605187" y="3212571"/>
            <a:ext cx="6941484" cy="337297"/>
            <a:chOff x="2633290" y="3502265"/>
            <a:chExt cx="6941484" cy="337297"/>
          </a:xfrm>
        </p:grpSpPr>
        <p:sp>
          <p:nvSpPr>
            <p:cNvPr id="76" name="object 24">
              <a:extLst>
                <a:ext uri="{FF2B5EF4-FFF2-40B4-BE49-F238E27FC236}">
                  <a16:creationId xmlns:a16="http://schemas.microsoft.com/office/drawing/2014/main" id="{5A7C84AD-5DBA-43DB-A710-A8D805E5F196}"/>
                </a:ext>
              </a:extLst>
            </p:cNvPr>
            <p:cNvSpPr txBox="1"/>
            <p:nvPr/>
          </p:nvSpPr>
          <p:spPr>
            <a:xfrm>
              <a:off x="2633290" y="3503598"/>
              <a:ext cx="564052" cy="331200"/>
            </a:xfrm>
            <a:custGeom>
              <a:avLst/>
              <a:gdLst>
                <a:gd name="connsiteX0" fmla="*/ 0 w 576580"/>
                <a:gd name="connsiteY0" fmla="*/ 0 h 246221"/>
                <a:gd name="connsiteX1" fmla="*/ 576580 w 576580"/>
                <a:gd name="connsiteY1" fmla="*/ 0 h 246221"/>
                <a:gd name="connsiteX2" fmla="*/ 576580 w 576580"/>
                <a:gd name="connsiteY2" fmla="*/ 246221 h 246221"/>
                <a:gd name="connsiteX3" fmla="*/ 0 w 576580"/>
                <a:gd name="connsiteY3" fmla="*/ 246221 h 246221"/>
                <a:gd name="connsiteX4" fmla="*/ 0 w 576580"/>
                <a:gd name="connsiteY4" fmla="*/ 0 h 246221"/>
                <a:gd name="connsiteX0" fmla="*/ 0 w 576580"/>
                <a:gd name="connsiteY0" fmla="*/ 0 h 322421"/>
                <a:gd name="connsiteX1" fmla="*/ 576580 w 576580"/>
                <a:gd name="connsiteY1" fmla="*/ 0 h 322421"/>
                <a:gd name="connsiteX2" fmla="*/ 576580 w 576580"/>
                <a:gd name="connsiteY2" fmla="*/ 322421 h 322421"/>
                <a:gd name="connsiteX3" fmla="*/ 0 w 576580"/>
                <a:gd name="connsiteY3" fmla="*/ 246221 h 322421"/>
                <a:gd name="connsiteX4" fmla="*/ 0 w 576580"/>
                <a:gd name="connsiteY4" fmla="*/ 0 h 322421"/>
                <a:gd name="connsiteX0" fmla="*/ 0 w 576580"/>
                <a:gd name="connsiteY0" fmla="*/ 0 h 322421"/>
                <a:gd name="connsiteX1" fmla="*/ 576580 w 576580"/>
                <a:gd name="connsiteY1" fmla="*/ 0 h 322421"/>
                <a:gd name="connsiteX2" fmla="*/ 576580 w 576580"/>
                <a:gd name="connsiteY2" fmla="*/ 322421 h 322421"/>
                <a:gd name="connsiteX3" fmla="*/ 0 w 576580"/>
                <a:gd name="connsiteY3" fmla="*/ 322421 h 322421"/>
                <a:gd name="connsiteX4" fmla="*/ 0 w 576580"/>
                <a:gd name="connsiteY4" fmla="*/ 0 h 32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580" h="322421">
                  <a:moveTo>
                    <a:pt x="0" y="0"/>
                  </a:moveTo>
                  <a:lnTo>
                    <a:pt x="576580" y="0"/>
                  </a:lnTo>
                  <a:lnTo>
                    <a:pt x="576580" y="322421"/>
                  </a:lnTo>
                  <a:lnTo>
                    <a:pt x="0" y="322421"/>
                  </a:lnTo>
                  <a:lnTo>
                    <a:pt x="0" y="0"/>
                  </a:lnTo>
                  <a:close/>
                </a:path>
              </a:pathLst>
            </a:custGeom>
            <a:solidFill>
              <a:srgbClr val="0092CF"/>
            </a:solidFill>
          </p:spPr>
          <p:txBody>
            <a:bodyPr vert="horz" wrap="square" lIns="0" tIns="68580" rIns="0" bIns="0" rtlCol="0">
              <a:spAutoFit/>
            </a:bodyPr>
            <a:lstStyle/>
            <a:p>
              <a:pPr marL="135255">
                <a:lnSpc>
                  <a:spcPct val="100000"/>
                </a:lnSpc>
                <a:spcBef>
                  <a:spcPts val="540"/>
                </a:spcBef>
              </a:pPr>
              <a:r>
                <a:rPr sz="1150" b="1" spc="15">
                  <a:solidFill>
                    <a:srgbClr val="FFFFFF"/>
                  </a:solidFill>
                  <a:latin typeface="Calibri"/>
                  <a:cs typeface="Calibri"/>
                </a:rPr>
                <a:t>1</a:t>
              </a:r>
              <a:r>
                <a:rPr lang="de-DE" sz="1150" b="1" spc="15">
                  <a:solidFill>
                    <a:srgbClr val="FFFFFF"/>
                  </a:solidFill>
                  <a:latin typeface="Calibri"/>
                  <a:cs typeface="Calibri"/>
                </a:rPr>
                <a:t>995</a:t>
              </a:r>
              <a:endParaRPr sz="1150">
                <a:latin typeface="Calibri"/>
                <a:cs typeface="Calibri"/>
              </a:endParaRPr>
            </a:p>
          </p:txBody>
        </p:sp>
        <p:sp>
          <p:nvSpPr>
            <p:cNvPr id="77" name="object 25">
              <a:extLst>
                <a:ext uri="{FF2B5EF4-FFF2-40B4-BE49-F238E27FC236}">
                  <a16:creationId xmlns:a16="http://schemas.microsoft.com/office/drawing/2014/main" id="{10EC4C70-3CFB-4B19-8003-E0387FEBB870}"/>
                </a:ext>
              </a:extLst>
            </p:cNvPr>
            <p:cNvSpPr/>
            <p:nvPr/>
          </p:nvSpPr>
          <p:spPr>
            <a:xfrm>
              <a:off x="3757494" y="3502266"/>
              <a:ext cx="505411" cy="332230"/>
            </a:xfrm>
            <a:prstGeom prst="rect">
              <a:avLst/>
            </a:prstGeom>
            <a:solidFill>
              <a:schemeClr val="accent3">
                <a:lumMod val="40000"/>
                <a:lumOff val="60000"/>
              </a:schemeClr>
            </a:solidFill>
          </p:spPr>
          <p:txBody>
            <a:bodyPr wrap="square" lIns="0" tIns="0" rIns="0" bIns="0" rtlCol="0"/>
            <a:lstStyle/>
            <a:p>
              <a:endParaRPr>
                <a:highlight>
                  <a:srgbClr val="F2F2F2"/>
                </a:highlight>
              </a:endParaRPr>
            </a:p>
          </p:txBody>
        </p:sp>
        <p:sp>
          <p:nvSpPr>
            <p:cNvPr id="78" name="object 27">
              <a:extLst>
                <a:ext uri="{FF2B5EF4-FFF2-40B4-BE49-F238E27FC236}">
                  <a16:creationId xmlns:a16="http://schemas.microsoft.com/office/drawing/2014/main" id="{517838AF-A753-49A7-ADD0-F2E86E5CE951}"/>
                </a:ext>
              </a:extLst>
            </p:cNvPr>
            <p:cNvSpPr/>
            <p:nvPr/>
          </p:nvSpPr>
          <p:spPr>
            <a:xfrm>
              <a:off x="4883222" y="3502265"/>
              <a:ext cx="509882" cy="332231"/>
            </a:xfrm>
            <a:prstGeom prst="rect">
              <a:avLst/>
            </a:prstGeom>
            <a:solidFill>
              <a:schemeClr val="accent3">
                <a:lumMod val="40000"/>
                <a:lumOff val="60000"/>
              </a:schemeClr>
            </a:solidFill>
          </p:spPr>
          <p:txBody>
            <a:bodyPr wrap="square" lIns="0" tIns="0" rIns="0" bIns="0" rtlCol="0"/>
            <a:lstStyle/>
            <a:p>
              <a:endParaRPr>
                <a:highlight>
                  <a:srgbClr val="F2F2F2"/>
                </a:highlight>
              </a:endParaRPr>
            </a:p>
          </p:txBody>
        </p:sp>
        <p:sp>
          <p:nvSpPr>
            <p:cNvPr id="79" name="object 29">
              <a:extLst>
                <a:ext uri="{FF2B5EF4-FFF2-40B4-BE49-F238E27FC236}">
                  <a16:creationId xmlns:a16="http://schemas.microsoft.com/office/drawing/2014/main" id="{3A76F9A2-D95E-430F-971F-F824099B1160}"/>
                </a:ext>
              </a:extLst>
            </p:cNvPr>
            <p:cNvSpPr/>
            <p:nvPr/>
          </p:nvSpPr>
          <p:spPr>
            <a:xfrm>
              <a:off x="3221045" y="3502266"/>
              <a:ext cx="506901" cy="332230"/>
            </a:xfrm>
            <a:prstGeom prst="rect">
              <a:avLst/>
            </a:prstGeom>
            <a:solidFill>
              <a:schemeClr val="accent3">
                <a:lumMod val="40000"/>
                <a:lumOff val="60000"/>
              </a:schemeClr>
            </a:solidFill>
          </p:spPr>
          <p:txBody>
            <a:bodyPr wrap="square" lIns="0" tIns="0" rIns="0" bIns="0" rtlCol="0"/>
            <a:lstStyle/>
            <a:p>
              <a:endParaRPr>
                <a:highlight>
                  <a:srgbClr val="F2F2F2"/>
                </a:highlight>
              </a:endParaRPr>
            </a:p>
          </p:txBody>
        </p:sp>
        <p:sp>
          <p:nvSpPr>
            <p:cNvPr id="80" name="object 30">
              <a:extLst>
                <a:ext uri="{FF2B5EF4-FFF2-40B4-BE49-F238E27FC236}">
                  <a16:creationId xmlns:a16="http://schemas.microsoft.com/office/drawing/2014/main" id="{B2B12625-8781-44CB-A01D-EC1CCFD1BD28}"/>
                </a:ext>
              </a:extLst>
            </p:cNvPr>
            <p:cNvSpPr/>
            <p:nvPr/>
          </p:nvSpPr>
          <p:spPr>
            <a:xfrm>
              <a:off x="7834702" y="3502266"/>
              <a:ext cx="505410" cy="332230"/>
            </a:xfrm>
            <a:prstGeom prst="rect">
              <a:avLst/>
            </a:prstGeom>
            <a:solidFill>
              <a:schemeClr val="accent3">
                <a:lumMod val="40000"/>
                <a:lumOff val="60000"/>
              </a:schemeClr>
            </a:solidFill>
          </p:spPr>
          <p:txBody>
            <a:bodyPr wrap="square" lIns="0" tIns="0" rIns="0" bIns="0" rtlCol="0"/>
            <a:lstStyle/>
            <a:p>
              <a:endParaRPr>
                <a:highlight>
                  <a:srgbClr val="F2F2F2"/>
                </a:highlight>
              </a:endParaRPr>
            </a:p>
          </p:txBody>
        </p:sp>
        <p:sp>
          <p:nvSpPr>
            <p:cNvPr id="81" name="object 32">
              <a:extLst>
                <a:ext uri="{FF2B5EF4-FFF2-40B4-BE49-F238E27FC236}">
                  <a16:creationId xmlns:a16="http://schemas.microsoft.com/office/drawing/2014/main" id="{123953F4-FAEC-4D5B-B330-494B298C5FFF}"/>
                </a:ext>
              </a:extLst>
            </p:cNvPr>
            <p:cNvSpPr txBox="1"/>
            <p:nvPr/>
          </p:nvSpPr>
          <p:spPr>
            <a:xfrm>
              <a:off x="8402646" y="3508361"/>
              <a:ext cx="576000" cy="331200"/>
            </a:xfrm>
            <a:prstGeom prst="rect">
              <a:avLst/>
            </a:prstGeom>
            <a:solidFill>
              <a:srgbClr val="0092CF"/>
            </a:solidFill>
          </p:spPr>
          <p:txBody>
            <a:bodyPr vert="horz" wrap="square" lIns="0" tIns="68580" rIns="0" bIns="0" rtlCol="0">
              <a:spAutoFit/>
            </a:bodyPr>
            <a:lstStyle/>
            <a:p>
              <a:pPr marL="137160">
                <a:lnSpc>
                  <a:spcPct val="100000"/>
                </a:lnSpc>
                <a:spcBef>
                  <a:spcPts val="540"/>
                </a:spcBef>
              </a:pPr>
              <a:r>
                <a:rPr sz="1150" b="1" spc="15">
                  <a:solidFill>
                    <a:srgbClr val="FFFFFF"/>
                  </a:solidFill>
                  <a:latin typeface="Calibri"/>
                  <a:cs typeface="Calibri"/>
                </a:rPr>
                <a:t>20</a:t>
              </a:r>
              <a:r>
                <a:rPr lang="de-DE" sz="1150" b="1" spc="15">
                  <a:solidFill>
                    <a:srgbClr val="FFFFFF"/>
                  </a:solidFill>
                  <a:latin typeface="Calibri"/>
                  <a:cs typeface="Calibri"/>
                </a:rPr>
                <a:t>19</a:t>
              </a:r>
              <a:endParaRPr sz="1150" b="1" spc="15">
                <a:solidFill>
                  <a:srgbClr val="FFFFFF"/>
                </a:solidFill>
                <a:latin typeface="Calibri"/>
                <a:cs typeface="Calibri"/>
              </a:endParaRPr>
            </a:p>
          </p:txBody>
        </p:sp>
        <p:sp>
          <p:nvSpPr>
            <p:cNvPr id="82" name="object 33">
              <a:extLst>
                <a:ext uri="{FF2B5EF4-FFF2-40B4-BE49-F238E27FC236}">
                  <a16:creationId xmlns:a16="http://schemas.microsoft.com/office/drawing/2014/main" id="{FE042AFB-A8A8-484D-B9CB-F31EBDC9828B}"/>
                </a:ext>
              </a:extLst>
            </p:cNvPr>
            <p:cNvSpPr txBox="1"/>
            <p:nvPr/>
          </p:nvSpPr>
          <p:spPr>
            <a:xfrm>
              <a:off x="9010722" y="3508362"/>
              <a:ext cx="564052" cy="331200"/>
            </a:xfrm>
            <a:prstGeom prst="rect">
              <a:avLst/>
            </a:prstGeom>
            <a:solidFill>
              <a:srgbClr val="0092CF"/>
            </a:solidFill>
          </p:spPr>
          <p:txBody>
            <a:bodyPr vert="horz" wrap="square" lIns="0" tIns="68580" rIns="0" bIns="0" rtlCol="0">
              <a:spAutoFit/>
            </a:bodyPr>
            <a:lstStyle/>
            <a:p>
              <a:pPr marL="135255">
                <a:lnSpc>
                  <a:spcPct val="100000"/>
                </a:lnSpc>
                <a:spcBef>
                  <a:spcPts val="540"/>
                </a:spcBef>
              </a:pPr>
              <a:r>
                <a:rPr sz="1150" b="1" spc="15">
                  <a:solidFill>
                    <a:srgbClr val="FFFFFF"/>
                  </a:solidFill>
                  <a:latin typeface="Calibri"/>
                  <a:cs typeface="Calibri"/>
                </a:rPr>
                <a:t>20</a:t>
              </a:r>
              <a:r>
                <a:rPr lang="de-DE" sz="1150" b="1" spc="15">
                  <a:solidFill>
                    <a:srgbClr val="FFFFFF"/>
                  </a:solidFill>
                  <a:latin typeface="Calibri"/>
                  <a:cs typeface="Calibri"/>
                </a:rPr>
                <a:t>20</a:t>
              </a:r>
              <a:endParaRPr sz="1150">
                <a:latin typeface="Calibri"/>
                <a:cs typeface="Calibri"/>
              </a:endParaRPr>
            </a:p>
          </p:txBody>
        </p:sp>
        <p:sp>
          <p:nvSpPr>
            <p:cNvPr id="83" name="object 24">
              <a:extLst>
                <a:ext uri="{FF2B5EF4-FFF2-40B4-BE49-F238E27FC236}">
                  <a16:creationId xmlns:a16="http://schemas.microsoft.com/office/drawing/2014/main" id="{52E9197B-E2DB-46B6-A76E-A0B77F748A16}"/>
                </a:ext>
              </a:extLst>
            </p:cNvPr>
            <p:cNvSpPr txBox="1"/>
            <p:nvPr/>
          </p:nvSpPr>
          <p:spPr>
            <a:xfrm>
              <a:off x="4298258" y="3502265"/>
              <a:ext cx="552745" cy="331200"/>
            </a:xfrm>
            <a:custGeom>
              <a:avLst/>
              <a:gdLst>
                <a:gd name="connsiteX0" fmla="*/ 0 w 576580"/>
                <a:gd name="connsiteY0" fmla="*/ 0 h 246221"/>
                <a:gd name="connsiteX1" fmla="*/ 576580 w 576580"/>
                <a:gd name="connsiteY1" fmla="*/ 0 h 246221"/>
                <a:gd name="connsiteX2" fmla="*/ 576580 w 576580"/>
                <a:gd name="connsiteY2" fmla="*/ 246221 h 246221"/>
                <a:gd name="connsiteX3" fmla="*/ 0 w 576580"/>
                <a:gd name="connsiteY3" fmla="*/ 246221 h 246221"/>
                <a:gd name="connsiteX4" fmla="*/ 0 w 576580"/>
                <a:gd name="connsiteY4" fmla="*/ 0 h 246221"/>
                <a:gd name="connsiteX0" fmla="*/ 0 w 576580"/>
                <a:gd name="connsiteY0" fmla="*/ 0 h 322421"/>
                <a:gd name="connsiteX1" fmla="*/ 576580 w 576580"/>
                <a:gd name="connsiteY1" fmla="*/ 0 h 322421"/>
                <a:gd name="connsiteX2" fmla="*/ 576580 w 576580"/>
                <a:gd name="connsiteY2" fmla="*/ 322421 h 322421"/>
                <a:gd name="connsiteX3" fmla="*/ 0 w 576580"/>
                <a:gd name="connsiteY3" fmla="*/ 246221 h 322421"/>
                <a:gd name="connsiteX4" fmla="*/ 0 w 576580"/>
                <a:gd name="connsiteY4" fmla="*/ 0 h 322421"/>
                <a:gd name="connsiteX0" fmla="*/ 0 w 576580"/>
                <a:gd name="connsiteY0" fmla="*/ 0 h 322421"/>
                <a:gd name="connsiteX1" fmla="*/ 576580 w 576580"/>
                <a:gd name="connsiteY1" fmla="*/ 0 h 322421"/>
                <a:gd name="connsiteX2" fmla="*/ 576580 w 576580"/>
                <a:gd name="connsiteY2" fmla="*/ 322421 h 322421"/>
                <a:gd name="connsiteX3" fmla="*/ 0 w 576580"/>
                <a:gd name="connsiteY3" fmla="*/ 322421 h 322421"/>
                <a:gd name="connsiteX4" fmla="*/ 0 w 576580"/>
                <a:gd name="connsiteY4" fmla="*/ 0 h 32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580" h="322421">
                  <a:moveTo>
                    <a:pt x="0" y="0"/>
                  </a:moveTo>
                  <a:lnTo>
                    <a:pt x="576580" y="0"/>
                  </a:lnTo>
                  <a:lnTo>
                    <a:pt x="576580" y="322421"/>
                  </a:lnTo>
                  <a:lnTo>
                    <a:pt x="0" y="322421"/>
                  </a:lnTo>
                  <a:lnTo>
                    <a:pt x="0" y="0"/>
                  </a:lnTo>
                  <a:close/>
                </a:path>
              </a:pathLst>
            </a:custGeom>
            <a:solidFill>
              <a:srgbClr val="0092CF"/>
            </a:solidFill>
          </p:spPr>
          <p:txBody>
            <a:bodyPr vert="horz" wrap="square" lIns="0" tIns="68580" rIns="0" bIns="0" rtlCol="0">
              <a:spAutoFit/>
            </a:bodyPr>
            <a:lstStyle/>
            <a:p>
              <a:pPr marL="135255">
                <a:lnSpc>
                  <a:spcPct val="100000"/>
                </a:lnSpc>
                <a:spcBef>
                  <a:spcPts val="540"/>
                </a:spcBef>
              </a:pPr>
              <a:r>
                <a:rPr lang="de-DE" sz="1150" b="1" spc="15">
                  <a:solidFill>
                    <a:srgbClr val="FFFFFF"/>
                  </a:solidFill>
                  <a:latin typeface="Calibri"/>
                  <a:cs typeface="Calibri"/>
                </a:rPr>
                <a:t>2002</a:t>
              </a:r>
              <a:endParaRPr sz="1150">
                <a:latin typeface="Calibri"/>
                <a:cs typeface="Calibri"/>
              </a:endParaRPr>
            </a:p>
          </p:txBody>
        </p:sp>
      </p:grpSp>
      <p:sp>
        <p:nvSpPr>
          <p:cNvPr id="84" name="Pfeil: Fünfeck 83">
            <a:extLst>
              <a:ext uri="{FF2B5EF4-FFF2-40B4-BE49-F238E27FC236}">
                <a16:creationId xmlns:a16="http://schemas.microsoft.com/office/drawing/2014/main" id="{09B6FFA9-E582-4709-9C6B-A1181F5D6279}"/>
              </a:ext>
            </a:extLst>
          </p:cNvPr>
          <p:cNvSpPr/>
          <p:nvPr/>
        </p:nvSpPr>
        <p:spPr>
          <a:xfrm>
            <a:off x="9581812" y="3218667"/>
            <a:ext cx="285877" cy="326135"/>
          </a:xfrm>
          <a:prstGeom prst="homePlat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5" name="object 14">
            <a:extLst>
              <a:ext uri="{FF2B5EF4-FFF2-40B4-BE49-F238E27FC236}">
                <a16:creationId xmlns:a16="http://schemas.microsoft.com/office/drawing/2014/main" id="{A686083D-A73C-4181-8F80-70B0097F306C}"/>
              </a:ext>
            </a:extLst>
          </p:cNvPr>
          <p:cNvSpPr txBox="1"/>
          <p:nvPr/>
        </p:nvSpPr>
        <p:spPr>
          <a:xfrm flipV="1">
            <a:off x="2335439" y="2734657"/>
            <a:ext cx="7738445" cy="75600"/>
          </a:xfrm>
          <a:prstGeom prst="rect">
            <a:avLst/>
          </a:prstGeom>
          <a:solidFill>
            <a:srgbClr val="0092CF"/>
          </a:solidFill>
        </p:spPr>
        <p:txBody>
          <a:bodyPr vert="horz" wrap="square" lIns="0" tIns="69215" rIns="0" bIns="0" rtlCol="0">
            <a:spAutoFit/>
          </a:bodyPr>
          <a:lstStyle/>
          <a:p>
            <a:pPr marL="77470" marR="76200" algn="just">
              <a:lnSpc>
                <a:spcPct val="103299"/>
              </a:lnSpc>
              <a:spcBef>
                <a:spcPts val="545"/>
              </a:spcBef>
            </a:pPr>
            <a:endParaRPr lang="de-DE" sz="1200" b="1" spc="10">
              <a:solidFill>
                <a:schemeClr val="bg1"/>
              </a:solidFill>
              <a:latin typeface="Calibri"/>
              <a:cs typeface="Calibri"/>
            </a:endParaRPr>
          </a:p>
        </p:txBody>
      </p:sp>
      <p:sp>
        <p:nvSpPr>
          <p:cNvPr id="116" name="object 14">
            <a:extLst>
              <a:ext uri="{FF2B5EF4-FFF2-40B4-BE49-F238E27FC236}">
                <a16:creationId xmlns:a16="http://schemas.microsoft.com/office/drawing/2014/main" id="{914ED75B-1853-4F04-ADD6-84A2FC646EF2}"/>
              </a:ext>
            </a:extLst>
          </p:cNvPr>
          <p:cNvSpPr txBox="1"/>
          <p:nvPr/>
        </p:nvSpPr>
        <p:spPr>
          <a:xfrm flipV="1">
            <a:off x="2346361" y="3961513"/>
            <a:ext cx="7727524" cy="74693"/>
          </a:xfrm>
          <a:prstGeom prst="rect">
            <a:avLst/>
          </a:prstGeom>
          <a:solidFill>
            <a:srgbClr val="0092CF"/>
          </a:solidFill>
        </p:spPr>
        <p:txBody>
          <a:bodyPr vert="horz" wrap="square" lIns="0" tIns="69215" rIns="0" bIns="0" rtlCol="0">
            <a:spAutoFit/>
          </a:bodyPr>
          <a:lstStyle/>
          <a:p>
            <a:pPr marL="77470" marR="76200" algn="just">
              <a:lnSpc>
                <a:spcPct val="103299"/>
              </a:lnSpc>
              <a:spcBef>
                <a:spcPts val="545"/>
              </a:spcBef>
            </a:pPr>
            <a:endParaRPr lang="de-DE" sz="1200" b="1" spc="10">
              <a:solidFill>
                <a:schemeClr val="bg1"/>
              </a:solidFill>
              <a:latin typeface="Calibri"/>
              <a:cs typeface="Calibri"/>
            </a:endParaRPr>
          </a:p>
        </p:txBody>
      </p:sp>
      <p:sp>
        <p:nvSpPr>
          <p:cNvPr id="31" name="object 14">
            <a:extLst>
              <a:ext uri="{FF2B5EF4-FFF2-40B4-BE49-F238E27FC236}">
                <a16:creationId xmlns:a16="http://schemas.microsoft.com/office/drawing/2014/main" id="{56A1BE83-B5DD-4BFE-9CB9-723982B9832E}"/>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77470" marR="76200">
              <a:lnSpc>
                <a:spcPct val="103299"/>
              </a:lnSpc>
              <a:spcBef>
                <a:spcPts val="545"/>
              </a:spcBef>
            </a:pPr>
            <a:r>
              <a:rPr lang="de-DE" sz="1200" b="1" spc="10">
                <a:solidFill>
                  <a:schemeClr val="bg1"/>
                </a:solidFill>
                <a:latin typeface="Calibri"/>
                <a:cs typeface="Calibri"/>
              </a:rPr>
              <a:t>Deliverit</a:t>
            </a:r>
            <a:r>
              <a:rPr lang="de-DE" sz="1200" spc="10">
                <a:solidFill>
                  <a:schemeClr val="bg1"/>
                </a:solidFill>
                <a:latin typeface="Calibri"/>
                <a:cs typeface="Calibri"/>
              </a:rPr>
              <a:t> blickt auf eine </a:t>
            </a:r>
            <a:r>
              <a:rPr lang="de-DE" sz="1200" b="1" spc="10">
                <a:solidFill>
                  <a:schemeClr val="bg1"/>
                </a:solidFill>
                <a:latin typeface="Calibri"/>
                <a:cs typeface="Calibri"/>
              </a:rPr>
              <a:t>31-jährige Zeit</a:t>
            </a:r>
            <a:r>
              <a:rPr lang="de-DE" sz="1200" spc="10">
                <a:solidFill>
                  <a:schemeClr val="bg1"/>
                </a:solidFill>
                <a:latin typeface="Calibri"/>
                <a:cs typeface="Calibri"/>
              </a:rPr>
              <a:t> des </a:t>
            </a:r>
            <a:r>
              <a:rPr lang="de-DE" sz="1200" b="1" spc="10">
                <a:solidFill>
                  <a:schemeClr val="bg1"/>
                </a:solidFill>
                <a:latin typeface="Calibri"/>
                <a:cs typeface="Calibri"/>
              </a:rPr>
              <a:t>fast stetigen Wachstums </a:t>
            </a:r>
            <a:r>
              <a:rPr lang="de-DE" sz="1200" spc="10">
                <a:solidFill>
                  <a:schemeClr val="bg1"/>
                </a:solidFill>
                <a:latin typeface="Calibri"/>
                <a:cs typeface="Calibri"/>
              </a:rPr>
              <a:t>zurück. </a:t>
            </a:r>
          </a:p>
          <a:p>
            <a:pPr marL="77470" marR="76200">
              <a:lnSpc>
                <a:spcPct val="103299"/>
              </a:lnSpc>
              <a:spcBef>
                <a:spcPts val="545"/>
              </a:spcBef>
            </a:pPr>
            <a:endParaRPr lang="de-DE" sz="100" spc="10">
              <a:solidFill>
                <a:schemeClr val="bg1"/>
              </a:solidFill>
              <a:latin typeface="Calibri"/>
              <a:cs typeface="Calibri"/>
            </a:endParaRPr>
          </a:p>
          <a:p>
            <a:pPr marL="77470" marR="76200">
              <a:lnSpc>
                <a:spcPct val="103299"/>
              </a:lnSpc>
              <a:spcBef>
                <a:spcPts val="545"/>
              </a:spcBef>
            </a:pPr>
            <a:r>
              <a:rPr lang="de-DE" sz="1200" spc="10">
                <a:solidFill>
                  <a:schemeClr val="bg1"/>
                </a:solidFill>
                <a:latin typeface="Calibri"/>
                <a:cs typeface="Calibri"/>
              </a:rPr>
              <a:t>Gestartet als ein </a:t>
            </a:r>
            <a:r>
              <a:rPr lang="de-DE" sz="1200" b="1" spc="10">
                <a:solidFill>
                  <a:schemeClr val="bg1"/>
                </a:solidFill>
                <a:latin typeface="Calibri"/>
                <a:cs typeface="Calibri"/>
              </a:rPr>
              <a:t>Unternehmen</a:t>
            </a:r>
            <a:r>
              <a:rPr lang="de-DE" sz="1200" spc="10">
                <a:solidFill>
                  <a:schemeClr val="bg1"/>
                </a:solidFill>
                <a:latin typeface="Calibri"/>
                <a:cs typeface="Calibri"/>
              </a:rPr>
              <a:t> zur </a:t>
            </a:r>
            <a:r>
              <a:rPr lang="de-DE" sz="1200" b="1" spc="10">
                <a:solidFill>
                  <a:schemeClr val="bg1"/>
                </a:solidFill>
                <a:latin typeface="Calibri"/>
                <a:cs typeface="Calibri"/>
              </a:rPr>
              <a:t>Auslieferung von Zeitschriften </a:t>
            </a:r>
            <a:r>
              <a:rPr lang="de-DE" sz="1200" spc="10">
                <a:solidFill>
                  <a:schemeClr val="bg1"/>
                </a:solidFill>
                <a:latin typeface="Calibri"/>
                <a:cs typeface="Calibri"/>
              </a:rPr>
              <a:t>und für </a:t>
            </a:r>
            <a:r>
              <a:rPr lang="de-DE" sz="1200" b="1" spc="10">
                <a:solidFill>
                  <a:schemeClr val="bg1"/>
                </a:solidFill>
                <a:latin typeface="Calibri"/>
                <a:cs typeface="Calibri"/>
              </a:rPr>
              <a:t>Werkverkehre</a:t>
            </a:r>
            <a:r>
              <a:rPr lang="de-DE" sz="1200" spc="10">
                <a:solidFill>
                  <a:schemeClr val="bg1"/>
                </a:solidFill>
                <a:latin typeface="Calibri"/>
                <a:cs typeface="Calibri"/>
              </a:rPr>
              <a:t> hat sich </a:t>
            </a:r>
            <a:r>
              <a:rPr lang="de-DE" sz="1200" b="1" spc="10">
                <a:solidFill>
                  <a:schemeClr val="bg1"/>
                </a:solidFill>
                <a:latin typeface="Calibri"/>
                <a:cs typeface="Calibri"/>
              </a:rPr>
              <a:t>Deliverit</a:t>
            </a:r>
            <a:r>
              <a:rPr lang="de-DE" sz="1200" spc="10">
                <a:solidFill>
                  <a:schemeClr val="bg1"/>
                </a:solidFill>
                <a:latin typeface="Calibri"/>
                <a:cs typeface="Calibri"/>
              </a:rPr>
              <a:t> zu einem </a:t>
            </a:r>
            <a:r>
              <a:rPr lang="de-DE" sz="1200" b="1" spc="10">
                <a:solidFill>
                  <a:schemeClr val="bg1"/>
                </a:solidFill>
                <a:latin typeface="Calibri"/>
                <a:cs typeface="Calibri"/>
              </a:rPr>
              <a:t>international etablierten Partner</a:t>
            </a:r>
            <a:r>
              <a:rPr lang="de-DE" sz="1200" spc="10">
                <a:solidFill>
                  <a:schemeClr val="bg1"/>
                </a:solidFill>
                <a:latin typeface="Calibri"/>
                <a:cs typeface="Calibri"/>
              </a:rPr>
              <a:t> für </a:t>
            </a:r>
            <a:r>
              <a:rPr lang="de-DE" sz="1200" b="1" spc="10">
                <a:solidFill>
                  <a:schemeClr val="bg1"/>
                </a:solidFill>
                <a:latin typeface="Calibri"/>
                <a:cs typeface="Calibri"/>
              </a:rPr>
              <a:t>Werkverkehre, Luftfracht, Lagerhaltung,  Kommissionierung</a:t>
            </a:r>
            <a:r>
              <a:rPr lang="de-DE" sz="1200" spc="10">
                <a:solidFill>
                  <a:schemeClr val="bg1"/>
                </a:solidFill>
                <a:latin typeface="Calibri"/>
                <a:cs typeface="Calibri"/>
              </a:rPr>
              <a:t>,</a:t>
            </a:r>
            <a:r>
              <a:rPr lang="de-DE" sz="1200" b="1" spc="10">
                <a:solidFill>
                  <a:schemeClr val="bg1"/>
                </a:solidFill>
                <a:latin typeface="Calibri"/>
                <a:cs typeface="Calibri"/>
              </a:rPr>
              <a:t> </a:t>
            </a:r>
            <a:r>
              <a:rPr lang="de-DE" sz="1200" spc="10">
                <a:solidFill>
                  <a:schemeClr val="bg1"/>
                </a:solidFill>
                <a:latin typeface="Calibri"/>
                <a:cs typeface="Calibri"/>
              </a:rPr>
              <a:t>und </a:t>
            </a:r>
            <a:r>
              <a:rPr lang="de-DE" sz="1200" b="1" spc="10">
                <a:solidFill>
                  <a:schemeClr val="bg1"/>
                </a:solidFill>
                <a:latin typeface="Calibri"/>
                <a:cs typeface="Calibri"/>
              </a:rPr>
              <a:t>Entsorgungslogistik</a:t>
            </a:r>
            <a:r>
              <a:rPr lang="de-DE" sz="1200" spc="10">
                <a:solidFill>
                  <a:schemeClr val="bg1"/>
                </a:solidFill>
                <a:latin typeface="Calibri"/>
                <a:cs typeface="Calibri"/>
              </a:rPr>
              <a:t> entwickelt. </a:t>
            </a:r>
          </a:p>
          <a:p>
            <a:pPr marL="77470" marR="76200">
              <a:lnSpc>
                <a:spcPct val="103299"/>
              </a:lnSpc>
              <a:spcBef>
                <a:spcPts val="545"/>
              </a:spcBef>
            </a:pPr>
            <a:endParaRPr lang="de-DE" sz="100" spc="10">
              <a:solidFill>
                <a:schemeClr val="bg1"/>
              </a:solidFill>
              <a:latin typeface="Calibri"/>
              <a:cs typeface="Calibri"/>
            </a:endParaRPr>
          </a:p>
          <a:p>
            <a:pPr marL="77470" marR="76200">
              <a:lnSpc>
                <a:spcPct val="103299"/>
              </a:lnSpc>
              <a:spcBef>
                <a:spcPts val="545"/>
              </a:spcBef>
            </a:pPr>
            <a:r>
              <a:rPr lang="de-DE" sz="1200" spc="10">
                <a:solidFill>
                  <a:schemeClr val="bg1"/>
                </a:solidFill>
                <a:latin typeface="Calibri"/>
                <a:cs typeface="Calibri"/>
              </a:rPr>
              <a:t>Neben </a:t>
            </a:r>
            <a:r>
              <a:rPr lang="de-DE" sz="1200" b="1" spc="10">
                <a:solidFill>
                  <a:schemeClr val="bg1"/>
                </a:solidFill>
                <a:latin typeface="Calibri"/>
                <a:cs typeface="Calibri"/>
              </a:rPr>
              <a:t>zahlreichen Zertifizierungen </a:t>
            </a:r>
            <a:r>
              <a:rPr lang="de-DE" sz="1200" spc="10">
                <a:solidFill>
                  <a:schemeClr val="bg1"/>
                </a:solidFill>
                <a:latin typeface="Calibri"/>
                <a:cs typeface="Calibri"/>
              </a:rPr>
              <a:t>zu Entsorgung von </a:t>
            </a:r>
            <a:r>
              <a:rPr lang="de-DE" sz="1200" b="1" spc="10">
                <a:solidFill>
                  <a:schemeClr val="bg1"/>
                </a:solidFill>
                <a:latin typeface="Calibri"/>
                <a:cs typeface="Calibri"/>
              </a:rPr>
              <a:t>Spezialabfall</a:t>
            </a:r>
            <a:r>
              <a:rPr lang="de-DE" sz="1200" spc="10">
                <a:solidFill>
                  <a:schemeClr val="bg1"/>
                </a:solidFill>
                <a:latin typeface="Calibri"/>
                <a:cs typeface="Calibri"/>
              </a:rPr>
              <a:t> kann Deliverit eine ein </a:t>
            </a:r>
            <a:r>
              <a:rPr lang="de-DE" sz="1200" b="1" spc="10">
                <a:solidFill>
                  <a:schemeClr val="bg1"/>
                </a:solidFill>
                <a:latin typeface="Calibri"/>
                <a:cs typeface="Calibri"/>
              </a:rPr>
              <a:t>internationales Netzwerk </a:t>
            </a:r>
            <a:r>
              <a:rPr lang="de-DE" sz="1200" spc="10">
                <a:solidFill>
                  <a:schemeClr val="bg1"/>
                </a:solidFill>
                <a:latin typeface="Calibri"/>
                <a:cs typeface="Calibri"/>
              </a:rPr>
              <a:t>aus </a:t>
            </a:r>
            <a:r>
              <a:rPr lang="de-DE" sz="1200" b="1" spc="10">
                <a:solidFill>
                  <a:schemeClr val="bg1"/>
                </a:solidFill>
                <a:latin typeface="Calibri"/>
                <a:cs typeface="Calibri"/>
              </a:rPr>
              <a:t>Firmen</a:t>
            </a:r>
            <a:r>
              <a:rPr lang="de-DE" sz="1200" spc="10">
                <a:solidFill>
                  <a:schemeClr val="bg1"/>
                </a:solidFill>
                <a:latin typeface="Calibri"/>
                <a:cs typeface="Calibri"/>
              </a:rPr>
              <a:t> und </a:t>
            </a:r>
            <a:r>
              <a:rPr lang="de-DE" sz="1200" b="1" spc="10">
                <a:solidFill>
                  <a:schemeClr val="bg1"/>
                </a:solidFill>
                <a:latin typeface="Calibri"/>
                <a:cs typeface="Calibri"/>
              </a:rPr>
              <a:t>Institutionen</a:t>
            </a:r>
            <a:r>
              <a:rPr lang="de-DE" sz="1200" spc="10">
                <a:solidFill>
                  <a:schemeClr val="bg1"/>
                </a:solidFill>
                <a:latin typeface="Calibri"/>
                <a:cs typeface="Calibri"/>
              </a:rPr>
              <a:t> vorweisen.</a:t>
            </a:r>
          </a:p>
          <a:p>
            <a:pPr marL="248920" marR="76200" indent="-171450">
              <a:lnSpc>
                <a:spcPct val="103299"/>
              </a:lnSpc>
              <a:spcBef>
                <a:spcPts val="545"/>
              </a:spcBef>
              <a:buFont typeface="Arial" panose="020B0604020202020204" pitchFamily="34" charset="0"/>
              <a:buChar char="•"/>
            </a:pPr>
            <a:endParaRPr lang="de-DE" sz="1200" b="1" spc="15">
              <a:solidFill>
                <a:schemeClr val="bg1"/>
              </a:solidFill>
              <a:latin typeface="Calibri"/>
              <a:cs typeface="Calibri"/>
            </a:endParaRPr>
          </a:p>
        </p:txBody>
      </p:sp>
      <p:sp>
        <p:nvSpPr>
          <p:cNvPr id="33" name="Textfeld 32">
            <a:extLst>
              <a:ext uri="{FF2B5EF4-FFF2-40B4-BE49-F238E27FC236}">
                <a16:creationId xmlns:a16="http://schemas.microsoft.com/office/drawing/2014/main" id="{4538C305-1C55-4E96-A44F-FB00E0443298}"/>
              </a:ext>
            </a:extLst>
          </p:cNvPr>
          <p:cNvSpPr txBox="1"/>
          <p:nvPr/>
        </p:nvSpPr>
        <p:spPr>
          <a:xfrm>
            <a:off x="2273270" y="4138486"/>
            <a:ext cx="2292318" cy="1569660"/>
          </a:xfrm>
          <a:prstGeom prst="rect">
            <a:avLst/>
          </a:prstGeom>
          <a:noFill/>
        </p:spPr>
        <p:txBody>
          <a:bodyPr wrap="square">
            <a:spAutoFit/>
          </a:bodyPr>
          <a:lstStyle/>
          <a:p>
            <a:pPr marL="85725" indent="0" algn="ctr">
              <a:lnSpc>
                <a:spcPct val="100000"/>
              </a:lnSpc>
              <a:spcBef>
                <a:spcPts val="5"/>
              </a:spcBef>
            </a:pPr>
            <a:r>
              <a:rPr lang="de-DE" sz="1200" kern="1200" spc="10">
                <a:solidFill>
                  <a:schemeClr val="tx1"/>
                </a:solidFill>
                <a:latin typeface="Calibri"/>
                <a:ea typeface="+mn-ea"/>
                <a:cs typeface="Calibri"/>
              </a:rPr>
              <a:t>Gründung der Deliver it  Logistics GmbH  am 01.01.1989 unter dem Namen   „Wir liefern es GmbH“ in Frankfurt am Main. Geschäftstätigkeit sind die Auslieferung Lieferung von Zeitschriften und Werkverkehre.</a:t>
            </a:r>
          </a:p>
        </p:txBody>
      </p:sp>
      <p:sp>
        <p:nvSpPr>
          <p:cNvPr id="35" name="Textfeld 34">
            <a:extLst>
              <a:ext uri="{FF2B5EF4-FFF2-40B4-BE49-F238E27FC236}">
                <a16:creationId xmlns:a16="http://schemas.microsoft.com/office/drawing/2014/main" id="{A3E651C3-FFE1-4F4E-8027-DB16F07BFCB7}"/>
              </a:ext>
            </a:extLst>
          </p:cNvPr>
          <p:cNvSpPr txBox="1"/>
          <p:nvPr/>
        </p:nvSpPr>
        <p:spPr>
          <a:xfrm>
            <a:off x="4355971" y="4222875"/>
            <a:ext cx="2105353" cy="1416734"/>
          </a:xfrm>
          <a:prstGeom prst="rect">
            <a:avLst/>
          </a:prstGeom>
          <a:noFill/>
        </p:spPr>
        <p:txBody>
          <a:bodyPr wrap="square">
            <a:spAutoFit/>
          </a:bodyPr>
          <a:lstStyle/>
          <a:p>
            <a:pPr marL="238760" marR="229235" indent="635" algn="ctr">
              <a:lnSpc>
                <a:spcPct val="103299"/>
              </a:lnSpc>
            </a:pPr>
            <a:r>
              <a:rPr lang="de-DE" sz="1200" kern="1200" spc="10">
                <a:solidFill>
                  <a:schemeClr val="tx1"/>
                </a:solidFill>
                <a:latin typeface="Calibri"/>
                <a:ea typeface="+mn-ea"/>
                <a:cs typeface="Calibri"/>
              </a:rPr>
              <a:t>Täglich werden ca. 50 eingehende und ausgehende Fahrten abgewickelt und 20 verschiedene Postgesellschaften angefahren.</a:t>
            </a:r>
          </a:p>
        </p:txBody>
      </p:sp>
      <p:sp>
        <p:nvSpPr>
          <p:cNvPr id="37" name="Textfeld 36">
            <a:extLst>
              <a:ext uri="{FF2B5EF4-FFF2-40B4-BE49-F238E27FC236}">
                <a16:creationId xmlns:a16="http://schemas.microsoft.com/office/drawing/2014/main" id="{C659606D-BD73-4B7E-B3EB-896960A95968}"/>
              </a:ext>
            </a:extLst>
          </p:cNvPr>
          <p:cNvSpPr txBox="1"/>
          <p:nvPr/>
        </p:nvSpPr>
        <p:spPr>
          <a:xfrm>
            <a:off x="6082225" y="4357461"/>
            <a:ext cx="2292318" cy="1036374"/>
          </a:xfrm>
          <a:prstGeom prst="rect">
            <a:avLst/>
          </a:prstGeom>
          <a:noFill/>
        </p:spPr>
        <p:txBody>
          <a:bodyPr wrap="square">
            <a:spAutoFit/>
          </a:bodyPr>
          <a:lstStyle/>
          <a:p>
            <a:pPr marL="238760" marR="229235" indent="635" algn="ctr" defTabSz="914400" rtl="0" eaLnBrk="1" latinLnBrk="0" hangingPunct="1">
              <a:lnSpc>
                <a:spcPct val="103299"/>
              </a:lnSpc>
            </a:pPr>
            <a:r>
              <a:rPr lang="de-DE" sz="1200" kern="1200" spc="10">
                <a:solidFill>
                  <a:schemeClr val="tx1"/>
                </a:solidFill>
                <a:latin typeface="Calibri"/>
                <a:ea typeface="+mn-ea"/>
                <a:cs typeface="Calibri"/>
              </a:rPr>
              <a:t>Zertifizierung nach </a:t>
            </a:r>
          </a:p>
          <a:p>
            <a:pPr marL="238760" marR="229235" indent="635" algn="ctr" defTabSz="914400" rtl="0" eaLnBrk="1" latinLnBrk="0" hangingPunct="1">
              <a:lnSpc>
                <a:spcPct val="103299"/>
              </a:lnSpc>
            </a:pPr>
            <a:r>
              <a:rPr lang="de-DE" sz="1200" kern="1200" spc="10">
                <a:solidFill>
                  <a:schemeClr val="tx1"/>
                </a:solidFill>
                <a:latin typeface="Calibri"/>
                <a:ea typeface="+mn-ea"/>
                <a:cs typeface="Calibri"/>
              </a:rPr>
              <a:t>ISO 9001 (Qualitätsmanagement) &amp; ISO 14001 (Umweltmanagement)</a:t>
            </a:r>
          </a:p>
        </p:txBody>
      </p:sp>
      <p:sp>
        <p:nvSpPr>
          <p:cNvPr id="39" name="Textfeld 38">
            <a:extLst>
              <a:ext uri="{FF2B5EF4-FFF2-40B4-BE49-F238E27FC236}">
                <a16:creationId xmlns:a16="http://schemas.microsoft.com/office/drawing/2014/main" id="{D73863F2-3D29-4165-BBA4-55EE9950C63F}"/>
              </a:ext>
            </a:extLst>
          </p:cNvPr>
          <p:cNvSpPr txBox="1"/>
          <p:nvPr/>
        </p:nvSpPr>
        <p:spPr>
          <a:xfrm>
            <a:off x="8071792" y="4407273"/>
            <a:ext cx="2169197" cy="846194"/>
          </a:xfrm>
          <a:prstGeom prst="rect">
            <a:avLst/>
          </a:prstGeom>
          <a:noFill/>
        </p:spPr>
        <p:txBody>
          <a:bodyPr wrap="square">
            <a:spAutoFit/>
          </a:bodyPr>
          <a:lstStyle/>
          <a:p>
            <a:pPr marL="177800" marR="128905" algn="ctr">
              <a:lnSpc>
                <a:spcPct val="103200"/>
              </a:lnSpc>
            </a:pPr>
            <a:endParaRPr lang="en-US" sz="1200" spc="15">
              <a:latin typeface="Calibri"/>
              <a:cs typeface="Calibri"/>
            </a:endParaRPr>
          </a:p>
          <a:p>
            <a:pPr marL="238760" marR="229235" indent="635" algn="ctr" defTabSz="914400" rtl="0" eaLnBrk="1" latinLnBrk="0" hangingPunct="1">
              <a:lnSpc>
                <a:spcPct val="103299"/>
              </a:lnSpc>
            </a:pPr>
            <a:r>
              <a:rPr lang="en-US" sz="1200" kern="1200" spc="10">
                <a:solidFill>
                  <a:schemeClr val="tx1"/>
                </a:solidFill>
                <a:latin typeface="Calibri"/>
                <a:ea typeface="+mn-ea"/>
                <a:cs typeface="Calibri"/>
              </a:rPr>
              <a:t>Aufbau des Transports von medizinischem Material. </a:t>
            </a:r>
          </a:p>
        </p:txBody>
      </p:sp>
      <p:sp>
        <p:nvSpPr>
          <p:cNvPr id="41" name="Textfeld 40">
            <a:extLst>
              <a:ext uri="{FF2B5EF4-FFF2-40B4-BE49-F238E27FC236}">
                <a16:creationId xmlns:a16="http://schemas.microsoft.com/office/drawing/2014/main" id="{C7F16199-4FA9-48D3-BFA7-6A95E54980EB}"/>
              </a:ext>
            </a:extLst>
          </p:cNvPr>
          <p:cNvSpPr txBox="1"/>
          <p:nvPr/>
        </p:nvSpPr>
        <p:spPr>
          <a:xfrm>
            <a:off x="8385991" y="1238850"/>
            <a:ext cx="1720453" cy="1226554"/>
          </a:xfrm>
          <a:prstGeom prst="rect">
            <a:avLst/>
          </a:prstGeom>
          <a:noFill/>
        </p:spPr>
        <p:txBody>
          <a:bodyPr wrap="square">
            <a:spAutoFit/>
          </a:bodyPr>
          <a:lstStyle/>
          <a:p>
            <a:pPr marL="85725" marR="229235" indent="0" algn="ctr" defTabSz="914400" rtl="0" eaLnBrk="1" latinLnBrk="0" hangingPunct="1">
              <a:lnSpc>
                <a:spcPct val="103299"/>
              </a:lnSpc>
              <a:spcBef>
                <a:spcPts val="855"/>
              </a:spcBef>
            </a:pPr>
            <a:r>
              <a:rPr lang="de-DE" sz="1200" kern="1200" spc="10">
                <a:solidFill>
                  <a:schemeClr val="tx1"/>
                </a:solidFill>
                <a:latin typeface="Calibri"/>
                <a:ea typeface="+mn-ea"/>
                <a:cs typeface="Calibri"/>
              </a:rPr>
              <a:t>Zulassung vom Luftfahrt-Bundesamt als Verbringer von sicherer Luftfracht und Luftpost</a:t>
            </a:r>
          </a:p>
        </p:txBody>
      </p:sp>
      <p:sp>
        <p:nvSpPr>
          <p:cNvPr id="42" name="Titel 1">
            <a:extLst>
              <a:ext uri="{FF2B5EF4-FFF2-40B4-BE49-F238E27FC236}">
                <a16:creationId xmlns:a16="http://schemas.microsoft.com/office/drawing/2014/main" id="{48FDA630-77BF-41E2-BD85-B472B5D58D61}"/>
              </a:ext>
            </a:extLst>
          </p:cNvPr>
          <p:cNvSpPr txBox="1">
            <a:spLocks/>
          </p:cNvSpPr>
          <p:nvPr/>
        </p:nvSpPr>
        <p:spPr>
          <a:xfrm>
            <a:off x="302807" y="125620"/>
            <a:ext cx="8336859" cy="6841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Open Sans" panose="020B0606030504020204"/>
                <a:ea typeface="+mj-ea"/>
                <a:cs typeface="+mj-cs"/>
              </a:defRPr>
            </a:lvl1pPr>
          </a:lstStyle>
          <a:p>
            <a:r>
              <a:rPr lang="de-DE"/>
              <a:t>Firmenprofil – Historie und Meilensteine</a:t>
            </a:r>
          </a:p>
        </p:txBody>
      </p:sp>
    </p:spTree>
    <p:extLst>
      <p:ext uri="{BB962C8B-B14F-4D97-AF65-F5344CB8AC3E}">
        <p14:creationId xmlns:p14="http://schemas.microsoft.com/office/powerpoint/2010/main" val="125384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51020"/>
            <a:ext cx="9903694" cy="684121"/>
          </a:xfrm>
        </p:spPr>
        <p:txBody>
          <a:bodyPr>
            <a:normAutofit fontScale="90000"/>
          </a:bodyPr>
          <a:lstStyle/>
          <a:p>
            <a:r>
              <a:rPr lang="de-DE" sz="2700"/>
              <a:t>Firmenprofil</a:t>
            </a:r>
            <a:r>
              <a:rPr lang="de-DE"/>
              <a:t> – Strategie und Erwartungen für die Entwicklung der Erträge </a:t>
            </a:r>
          </a:p>
        </p:txBody>
      </p:sp>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p:txBody>
          <a:bodyPr/>
          <a:lstStyle/>
          <a:p>
            <a:pPr algn="r"/>
            <a:r>
              <a:rPr lang="de-DE"/>
              <a:t>Seite </a:t>
            </a:r>
            <a:fld id="{67489CC3-7238-444E-A7A9-4B5CBD2CEC7D}" type="slidenum">
              <a:rPr lang="de-DE" smtClean="0"/>
              <a:pPr algn="r"/>
              <a:t>10</a:t>
            </a:fld>
            <a:endParaRPr lang="de-DE"/>
          </a:p>
        </p:txBody>
      </p:sp>
      <p:sp>
        <p:nvSpPr>
          <p:cNvPr id="11" name="object 19">
            <a:extLst>
              <a:ext uri="{FF2B5EF4-FFF2-40B4-BE49-F238E27FC236}">
                <a16:creationId xmlns:a16="http://schemas.microsoft.com/office/drawing/2014/main" id="{1067FD8B-6253-4E0D-85C5-A73DA7A83967}"/>
              </a:ext>
            </a:extLst>
          </p:cNvPr>
          <p:cNvSpPr txBox="1"/>
          <p:nvPr/>
        </p:nvSpPr>
        <p:spPr>
          <a:xfrm>
            <a:off x="558057" y="1162287"/>
            <a:ext cx="499109" cy="207010"/>
          </a:xfrm>
          <a:prstGeom prst="rect">
            <a:avLst/>
          </a:prstGeom>
        </p:spPr>
        <p:txBody>
          <a:bodyPr vert="horz" wrap="square" lIns="0" tIns="17145" rIns="0" bIns="0" rtlCol="0">
            <a:spAutoFit/>
          </a:bodyPr>
          <a:lstStyle/>
          <a:p>
            <a:pPr marL="12700">
              <a:lnSpc>
                <a:spcPct val="100000"/>
              </a:lnSpc>
              <a:spcBef>
                <a:spcPts val="135"/>
              </a:spcBef>
            </a:pPr>
            <a:r>
              <a:rPr sz="1150" b="1" spc="20">
                <a:solidFill>
                  <a:srgbClr val="FFFFFF"/>
                </a:solidFill>
                <a:latin typeface="Calibri"/>
                <a:cs typeface="Calibri"/>
              </a:rPr>
              <a:t>A</a:t>
            </a:r>
            <a:r>
              <a:rPr sz="1150" b="1" spc="15">
                <a:solidFill>
                  <a:srgbClr val="FFFFFF"/>
                </a:solidFill>
                <a:latin typeface="Calibri"/>
                <a:cs typeface="Calibri"/>
              </a:rPr>
              <a:t>w</a:t>
            </a:r>
            <a:r>
              <a:rPr sz="1150" b="1" spc="20">
                <a:solidFill>
                  <a:srgbClr val="FFFFFF"/>
                </a:solidFill>
                <a:latin typeface="Calibri"/>
                <a:cs typeface="Calibri"/>
              </a:rPr>
              <a:t>a</a:t>
            </a:r>
            <a:r>
              <a:rPr sz="1150" b="1">
                <a:solidFill>
                  <a:srgbClr val="FFFFFF"/>
                </a:solidFill>
                <a:latin typeface="Calibri"/>
                <a:cs typeface="Calibri"/>
              </a:rPr>
              <a:t>r</a:t>
            </a:r>
            <a:r>
              <a:rPr sz="1150" b="1" spc="15">
                <a:solidFill>
                  <a:srgbClr val="FFFFFF"/>
                </a:solidFill>
                <a:latin typeface="Calibri"/>
                <a:cs typeface="Calibri"/>
              </a:rPr>
              <a:t>ds</a:t>
            </a:r>
            <a:endParaRPr sz="1150">
              <a:latin typeface="Calibri"/>
              <a:cs typeface="Calibri"/>
            </a:endParaRPr>
          </a:p>
        </p:txBody>
      </p:sp>
      <p:sp>
        <p:nvSpPr>
          <p:cNvPr id="693" name="object 13">
            <a:extLst>
              <a:ext uri="{FF2B5EF4-FFF2-40B4-BE49-F238E27FC236}">
                <a16:creationId xmlns:a16="http://schemas.microsoft.com/office/drawing/2014/main" id="{80461AFF-4745-40A8-9FD5-3C15AAFBCF13}"/>
              </a:ext>
            </a:extLst>
          </p:cNvPr>
          <p:cNvSpPr/>
          <p:nvPr/>
        </p:nvSpPr>
        <p:spPr>
          <a:xfrm>
            <a:off x="383151" y="1299459"/>
            <a:ext cx="4724707" cy="4932000"/>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endParaRPr/>
          </a:p>
        </p:txBody>
      </p:sp>
      <p:sp>
        <p:nvSpPr>
          <p:cNvPr id="695" name="object 14">
            <a:extLst>
              <a:ext uri="{FF2B5EF4-FFF2-40B4-BE49-F238E27FC236}">
                <a16:creationId xmlns:a16="http://schemas.microsoft.com/office/drawing/2014/main" id="{150CC1C7-6AC3-4BF1-894D-E5973FF56C84}"/>
              </a:ext>
            </a:extLst>
          </p:cNvPr>
          <p:cNvSpPr txBox="1"/>
          <p:nvPr/>
        </p:nvSpPr>
        <p:spPr>
          <a:xfrm>
            <a:off x="386759" y="1373260"/>
            <a:ext cx="4644581" cy="4003114"/>
          </a:xfrm>
          <a:prstGeom prst="rect">
            <a:avLst/>
          </a:prstGeom>
        </p:spPr>
        <p:txBody>
          <a:bodyPr vert="horz" wrap="square" lIns="0" tIns="98425" rIns="0" bIns="0" rtlCol="0">
            <a:noAutofit/>
          </a:bodyPr>
          <a:lstStyle/>
          <a:p>
            <a:pPr marL="99060" algn="just">
              <a:spcBef>
                <a:spcPts val="775"/>
              </a:spcBef>
            </a:pPr>
            <a:r>
              <a:rPr lang="de-DE" sz="1200" b="1" spc="10">
                <a:solidFill>
                  <a:srgbClr val="162844"/>
                </a:solidFill>
                <a:cs typeface="Calibri"/>
              </a:rPr>
              <a:t>Ziele</a:t>
            </a:r>
          </a:p>
          <a:p>
            <a:pPr marL="270510" indent="-171450" algn="just">
              <a:spcBef>
                <a:spcPts val="775"/>
              </a:spcBef>
              <a:buFont typeface="Arial" panose="020B0604020202020204" pitchFamily="34" charset="0"/>
              <a:buChar char="•"/>
              <a:tabLst>
                <a:tab pos="2514600" algn="l"/>
                <a:tab pos="2692400" algn="l"/>
                <a:tab pos="3857625" algn="l"/>
              </a:tabLst>
            </a:pPr>
            <a:r>
              <a:rPr lang="de-DE" sz="1200" spc="15">
                <a:cs typeface="Calibri"/>
              </a:rPr>
              <a:t>Bei der Betrachtung des Logistik-Dienstleistungsmarkts bzw. der Herausforderungen im Supply-Chain-Netzwerk wird deutlich, dass die Chancen für Deliverit, neue Marktpotenziale zu erschließen, mehr als günstig sind. Voraussetzung hierfür ist jedoch, dass Deliverit in ihrer Entwicklung nicht stehen bleibt, sondern neue Geschäftsfelder aktiv mitgestaltet. </a:t>
            </a:r>
          </a:p>
          <a:p>
            <a:pPr marL="284480" marR="348615" indent="-186055" algn="just">
              <a:lnSpc>
                <a:spcPct val="103499"/>
              </a:lnSpc>
              <a:spcBef>
                <a:spcPts val="635"/>
              </a:spcBef>
              <a:buFont typeface="Arial"/>
              <a:buChar char="•"/>
              <a:tabLst>
                <a:tab pos="284480" algn="l"/>
                <a:tab pos="285115" algn="l"/>
              </a:tabLst>
            </a:pPr>
            <a:r>
              <a:rPr lang="de-DE" sz="1200"/>
              <a:t>Seit der Gründung hat sich Deliverit verschiedene Standbeine aufgebaut. Auch weiterhin verfolgt Deliverit eine Strategie der aktiven Erschließung neuer Märkte.  </a:t>
            </a:r>
          </a:p>
          <a:p>
            <a:pPr marL="284480" marR="348615" indent="-186055" algn="just">
              <a:lnSpc>
                <a:spcPct val="103499"/>
              </a:lnSpc>
              <a:spcBef>
                <a:spcPts val="635"/>
              </a:spcBef>
              <a:buFont typeface="Arial"/>
              <a:buChar char="•"/>
              <a:tabLst>
                <a:tab pos="284480" algn="l"/>
                <a:tab pos="285115" algn="l"/>
              </a:tabLst>
            </a:pPr>
            <a:r>
              <a:rPr lang="de-DE" sz="1200"/>
              <a:t>Deliverit verfolgt außerdem das Ziel, seinen Platz als europäischer Qualitäts- und Leistungsführer für anspruchsvolle mittelschwere Fracht  auszubauen.</a:t>
            </a:r>
          </a:p>
          <a:p>
            <a:pPr marL="99060" marR="222250" algn="just">
              <a:lnSpc>
                <a:spcPct val="103200"/>
              </a:lnSpc>
              <a:spcBef>
                <a:spcPts val="775"/>
              </a:spcBef>
              <a:tabLst>
                <a:tab pos="284480" algn="l"/>
                <a:tab pos="285115" algn="l"/>
              </a:tabLst>
            </a:pPr>
            <a:r>
              <a:rPr lang="de-DE" sz="1200" b="1" spc="10">
                <a:solidFill>
                  <a:srgbClr val="162844"/>
                </a:solidFill>
                <a:cs typeface="Calibri"/>
              </a:rPr>
              <a:t>Pilotprojekte als Treiber von Diversifikation</a:t>
            </a:r>
          </a:p>
          <a:p>
            <a:pPr marL="284480" marR="348615" indent="-186055" algn="just">
              <a:lnSpc>
                <a:spcPct val="103499"/>
              </a:lnSpc>
              <a:spcBef>
                <a:spcPts val="635"/>
              </a:spcBef>
              <a:buFont typeface="Arial"/>
              <a:buChar char="•"/>
              <a:tabLst>
                <a:tab pos="284480" algn="l"/>
                <a:tab pos="285115" algn="l"/>
              </a:tabLst>
            </a:pPr>
            <a:r>
              <a:rPr lang="de-DE" sz="1200"/>
              <a:t>Durch Investitionen in Pilotprojekte in neuen Branchen ist Deliverit konsistent auf dem neusten Stand der Branchenentwicklungen und baut die Diversifikation von Umsatzquellen aus. </a:t>
            </a:r>
          </a:p>
          <a:p>
            <a:pPr marL="99060" marR="222250" algn="just">
              <a:lnSpc>
                <a:spcPct val="103200"/>
              </a:lnSpc>
              <a:spcBef>
                <a:spcPts val="775"/>
              </a:spcBef>
              <a:tabLst>
                <a:tab pos="284480" algn="l"/>
                <a:tab pos="285115" algn="l"/>
              </a:tabLst>
            </a:pPr>
            <a:r>
              <a:rPr lang="de-DE" sz="1200" b="1" spc="10">
                <a:solidFill>
                  <a:srgbClr val="162844"/>
                </a:solidFill>
                <a:cs typeface="Calibri"/>
              </a:rPr>
              <a:t>Kostenreduzierung als Treiber der Profitabilität</a:t>
            </a:r>
          </a:p>
          <a:p>
            <a:pPr marL="284480" marR="348615" indent="-186055" algn="just">
              <a:lnSpc>
                <a:spcPct val="103499"/>
              </a:lnSpc>
              <a:spcBef>
                <a:spcPts val="635"/>
              </a:spcBef>
              <a:buFont typeface="Arial"/>
              <a:buChar char="•"/>
              <a:tabLst>
                <a:tab pos="284480" algn="l"/>
                <a:tab pos="285115" algn="l"/>
              </a:tabLst>
            </a:pPr>
            <a:r>
              <a:rPr lang="de-DE" sz="1200"/>
              <a:t>Durch fortgeführten Abbau von Vollzeitbeschäftigten lässt sich das operative Ergebnis weiterhin verbessern.</a:t>
            </a:r>
          </a:p>
        </p:txBody>
      </p:sp>
      <p:sp>
        <p:nvSpPr>
          <p:cNvPr id="699" name="object 18">
            <a:extLst>
              <a:ext uri="{FF2B5EF4-FFF2-40B4-BE49-F238E27FC236}">
                <a16:creationId xmlns:a16="http://schemas.microsoft.com/office/drawing/2014/main" id="{70488BFA-97AA-44B9-BB0D-6130D14B8407}"/>
              </a:ext>
            </a:extLst>
          </p:cNvPr>
          <p:cNvSpPr/>
          <p:nvPr/>
        </p:nvSpPr>
        <p:spPr>
          <a:xfrm>
            <a:off x="294292" y="923300"/>
            <a:ext cx="4896000"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lstStyle/>
          <a:p>
            <a:endParaRPr/>
          </a:p>
        </p:txBody>
      </p:sp>
      <p:sp>
        <p:nvSpPr>
          <p:cNvPr id="1033" name="object 19">
            <a:extLst>
              <a:ext uri="{FF2B5EF4-FFF2-40B4-BE49-F238E27FC236}">
                <a16:creationId xmlns:a16="http://schemas.microsoft.com/office/drawing/2014/main" id="{B883C6A9-F220-4D51-ADB3-56BFA0C4BCEB}"/>
              </a:ext>
            </a:extLst>
          </p:cNvPr>
          <p:cNvSpPr txBox="1"/>
          <p:nvPr/>
        </p:nvSpPr>
        <p:spPr>
          <a:xfrm>
            <a:off x="390680" y="945949"/>
            <a:ext cx="1106526" cy="232756"/>
          </a:xfrm>
          <a:prstGeom prst="rect">
            <a:avLst/>
          </a:prstGeom>
        </p:spPr>
        <p:txBody>
          <a:bodyPr vert="horz" wrap="square" lIns="0" tIns="17145" rIns="0" bIns="0" rtlCol="0">
            <a:spAutoFit/>
          </a:bodyPr>
          <a:lstStyle/>
          <a:p>
            <a:pPr marL="12700">
              <a:lnSpc>
                <a:spcPct val="100000"/>
              </a:lnSpc>
              <a:spcBef>
                <a:spcPts val="135"/>
              </a:spcBef>
            </a:pPr>
            <a:r>
              <a:rPr lang="de-DE" sz="1400" b="1" spc="20">
                <a:solidFill>
                  <a:srgbClr val="FFFFFF"/>
                </a:solidFill>
                <a:latin typeface="Calibri"/>
                <a:cs typeface="Calibri"/>
              </a:rPr>
              <a:t>Strategie</a:t>
            </a:r>
            <a:endParaRPr lang="de-DE" sz="1600">
              <a:latin typeface="Calibri"/>
              <a:cs typeface="Calibri"/>
            </a:endParaRPr>
          </a:p>
        </p:txBody>
      </p:sp>
      <p:sp>
        <p:nvSpPr>
          <p:cNvPr id="1223" name="object 19">
            <a:extLst>
              <a:ext uri="{FF2B5EF4-FFF2-40B4-BE49-F238E27FC236}">
                <a16:creationId xmlns:a16="http://schemas.microsoft.com/office/drawing/2014/main" id="{06481361-0949-44D4-A850-1171C2C5DF77}"/>
              </a:ext>
            </a:extLst>
          </p:cNvPr>
          <p:cNvSpPr txBox="1"/>
          <p:nvPr/>
        </p:nvSpPr>
        <p:spPr>
          <a:xfrm>
            <a:off x="5674347" y="1184055"/>
            <a:ext cx="499109" cy="207010"/>
          </a:xfrm>
          <a:prstGeom prst="rect">
            <a:avLst/>
          </a:prstGeom>
        </p:spPr>
        <p:txBody>
          <a:bodyPr vert="horz" wrap="square" lIns="0" tIns="17145" rIns="0" bIns="0" rtlCol="0">
            <a:spAutoFit/>
          </a:bodyPr>
          <a:lstStyle/>
          <a:p>
            <a:pPr marL="12700">
              <a:lnSpc>
                <a:spcPct val="100000"/>
              </a:lnSpc>
              <a:spcBef>
                <a:spcPts val="135"/>
              </a:spcBef>
            </a:pPr>
            <a:r>
              <a:rPr sz="1150" b="1" spc="20">
                <a:solidFill>
                  <a:srgbClr val="FFFFFF"/>
                </a:solidFill>
                <a:latin typeface="Calibri"/>
                <a:cs typeface="Calibri"/>
              </a:rPr>
              <a:t>A</a:t>
            </a:r>
            <a:r>
              <a:rPr sz="1150" b="1" spc="15">
                <a:solidFill>
                  <a:srgbClr val="FFFFFF"/>
                </a:solidFill>
                <a:latin typeface="Calibri"/>
                <a:cs typeface="Calibri"/>
              </a:rPr>
              <a:t>w</a:t>
            </a:r>
            <a:r>
              <a:rPr sz="1150" b="1" spc="20">
                <a:solidFill>
                  <a:srgbClr val="FFFFFF"/>
                </a:solidFill>
                <a:latin typeface="Calibri"/>
                <a:cs typeface="Calibri"/>
              </a:rPr>
              <a:t>a</a:t>
            </a:r>
            <a:r>
              <a:rPr sz="1150" b="1">
                <a:solidFill>
                  <a:srgbClr val="FFFFFF"/>
                </a:solidFill>
                <a:latin typeface="Calibri"/>
                <a:cs typeface="Calibri"/>
              </a:rPr>
              <a:t>r</a:t>
            </a:r>
            <a:r>
              <a:rPr sz="1150" b="1" spc="15">
                <a:solidFill>
                  <a:srgbClr val="FFFFFF"/>
                </a:solidFill>
                <a:latin typeface="Calibri"/>
                <a:cs typeface="Calibri"/>
              </a:rPr>
              <a:t>ds</a:t>
            </a:r>
            <a:endParaRPr sz="1150">
              <a:latin typeface="Calibri"/>
              <a:cs typeface="Calibri"/>
            </a:endParaRPr>
          </a:p>
        </p:txBody>
      </p:sp>
      <p:sp>
        <p:nvSpPr>
          <p:cNvPr id="1225" name="object 13">
            <a:extLst>
              <a:ext uri="{FF2B5EF4-FFF2-40B4-BE49-F238E27FC236}">
                <a16:creationId xmlns:a16="http://schemas.microsoft.com/office/drawing/2014/main" id="{49A87BE2-8B57-4CBE-A33E-A28F03E4E6DE}"/>
              </a:ext>
            </a:extLst>
          </p:cNvPr>
          <p:cNvSpPr/>
          <p:nvPr/>
        </p:nvSpPr>
        <p:spPr>
          <a:xfrm>
            <a:off x="5342787" y="1299459"/>
            <a:ext cx="4752000" cy="4932506"/>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endParaRPr/>
          </a:p>
        </p:txBody>
      </p:sp>
      <p:sp>
        <p:nvSpPr>
          <p:cNvPr id="1227" name="object 14">
            <a:extLst>
              <a:ext uri="{FF2B5EF4-FFF2-40B4-BE49-F238E27FC236}">
                <a16:creationId xmlns:a16="http://schemas.microsoft.com/office/drawing/2014/main" id="{7DB2FE8E-6A32-4CBC-86E3-69578CDE172C}"/>
              </a:ext>
            </a:extLst>
          </p:cNvPr>
          <p:cNvSpPr txBox="1"/>
          <p:nvPr/>
        </p:nvSpPr>
        <p:spPr>
          <a:xfrm>
            <a:off x="5439499" y="1369297"/>
            <a:ext cx="4719647" cy="3726131"/>
          </a:xfrm>
          <a:prstGeom prst="rect">
            <a:avLst/>
          </a:prstGeom>
        </p:spPr>
        <p:txBody>
          <a:bodyPr vert="horz" wrap="square" lIns="0" tIns="98425" rIns="0" bIns="0" rtlCol="0">
            <a:noAutofit/>
          </a:bodyPr>
          <a:lstStyle/>
          <a:p>
            <a:pPr marL="99060" algn="just">
              <a:lnSpc>
                <a:spcPct val="100000"/>
              </a:lnSpc>
              <a:spcBef>
                <a:spcPts val="775"/>
              </a:spcBef>
            </a:pPr>
            <a:r>
              <a:rPr lang="de-DE" sz="1200" b="1" spc="10">
                <a:solidFill>
                  <a:srgbClr val="162844"/>
                </a:solidFill>
                <a:latin typeface="Calibri"/>
                <a:cs typeface="Calibri"/>
              </a:rPr>
              <a:t>Steigende Umsätze mit Regierungsorganisationen</a:t>
            </a:r>
            <a:endParaRPr sz="1200">
              <a:latin typeface="Calibri"/>
              <a:cs typeface="Calibri"/>
            </a:endParaRPr>
          </a:p>
          <a:p>
            <a:pPr marL="284480" marR="348615" indent="-186055" algn="just">
              <a:lnSpc>
                <a:spcPct val="103499"/>
              </a:lnSpc>
              <a:spcBef>
                <a:spcPts val="635"/>
              </a:spcBef>
              <a:buFont typeface="Arial"/>
              <a:buChar char="•"/>
              <a:tabLst>
                <a:tab pos="284480" algn="l"/>
                <a:tab pos="285115" algn="l"/>
              </a:tabLst>
            </a:pPr>
            <a:r>
              <a:rPr lang="de-DE" sz="1200" spc="15">
                <a:latin typeface="Calibri"/>
                <a:cs typeface="Calibri"/>
              </a:rPr>
              <a:t>Durch die zunehmend komplexer werdenden Anforderungen an Logistikdienstleister seitens staatlicher Institutionen werden die Fähigkeiten von Deliverit zur Verschickung anspruchsvoller Objekte in Zukunft noch stärker gefragt sein. </a:t>
            </a:r>
          </a:p>
          <a:p>
            <a:pPr marL="99060" algn="just">
              <a:lnSpc>
                <a:spcPct val="100000"/>
              </a:lnSpc>
            </a:pPr>
            <a:r>
              <a:rPr lang="de-DE" sz="1200" b="1" spc="10">
                <a:solidFill>
                  <a:srgbClr val="162844"/>
                </a:solidFill>
                <a:latin typeface="Calibri"/>
                <a:cs typeface="Calibri"/>
              </a:rPr>
              <a:t>Steigende Umsätze durch Internetversandhandel</a:t>
            </a:r>
            <a:endParaRPr sz="1200">
              <a:latin typeface="Calibri"/>
              <a:cs typeface="Calibri"/>
            </a:endParaRPr>
          </a:p>
          <a:p>
            <a:pPr marL="284480" marR="115570" indent="-186055" algn="just">
              <a:lnSpc>
                <a:spcPct val="103299"/>
              </a:lnSpc>
              <a:spcBef>
                <a:spcPts val="650"/>
              </a:spcBef>
              <a:buFont typeface="Arial"/>
              <a:buChar char="•"/>
              <a:tabLst>
                <a:tab pos="284480" algn="l"/>
                <a:tab pos="285115" algn="l"/>
              </a:tabLst>
            </a:pPr>
            <a:r>
              <a:rPr lang="de-DE" sz="1200" spc="15">
                <a:latin typeface="Calibri"/>
                <a:cs typeface="Calibri"/>
              </a:rPr>
              <a:t>Durch den globalen zunehmenden Internetversandhandel, welcher durch Covid-19 verstärkt wurde, werden zukünftig wachsende Umsätze mit Kunden aus der Postbranche erwartet.</a:t>
            </a:r>
          </a:p>
          <a:p>
            <a:pPr marL="98425" marR="115570" algn="just">
              <a:lnSpc>
                <a:spcPct val="103299"/>
              </a:lnSpc>
              <a:spcBef>
                <a:spcPts val="650"/>
              </a:spcBef>
              <a:tabLst>
                <a:tab pos="284480" algn="l"/>
                <a:tab pos="285115" algn="l"/>
              </a:tabLst>
            </a:pPr>
            <a:r>
              <a:rPr lang="de-DE" sz="1200" spc="15">
                <a:latin typeface="Calibri"/>
                <a:cs typeface="Calibri"/>
              </a:rPr>
              <a:t>-&gt;  Anpassung an diesen Trend durch flexible Arbeitnehmerstruktur durch die Beschäftigung von Subunternehmern.</a:t>
            </a:r>
          </a:p>
          <a:p>
            <a:pPr marL="98425" marR="115570" algn="just">
              <a:lnSpc>
                <a:spcPct val="103299"/>
              </a:lnSpc>
              <a:spcBef>
                <a:spcPts val="650"/>
              </a:spcBef>
              <a:tabLst>
                <a:tab pos="284480" algn="l"/>
                <a:tab pos="285115" algn="l"/>
              </a:tabLst>
            </a:pPr>
            <a:r>
              <a:rPr lang="de-DE" sz="1200" b="1" spc="10">
                <a:solidFill>
                  <a:srgbClr val="162844"/>
                </a:solidFill>
                <a:latin typeface="Calibri"/>
                <a:cs typeface="Calibri"/>
              </a:rPr>
              <a:t>Steigende Umsätze mit der Entsorgungslogistik und mit der Lagerhaltung &amp; Kommissionierung</a:t>
            </a:r>
          </a:p>
          <a:p>
            <a:pPr marL="269875" marR="115570" indent="-171450">
              <a:lnSpc>
                <a:spcPct val="103299"/>
              </a:lnSpc>
              <a:spcBef>
                <a:spcPts val="650"/>
              </a:spcBef>
              <a:buFont typeface="Arial" panose="020B0604020202020204" pitchFamily="34" charset="0"/>
              <a:buChar char="•"/>
              <a:tabLst>
                <a:tab pos="284480" algn="l"/>
                <a:tab pos="285115" algn="l"/>
              </a:tabLst>
            </a:pPr>
            <a:r>
              <a:rPr lang="de-DE" sz="1200" spc="15">
                <a:latin typeface="Calibri"/>
                <a:cs typeface="Calibri"/>
              </a:rPr>
              <a:t>Durch den Ausbau der Lagerkapazitäten und der verstärkten Anstellung von Subunternehmen kann bestehendes Umsatzpotential realisiert werden.</a:t>
            </a:r>
          </a:p>
          <a:p>
            <a:pPr marL="98425" marR="115570">
              <a:lnSpc>
                <a:spcPct val="103299"/>
              </a:lnSpc>
              <a:spcBef>
                <a:spcPts val="650"/>
              </a:spcBef>
              <a:tabLst>
                <a:tab pos="284480" algn="l"/>
                <a:tab pos="285115" algn="l"/>
              </a:tabLst>
            </a:pPr>
            <a:endParaRPr lang="de-DE" sz="900">
              <a:latin typeface="Times New Roman"/>
              <a:cs typeface="Times New Roman"/>
            </a:endParaRPr>
          </a:p>
        </p:txBody>
      </p:sp>
      <p:sp>
        <p:nvSpPr>
          <p:cNvPr id="1229" name="object 18">
            <a:extLst>
              <a:ext uri="{FF2B5EF4-FFF2-40B4-BE49-F238E27FC236}">
                <a16:creationId xmlns:a16="http://schemas.microsoft.com/office/drawing/2014/main" id="{60FA084E-CB04-4ABA-991A-7BDB78D8408C}"/>
              </a:ext>
            </a:extLst>
          </p:cNvPr>
          <p:cNvSpPr/>
          <p:nvPr/>
        </p:nvSpPr>
        <p:spPr>
          <a:xfrm>
            <a:off x="5264726" y="923300"/>
            <a:ext cx="4908123"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lstStyle/>
          <a:p>
            <a:endParaRPr/>
          </a:p>
        </p:txBody>
      </p:sp>
      <p:sp>
        <p:nvSpPr>
          <p:cNvPr id="1411" name="object 19">
            <a:extLst>
              <a:ext uri="{FF2B5EF4-FFF2-40B4-BE49-F238E27FC236}">
                <a16:creationId xmlns:a16="http://schemas.microsoft.com/office/drawing/2014/main" id="{C9956E20-27AE-4F82-93D8-70855F5AE97A}"/>
              </a:ext>
            </a:extLst>
          </p:cNvPr>
          <p:cNvSpPr txBox="1"/>
          <p:nvPr/>
        </p:nvSpPr>
        <p:spPr>
          <a:xfrm>
            <a:off x="5357669" y="939561"/>
            <a:ext cx="2111075" cy="232756"/>
          </a:xfrm>
          <a:prstGeom prst="rect">
            <a:avLst/>
          </a:prstGeom>
        </p:spPr>
        <p:txBody>
          <a:bodyPr vert="horz" wrap="square" lIns="0" tIns="17145" rIns="0" bIns="0" rtlCol="0">
            <a:spAutoFit/>
          </a:bodyPr>
          <a:lstStyle/>
          <a:p>
            <a:pPr marL="12700">
              <a:lnSpc>
                <a:spcPct val="100000"/>
              </a:lnSpc>
              <a:spcBef>
                <a:spcPts val="135"/>
              </a:spcBef>
            </a:pPr>
            <a:r>
              <a:rPr lang="de-DE" sz="1400" b="1" spc="20">
                <a:solidFill>
                  <a:srgbClr val="FFFFFF"/>
                </a:solidFill>
                <a:latin typeface="Calibri"/>
                <a:cs typeface="Calibri"/>
              </a:rPr>
              <a:t>Erwartungen</a:t>
            </a:r>
            <a:endParaRPr lang="de-DE" sz="1600">
              <a:latin typeface="Calibri"/>
              <a:cs typeface="Calibri"/>
            </a:endParaRPr>
          </a:p>
        </p:txBody>
      </p:sp>
      <p:sp>
        <p:nvSpPr>
          <p:cNvPr id="8" name="Textfeld 7">
            <a:extLst>
              <a:ext uri="{FF2B5EF4-FFF2-40B4-BE49-F238E27FC236}">
                <a16:creationId xmlns:a16="http://schemas.microsoft.com/office/drawing/2014/main" id="{DDAC9F3E-207F-488B-857B-7C37DCA35903}"/>
              </a:ext>
            </a:extLst>
          </p:cNvPr>
          <p:cNvSpPr txBox="1"/>
          <p:nvPr/>
        </p:nvSpPr>
        <p:spPr>
          <a:xfrm>
            <a:off x="7040316" y="5021459"/>
            <a:ext cx="2477064" cy="1036374"/>
          </a:xfrm>
          <a:prstGeom prst="rect">
            <a:avLst/>
          </a:prstGeom>
          <a:noFill/>
        </p:spPr>
        <p:txBody>
          <a:bodyPr wrap="square" rtlCol="0">
            <a:spAutoFit/>
          </a:bodyPr>
          <a:lstStyle/>
          <a:p>
            <a:pPr marR="222250" algn="just">
              <a:lnSpc>
                <a:spcPct val="103200"/>
              </a:lnSpc>
              <a:spcBef>
                <a:spcPts val="775"/>
              </a:spcBef>
              <a:tabLst>
                <a:tab pos="284480" algn="l"/>
                <a:tab pos="285115" algn="l"/>
              </a:tabLst>
            </a:pPr>
            <a:r>
              <a:rPr lang="de-DE" sz="1200"/>
              <a:t>Deliverit rechnet in den kommenden Jahren mit </a:t>
            </a:r>
            <a:r>
              <a:rPr lang="de-DE" sz="1200" b="1"/>
              <a:t>steigenden Umsätzen </a:t>
            </a:r>
            <a:r>
              <a:rPr lang="de-DE" sz="1200"/>
              <a:t>durch den </a:t>
            </a:r>
            <a:r>
              <a:rPr lang="de-DE" sz="1200" b="1"/>
              <a:t>Internetversandhandel</a:t>
            </a:r>
            <a:r>
              <a:rPr lang="de-DE" sz="1200"/>
              <a:t> und aus dem </a:t>
            </a:r>
            <a:r>
              <a:rPr lang="de-DE" sz="1200" b="1"/>
              <a:t>Transport von Gefahrengut.  </a:t>
            </a:r>
          </a:p>
        </p:txBody>
      </p:sp>
      <p:sp>
        <p:nvSpPr>
          <p:cNvPr id="151" name="Textfeld 19">
            <a:extLst>
              <a:ext uri="{FF2B5EF4-FFF2-40B4-BE49-F238E27FC236}">
                <a16:creationId xmlns:a16="http://schemas.microsoft.com/office/drawing/2014/main" id="{E6693930-869E-4C2B-BB30-1FB4DB3AE7F8}"/>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2" name="object 12">
            <a:extLst>
              <a:ext uri="{FF2B5EF4-FFF2-40B4-BE49-F238E27FC236}">
                <a16:creationId xmlns:a16="http://schemas.microsoft.com/office/drawing/2014/main" id="{0B31BFD5-4B28-4B3F-B74D-C33B2B9ABBF2}"/>
              </a:ext>
            </a:extLst>
          </p:cNvPr>
          <p:cNvSpPr/>
          <p:nvPr/>
        </p:nvSpPr>
        <p:spPr>
          <a:xfrm>
            <a:off x="295872" y="923300"/>
            <a:ext cx="4894420" cy="5364000"/>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153" name="object 12">
            <a:extLst>
              <a:ext uri="{FF2B5EF4-FFF2-40B4-BE49-F238E27FC236}">
                <a16:creationId xmlns:a16="http://schemas.microsoft.com/office/drawing/2014/main" id="{67FDF882-1B4E-4A5A-BDF9-9366A16DAF38}"/>
              </a:ext>
            </a:extLst>
          </p:cNvPr>
          <p:cNvSpPr/>
          <p:nvPr/>
        </p:nvSpPr>
        <p:spPr>
          <a:xfrm>
            <a:off x="5264726" y="923300"/>
            <a:ext cx="4894420" cy="5364000"/>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3" name="Pfeil: nach rechts 2">
            <a:extLst>
              <a:ext uri="{FF2B5EF4-FFF2-40B4-BE49-F238E27FC236}">
                <a16:creationId xmlns:a16="http://schemas.microsoft.com/office/drawing/2014/main" id="{02D44259-FBBE-498A-9F5D-492D75818DDE}"/>
              </a:ext>
            </a:extLst>
          </p:cNvPr>
          <p:cNvSpPr/>
          <p:nvPr/>
        </p:nvSpPr>
        <p:spPr>
          <a:xfrm>
            <a:off x="5961265" y="5345251"/>
            <a:ext cx="762000" cy="322693"/>
          </a:xfrm>
          <a:prstGeom prst="rightArrow">
            <a:avLst/>
          </a:prstGeom>
          <a:solidFill>
            <a:srgbClr val="0081C5"/>
          </a:solidFill>
          <a:ln>
            <a:solidFill>
              <a:srgbClr val="008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952975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noFill/>
        </p:spPr>
        <p:txBody>
          <a:bodyPr wrap="square">
            <a:spAutoFit/>
          </a:bodyPr>
          <a:lstStyle/>
          <a:p>
            <a:r>
              <a:rPr lang="de-DE" sz="2150" b="1" spc="-10">
                <a:solidFill>
                  <a:schemeClr val="bg1"/>
                </a:solidFill>
                <a:latin typeface="Calibri"/>
                <a:cs typeface="Calibri"/>
              </a:rPr>
              <a:t>3</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4" y="3403917"/>
            <a:ext cx="2903246" cy="344966"/>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Organisationsstruktur</a:t>
            </a:r>
            <a:endParaRPr sz="2150" b="1" spc="-10">
              <a:solidFill>
                <a:schemeClr val="bg1"/>
              </a:solidFill>
              <a:latin typeface="Calibri"/>
              <a:cs typeface="Calibri"/>
            </a:endParaRPr>
          </a:p>
        </p:txBody>
      </p:sp>
      <p:sp>
        <p:nvSpPr>
          <p:cNvPr id="10" name="Textfeld 19">
            <a:extLst>
              <a:ext uri="{FF2B5EF4-FFF2-40B4-BE49-F238E27FC236}">
                <a16:creationId xmlns:a16="http://schemas.microsoft.com/office/drawing/2014/main" id="{AB81B2C0-0A4F-46AA-80B1-D23520D91AFB}"/>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0369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3">
            <a:extLst>
              <a:ext uri="{FF2B5EF4-FFF2-40B4-BE49-F238E27FC236}">
                <a16:creationId xmlns:a16="http://schemas.microsoft.com/office/drawing/2014/main" id="{9D21C274-5873-4D24-AABD-9AAB39E19A95}"/>
              </a:ext>
            </a:extLst>
          </p:cNvPr>
          <p:cNvSpPr/>
          <p:nvPr/>
        </p:nvSpPr>
        <p:spPr>
          <a:xfrm>
            <a:off x="399018" y="1273265"/>
            <a:ext cx="2926080" cy="4118063"/>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41414"/>
            <a:endParaRPr lang="de-DE" sz="100" b="1"/>
          </a:p>
        </p:txBody>
      </p:sp>
      <p:sp>
        <p:nvSpPr>
          <p:cNvPr id="28" name="Titel 1">
            <a:extLst>
              <a:ext uri="{FF2B5EF4-FFF2-40B4-BE49-F238E27FC236}">
                <a16:creationId xmlns:a16="http://schemas.microsoft.com/office/drawing/2014/main" id="{BCFEDE61-C6EF-409D-9AA9-079A37D9CA69}"/>
              </a:ext>
            </a:extLst>
          </p:cNvPr>
          <p:cNvSpPr txBox="1">
            <a:spLocks/>
          </p:cNvSpPr>
          <p:nvPr/>
        </p:nvSpPr>
        <p:spPr>
          <a:xfrm>
            <a:off x="302807" y="125620"/>
            <a:ext cx="9903694" cy="6841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Open Sans" panose="020B0606030504020204"/>
                <a:ea typeface="+mj-ea"/>
                <a:cs typeface="+mj-cs"/>
              </a:defRPr>
            </a:lvl1pPr>
          </a:lstStyle>
          <a:p>
            <a:r>
              <a:rPr lang="de-DE"/>
              <a:t>Organisationsstruktur</a:t>
            </a:r>
          </a:p>
        </p:txBody>
      </p:sp>
      <p:sp>
        <p:nvSpPr>
          <p:cNvPr id="36" name="object 102">
            <a:extLst>
              <a:ext uri="{FF2B5EF4-FFF2-40B4-BE49-F238E27FC236}">
                <a16:creationId xmlns:a16="http://schemas.microsoft.com/office/drawing/2014/main" id="{EA2C3D68-C429-4CC0-863A-CB5953F5A44F}"/>
              </a:ext>
            </a:extLst>
          </p:cNvPr>
          <p:cNvSpPr/>
          <p:nvPr/>
        </p:nvSpPr>
        <p:spPr>
          <a:xfrm>
            <a:off x="975286" y="1498016"/>
            <a:ext cx="1872000" cy="459105"/>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200" b="1" spc="15">
                <a:solidFill>
                  <a:srgbClr val="FFFFFF"/>
                </a:solidFill>
                <a:latin typeface="Calibri"/>
                <a:cs typeface="Calibri"/>
              </a:rPr>
              <a:t>Geschäftsführer</a:t>
            </a:r>
            <a:r>
              <a:rPr lang="de-DE" sz="1150" b="1" spc="15">
                <a:solidFill>
                  <a:srgbClr val="FFFFFF"/>
                </a:solidFill>
                <a:latin typeface="Calibri"/>
                <a:cs typeface="Calibri"/>
              </a:rPr>
              <a:t> </a:t>
            </a:r>
          </a:p>
        </p:txBody>
      </p:sp>
      <p:sp>
        <p:nvSpPr>
          <p:cNvPr id="37" name="object 102">
            <a:extLst>
              <a:ext uri="{FF2B5EF4-FFF2-40B4-BE49-F238E27FC236}">
                <a16:creationId xmlns:a16="http://schemas.microsoft.com/office/drawing/2014/main" id="{928052F6-9078-4D94-AFF9-A5B41F740D99}"/>
              </a:ext>
            </a:extLst>
          </p:cNvPr>
          <p:cNvSpPr/>
          <p:nvPr/>
        </p:nvSpPr>
        <p:spPr>
          <a:xfrm>
            <a:off x="560213" y="2810252"/>
            <a:ext cx="1296000" cy="785457"/>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endParaRPr lang="de-DE" sz="1200" b="1" spc="15">
              <a:solidFill>
                <a:srgbClr val="FFFFFF"/>
              </a:solidFill>
              <a:latin typeface="Calibri"/>
              <a:cs typeface="Calibri"/>
            </a:endParaRPr>
          </a:p>
        </p:txBody>
      </p:sp>
      <p:sp>
        <p:nvSpPr>
          <p:cNvPr id="38" name="object 102">
            <a:extLst>
              <a:ext uri="{FF2B5EF4-FFF2-40B4-BE49-F238E27FC236}">
                <a16:creationId xmlns:a16="http://schemas.microsoft.com/office/drawing/2014/main" id="{3C1E6A85-8D89-4B10-9FE8-1E822ACB4327}"/>
              </a:ext>
            </a:extLst>
          </p:cNvPr>
          <p:cNvSpPr/>
          <p:nvPr/>
        </p:nvSpPr>
        <p:spPr>
          <a:xfrm>
            <a:off x="622501" y="2102504"/>
            <a:ext cx="901498" cy="480511"/>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150" b="1" spc="15">
                <a:solidFill>
                  <a:srgbClr val="FFFFFF"/>
                </a:solidFill>
                <a:latin typeface="Calibri"/>
                <a:cs typeface="Calibri"/>
              </a:rPr>
              <a:t>Buchhaltung (3 Personen) </a:t>
            </a:r>
          </a:p>
        </p:txBody>
      </p:sp>
      <p:sp>
        <p:nvSpPr>
          <p:cNvPr id="44" name="object 102">
            <a:extLst>
              <a:ext uri="{FF2B5EF4-FFF2-40B4-BE49-F238E27FC236}">
                <a16:creationId xmlns:a16="http://schemas.microsoft.com/office/drawing/2014/main" id="{2E9F14C9-9797-411C-9ACC-2277504014ED}"/>
              </a:ext>
            </a:extLst>
          </p:cNvPr>
          <p:cNvSpPr/>
          <p:nvPr/>
        </p:nvSpPr>
        <p:spPr>
          <a:xfrm>
            <a:off x="882717" y="3730131"/>
            <a:ext cx="2034882" cy="480511"/>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150" b="1" spc="15">
                <a:solidFill>
                  <a:srgbClr val="FFFFFF"/>
                </a:solidFill>
                <a:latin typeface="Calibri"/>
                <a:cs typeface="Calibri"/>
              </a:rPr>
              <a:t>Fahrer- &amp; Auftragskoordination </a:t>
            </a:r>
          </a:p>
          <a:p>
            <a:pPr algn="ctr"/>
            <a:r>
              <a:rPr lang="de-DE" sz="1150" b="1" spc="15">
                <a:solidFill>
                  <a:srgbClr val="FFFFFF"/>
                </a:solidFill>
                <a:latin typeface="Calibri"/>
                <a:cs typeface="Calibri"/>
              </a:rPr>
              <a:t>(4 Personen) </a:t>
            </a:r>
          </a:p>
        </p:txBody>
      </p:sp>
      <p:sp>
        <p:nvSpPr>
          <p:cNvPr id="45" name="object 102">
            <a:extLst>
              <a:ext uri="{FF2B5EF4-FFF2-40B4-BE49-F238E27FC236}">
                <a16:creationId xmlns:a16="http://schemas.microsoft.com/office/drawing/2014/main" id="{B3C61E6A-BBE4-4D92-958A-0BBFC548DDD8}"/>
              </a:ext>
            </a:extLst>
          </p:cNvPr>
          <p:cNvSpPr/>
          <p:nvPr/>
        </p:nvSpPr>
        <p:spPr>
          <a:xfrm>
            <a:off x="954922" y="4319735"/>
            <a:ext cx="1872000" cy="337301"/>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150" b="1" spc="15">
                <a:solidFill>
                  <a:srgbClr val="FFFFFF"/>
                </a:solidFill>
                <a:latin typeface="Calibri"/>
                <a:cs typeface="Calibri"/>
              </a:rPr>
              <a:t>Fahrer Deliverit GmbH </a:t>
            </a:r>
          </a:p>
        </p:txBody>
      </p:sp>
      <p:sp>
        <p:nvSpPr>
          <p:cNvPr id="48" name="object 102">
            <a:extLst>
              <a:ext uri="{FF2B5EF4-FFF2-40B4-BE49-F238E27FC236}">
                <a16:creationId xmlns:a16="http://schemas.microsoft.com/office/drawing/2014/main" id="{344CD6B1-781A-44AD-AB75-8952FA541E5C}"/>
              </a:ext>
            </a:extLst>
          </p:cNvPr>
          <p:cNvSpPr/>
          <p:nvPr/>
        </p:nvSpPr>
        <p:spPr>
          <a:xfrm>
            <a:off x="964158" y="4832377"/>
            <a:ext cx="1872000" cy="339006"/>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150" b="1" spc="15">
                <a:solidFill>
                  <a:srgbClr val="FFFFFF"/>
                </a:solidFill>
                <a:latin typeface="Calibri"/>
                <a:cs typeface="Calibri"/>
              </a:rPr>
              <a:t>Fahrer Subunternehmen </a:t>
            </a:r>
          </a:p>
        </p:txBody>
      </p:sp>
      <p:sp>
        <p:nvSpPr>
          <p:cNvPr id="19" name="object 12">
            <a:extLst>
              <a:ext uri="{FF2B5EF4-FFF2-40B4-BE49-F238E27FC236}">
                <a16:creationId xmlns:a16="http://schemas.microsoft.com/office/drawing/2014/main" id="{2201FFD7-D8BE-40B7-A7DD-3943B1C2700B}"/>
              </a:ext>
            </a:extLst>
          </p:cNvPr>
          <p:cNvSpPr/>
          <p:nvPr/>
        </p:nvSpPr>
        <p:spPr>
          <a:xfrm>
            <a:off x="306690" y="909001"/>
            <a:ext cx="3077905" cy="457509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21" name="object 12">
            <a:extLst>
              <a:ext uri="{FF2B5EF4-FFF2-40B4-BE49-F238E27FC236}">
                <a16:creationId xmlns:a16="http://schemas.microsoft.com/office/drawing/2014/main" id="{17493240-B09C-4A4F-8851-B0EBD7C5ABF1}"/>
              </a:ext>
            </a:extLst>
          </p:cNvPr>
          <p:cNvSpPr/>
          <p:nvPr/>
        </p:nvSpPr>
        <p:spPr>
          <a:xfrm>
            <a:off x="3478109" y="911329"/>
            <a:ext cx="2859081" cy="4565144"/>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432"/>
          </a:p>
        </p:txBody>
      </p:sp>
      <p:sp>
        <p:nvSpPr>
          <p:cNvPr id="22" name="object 15">
            <a:extLst>
              <a:ext uri="{FF2B5EF4-FFF2-40B4-BE49-F238E27FC236}">
                <a16:creationId xmlns:a16="http://schemas.microsoft.com/office/drawing/2014/main" id="{1DB7BA73-9F53-4CC7-AC70-70A317C6D8ED}"/>
              </a:ext>
            </a:extLst>
          </p:cNvPr>
          <p:cNvSpPr/>
          <p:nvPr/>
        </p:nvSpPr>
        <p:spPr>
          <a:xfrm>
            <a:off x="3478109" y="911329"/>
            <a:ext cx="2859081"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p:spPr>
        <p:txBody>
          <a:bodyPr wrap="square" lIns="0" tIns="0" rIns="0" bIns="0" rtlCol="0" anchor="ctr"/>
          <a:lstStyle/>
          <a:p>
            <a:pPr marL="78788">
              <a:spcBef>
                <a:spcPts val="450"/>
              </a:spcBef>
            </a:pPr>
            <a:r>
              <a:rPr lang="de-DE" sz="1400" b="1" spc="16">
                <a:solidFill>
                  <a:srgbClr val="FFFFFF"/>
                </a:solidFill>
                <a:latin typeface="Calibri"/>
                <a:cs typeface="Calibri"/>
              </a:rPr>
              <a:t>Mitarbeiter nach Bereich</a:t>
            </a:r>
          </a:p>
        </p:txBody>
      </p:sp>
      <p:graphicFrame>
        <p:nvGraphicFramePr>
          <p:cNvPr id="23" name="Diagramm 22">
            <a:extLst>
              <a:ext uri="{FF2B5EF4-FFF2-40B4-BE49-F238E27FC236}">
                <a16:creationId xmlns:a16="http://schemas.microsoft.com/office/drawing/2014/main" id="{D9174B43-DF13-424C-AD0D-427C8627A66C}"/>
              </a:ext>
            </a:extLst>
          </p:cNvPr>
          <p:cNvGraphicFramePr/>
          <p:nvPr>
            <p:extLst>
              <p:ext uri="{D42A27DB-BD31-4B8C-83A1-F6EECF244321}">
                <p14:modId xmlns:p14="http://schemas.microsoft.com/office/powerpoint/2010/main" val="1376757998"/>
              </p:ext>
            </p:extLst>
          </p:nvPr>
        </p:nvGraphicFramePr>
        <p:xfrm>
          <a:off x="3518516" y="1278999"/>
          <a:ext cx="2859081" cy="2005987"/>
        </p:xfrm>
        <a:graphic>
          <a:graphicData uri="http://schemas.openxmlformats.org/drawingml/2006/chart">
            <c:chart xmlns:c="http://schemas.openxmlformats.org/drawingml/2006/chart" xmlns:r="http://schemas.openxmlformats.org/officeDocument/2006/relationships" r:id="rId2"/>
          </a:graphicData>
        </a:graphic>
      </p:graphicFrame>
      <p:sp>
        <p:nvSpPr>
          <p:cNvPr id="24" name="object 13">
            <a:extLst>
              <a:ext uri="{FF2B5EF4-FFF2-40B4-BE49-F238E27FC236}">
                <a16:creationId xmlns:a16="http://schemas.microsoft.com/office/drawing/2014/main" id="{914B9B7C-F793-45C9-AE30-56E67E6A4D52}"/>
              </a:ext>
            </a:extLst>
          </p:cNvPr>
          <p:cNvSpPr/>
          <p:nvPr/>
        </p:nvSpPr>
        <p:spPr>
          <a:xfrm>
            <a:off x="3571240" y="3370595"/>
            <a:ext cx="2690915" cy="2028082"/>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282828" indent="-156565">
              <a:buFont typeface="Arial" panose="020B0604020202020204" pitchFamily="34" charset="0"/>
              <a:buChar char="•"/>
            </a:pPr>
            <a:endParaRPr lang="de-DE" sz="1432"/>
          </a:p>
        </p:txBody>
      </p:sp>
      <p:sp>
        <p:nvSpPr>
          <p:cNvPr id="25" name="object 12">
            <a:extLst>
              <a:ext uri="{FF2B5EF4-FFF2-40B4-BE49-F238E27FC236}">
                <a16:creationId xmlns:a16="http://schemas.microsoft.com/office/drawing/2014/main" id="{DCAC5B76-A2CD-47F4-9337-8DC95FEF1F96}"/>
              </a:ext>
            </a:extLst>
          </p:cNvPr>
          <p:cNvSpPr/>
          <p:nvPr/>
        </p:nvSpPr>
        <p:spPr>
          <a:xfrm>
            <a:off x="6427717" y="923351"/>
            <a:ext cx="3730911" cy="455312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432"/>
          </a:p>
        </p:txBody>
      </p:sp>
      <p:sp>
        <p:nvSpPr>
          <p:cNvPr id="26" name="object 15">
            <a:extLst>
              <a:ext uri="{FF2B5EF4-FFF2-40B4-BE49-F238E27FC236}">
                <a16:creationId xmlns:a16="http://schemas.microsoft.com/office/drawing/2014/main" id="{EF00266D-F3A1-4C85-AE15-17FFB6CAFCF4}"/>
              </a:ext>
            </a:extLst>
          </p:cNvPr>
          <p:cNvSpPr/>
          <p:nvPr/>
        </p:nvSpPr>
        <p:spPr>
          <a:xfrm>
            <a:off x="6427717" y="919023"/>
            <a:ext cx="3730911"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p:spPr>
        <p:txBody>
          <a:bodyPr wrap="square" lIns="0" tIns="0" rIns="0" bIns="0" rtlCol="0" anchor="ctr"/>
          <a:lstStyle/>
          <a:p>
            <a:pPr marL="78788">
              <a:spcBef>
                <a:spcPts val="450"/>
              </a:spcBef>
            </a:pPr>
            <a:r>
              <a:rPr lang="de-DE" sz="1400" b="1" spc="16">
                <a:solidFill>
                  <a:srgbClr val="FFFFFF"/>
                </a:solidFill>
                <a:latin typeface="Calibri"/>
                <a:cs typeface="Calibri"/>
              </a:rPr>
              <a:t>Personalstruktur</a:t>
            </a:r>
          </a:p>
        </p:txBody>
      </p:sp>
      <p:sp>
        <p:nvSpPr>
          <p:cNvPr id="27" name="object 13">
            <a:extLst>
              <a:ext uri="{FF2B5EF4-FFF2-40B4-BE49-F238E27FC236}">
                <a16:creationId xmlns:a16="http://schemas.microsoft.com/office/drawing/2014/main" id="{6F2782AE-E8B1-4C34-9716-841553E86FE3}"/>
              </a:ext>
            </a:extLst>
          </p:cNvPr>
          <p:cNvSpPr/>
          <p:nvPr/>
        </p:nvSpPr>
        <p:spPr>
          <a:xfrm>
            <a:off x="6511551" y="1273266"/>
            <a:ext cx="3566263" cy="4140000"/>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a:ln>
            <a:noFill/>
          </a:ln>
        </p:spPr>
        <p:txBody>
          <a:bodyPr wrap="square" lIns="0" tIns="0" rIns="0" bIns="0" rtlCol="0"/>
          <a:lstStyle/>
          <a:p>
            <a:pPr marL="141414"/>
            <a:endParaRPr lang="de-DE" sz="300"/>
          </a:p>
          <a:p>
            <a:pPr marL="141414"/>
            <a:r>
              <a:rPr lang="de-DE" sz="1200" b="1"/>
              <a:t>Durchschnittsalter: </a:t>
            </a:r>
            <a:r>
              <a:rPr lang="de-DE" sz="1200"/>
              <a:t>43 Jahre </a:t>
            </a:r>
          </a:p>
          <a:p>
            <a:pPr marL="141414"/>
            <a:r>
              <a:rPr lang="de-DE" sz="1200" b="1"/>
              <a:t>Durchschnittliche Betriebszugehörigkeit bei Bereichsleitern: </a:t>
            </a:r>
            <a:r>
              <a:rPr lang="de-DE" sz="1200"/>
              <a:t>16 Jahre</a:t>
            </a:r>
          </a:p>
          <a:p>
            <a:pPr marL="141414"/>
            <a:r>
              <a:rPr lang="de-DE" sz="1200" b="1"/>
              <a:t>Durchschnittliche Betriebszugehörigkeit ei gewerblichen Kräften:  </a:t>
            </a:r>
            <a:r>
              <a:rPr lang="de-DE" sz="1200"/>
              <a:t>5 Jahre</a:t>
            </a:r>
          </a:p>
          <a:p>
            <a:pPr marL="141414"/>
            <a:endParaRPr lang="de-DE" sz="1200"/>
          </a:p>
          <a:p>
            <a:pPr marL="141414"/>
            <a:r>
              <a:rPr lang="de-DE" sz="1200"/>
              <a:t>Die Vollzeit Fahrer von Deliverit sind qualifiziert für den Transport von Luftfracht (SÜ nach LuftSIG und 11.2.7) und Gefahrgütern gemäß ADR.</a:t>
            </a:r>
          </a:p>
          <a:p>
            <a:pPr marL="141414">
              <a:tabLst>
                <a:tab pos="282828" algn="l"/>
              </a:tabLst>
            </a:pPr>
            <a:endParaRPr lang="de-DE" sz="1200"/>
          </a:p>
          <a:p>
            <a:pPr marL="141414">
              <a:tabLst>
                <a:tab pos="282828" algn="l"/>
              </a:tabLst>
            </a:pPr>
            <a:r>
              <a:rPr lang="de-DE" sz="1200"/>
              <a:t>Die Tätigkeitsdauer der Fahrer der Subunternehmen ist jeweils an die Laufzeit der Kunden gebunden.</a:t>
            </a:r>
          </a:p>
          <a:p>
            <a:pPr marL="141414">
              <a:tabLst>
                <a:tab pos="282828" algn="l"/>
              </a:tabLst>
            </a:pPr>
            <a:endParaRPr lang="de-DE" sz="1200"/>
          </a:p>
          <a:p>
            <a:pPr marL="242158" indent="-171450">
              <a:buFont typeface="Arial" panose="020B0604020202020204" pitchFamily="34" charset="0"/>
              <a:buChar char="•"/>
              <a:tabLst>
                <a:tab pos="424242" algn="l"/>
              </a:tabLst>
            </a:pPr>
            <a:r>
              <a:rPr lang="de-DE" sz="1200" b="1"/>
              <a:t>Das Unternehmen hat in der Vergangenheit im Zuge einer Neustrukturierung die eigene Belegschaft von 170 auf 101 reduziert.  </a:t>
            </a:r>
          </a:p>
          <a:p>
            <a:pPr marL="70708">
              <a:tabLst>
                <a:tab pos="424242" algn="l"/>
              </a:tabLst>
            </a:pPr>
            <a:endParaRPr lang="de-DE" sz="1200" b="1"/>
          </a:p>
          <a:p>
            <a:pPr marL="242158" indent="-171450">
              <a:buFont typeface="Arial" panose="020B0604020202020204" pitchFamily="34" charset="0"/>
              <a:buChar char="•"/>
              <a:tabLst>
                <a:tab pos="424242" algn="l"/>
              </a:tabLst>
            </a:pPr>
            <a:r>
              <a:rPr lang="de-DE" sz="1200" b="1"/>
              <a:t>In Zukunft sollen verstärkt qualifizierte Subunternehmen mit der Auftragsabwicklung betraut werden, wodurch Personal- und Betriebskosten weiter abgebaut werden können. </a:t>
            </a:r>
          </a:p>
        </p:txBody>
      </p:sp>
      <p:sp>
        <p:nvSpPr>
          <p:cNvPr id="29" name="object 102">
            <a:extLst>
              <a:ext uri="{FF2B5EF4-FFF2-40B4-BE49-F238E27FC236}">
                <a16:creationId xmlns:a16="http://schemas.microsoft.com/office/drawing/2014/main" id="{5F8D0D7E-37A3-4073-B4A4-3930DBEDD473}"/>
              </a:ext>
            </a:extLst>
          </p:cNvPr>
          <p:cNvSpPr/>
          <p:nvPr/>
        </p:nvSpPr>
        <p:spPr>
          <a:xfrm>
            <a:off x="1925041" y="2810265"/>
            <a:ext cx="1296000" cy="785443"/>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endParaRPr lang="de-DE" sz="1200" b="1" spc="15">
              <a:solidFill>
                <a:srgbClr val="FFFFFF"/>
              </a:solidFill>
              <a:latin typeface="Calibri"/>
              <a:cs typeface="Calibri"/>
            </a:endParaRPr>
          </a:p>
        </p:txBody>
      </p:sp>
      <p:sp>
        <p:nvSpPr>
          <p:cNvPr id="30" name="object 14">
            <a:extLst>
              <a:ext uri="{FF2B5EF4-FFF2-40B4-BE49-F238E27FC236}">
                <a16:creationId xmlns:a16="http://schemas.microsoft.com/office/drawing/2014/main" id="{E7DE49FD-F5A8-4E5C-A705-991A1D2DF879}"/>
              </a:ext>
            </a:extLst>
          </p:cNvPr>
          <p:cNvSpPr txBox="1"/>
          <p:nvPr/>
        </p:nvSpPr>
        <p:spPr>
          <a:xfrm>
            <a:off x="302807" y="5538233"/>
            <a:ext cx="9871061" cy="468000"/>
          </a:xfrm>
          <a:prstGeom prst="rect">
            <a:avLst/>
          </a:prstGeom>
          <a:solidFill>
            <a:srgbClr val="0092CF"/>
          </a:solidFill>
          <a:ln>
            <a:solidFill>
              <a:srgbClr val="0092CF"/>
            </a:solidFill>
          </a:ln>
        </p:spPr>
        <p:txBody>
          <a:bodyPr vert="horz" wrap="square" lIns="0" tIns="69215" rIns="0" bIns="0" rtlCol="0">
            <a:spAutoFit/>
          </a:bodyPr>
          <a:lstStyle/>
          <a:p>
            <a:pPr marL="77470" marR="76200" algn="just">
              <a:lnSpc>
                <a:spcPct val="103299"/>
              </a:lnSpc>
              <a:spcBef>
                <a:spcPts val="545"/>
              </a:spcBef>
            </a:pPr>
            <a:endParaRPr lang="de-DE" sz="1150" b="1" spc="10">
              <a:solidFill>
                <a:schemeClr val="bg1"/>
              </a:solidFill>
              <a:latin typeface="Calibri"/>
              <a:cs typeface="Calibri"/>
            </a:endParaRPr>
          </a:p>
        </p:txBody>
      </p:sp>
      <p:sp>
        <p:nvSpPr>
          <p:cNvPr id="31" name="object 15">
            <a:extLst>
              <a:ext uri="{FF2B5EF4-FFF2-40B4-BE49-F238E27FC236}">
                <a16:creationId xmlns:a16="http://schemas.microsoft.com/office/drawing/2014/main" id="{9658DE75-BE7A-484B-A07D-04F1AE3480F9}"/>
              </a:ext>
            </a:extLst>
          </p:cNvPr>
          <p:cNvSpPr/>
          <p:nvPr/>
        </p:nvSpPr>
        <p:spPr>
          <a:xfrm>
            <a:off x="306887" y="905647"/>
            <a:ext cx="3077707"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p:spPr>
        <p:txBody>
          <a:bodyPr wrap="square" lIns="0" tIns="0" rIns="0" bIns="0" rtlCol="0" anchor="ctr"/>
          <a:lstStyle/>
          <a:p>
            <a:pPr marL="78788">
              <a:spcBef>
                <a:spcPts val="450"/>
              </a:spcBef>
            </a:pPr>
            <a:r>
              <a:rPr lang="de-DE" sz="1400" b="1" spc="16">
                <a:solidFill>
                  <a:srgbClr val="FFFFFF"/>
                </a:solidFill>
                <a:latin typeface="Calibri"/>
                <a:cs typeface="Calibri"/>
              </a:rPr>
              <a:t>Organigramm</a:t>
            </a:r>
          </a:p>
        </p:txBody>
      </p:sp>
      <p:sp>
        <p:nvSpPr>
          <p:cNvPr id="58" name="Textfeld 19">
            <a:extLst>
              <a:ext uri="{FF2B5EF4-FFF2-40B4-BE49-F238E27FC236}">
                <a16:creationId xmlns:a16="http://schemas.microsoft.com/office/drawing/2014/main" id="{B24567E0-6BBD-43F3-B377-866D71B9F222}"/>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 name="Gerader Verbinder 16">
            <a:extLst>
              <a:ext uri="{FF2B5EF4-FFF2-40B4-BE49-F238E27FC236}">
                <a16:creationId xmlns:a16="http://schemas.microsoft.com/office/drawing/2014/main" id="{B7863245-DD85-499F-870A-FE6838B96207}"/>
              </a:ext>
            </a:extLst>
          </p:cNvPr>
          <p:cNvCxnSpPr>
            <a:cxnSpLocks/>
          </p:cNvCxnSpPr>
          <p:nvPr/>
        </p:nvCxnSpPr>
        <p:spPr>
          <a:xfrm flipH="1">
            <a:off x="1102996" y="1968082"/>
            <a:ext cx="797162" cy="130950"/>
          </a:xfrm>
          <a:prstGeom prst="line">
            <a:avLst/>
          </a:prstGeom>
          <a:ln>
            <a:solidFill>
              <a:srgbClr val="0081C5"/>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6FED0D9F-684E-4D35-8F83-B2B495B22338}"/>
              </a:ext>
            </a:extLst>
          </p:cNvPr>
          <p:cNvCxnSpPr>
            <a:cxnSpLocks/>
          </p:cNvCxnSpPr>
          <p:nvPr/>
        </p:nvCxnSpPr>
        <p:spPr>
          <a:xfrm flipH="1">
            <a:off x="1524000" y="1957121"/>
            <a:ext cx="387286" cy="853131"/>
          </a:xfrm>
          <a:prstGeom prst="line">
            <a:avLst/>
          </a:prstGeom>
          <a:ln>
            <a:solidFill>
              <a:srgbClr val="0081C5"/>
            </a:solidFill>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519CB041-3C6F-48C7-949C-9A7FFA82F845}"/>
              </a:ext>
            </a:extLst>
          </p:cNvPr>
          <p:cNvCxnSpPr>
            <a:cxnSpLocks/>
          </p:cNvCxnSpPr>
          <p:nvPr/>
        </p:nvCxnSpPr>
        <p:spPr>
          <a:xfrm>
            <a:off x="1945004" y="1957121"/>
            <a:ext cx="387286" cy="853131"/>
          </a:xfrm>
          <a:prstGeom prst="line">
            <a:avLst/>
          </a:prstGeom>
          <a:ln>
            <a:solidFill>
              <a:srgbClr val="0081C5"/>
            </a:solidFill>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023CAB25-5D43-4FC5-A5F6-D4146DF90C25}"/>
              </a:ext>
            </a:extLst>
          </p:cNvPr>
          <p:cNvCxnSpPr>
            <a:cxnSpLocks/>
          </p:cNvCxnSpPr>
          <p:nvPr/>
        </p:nvCxnSpPr>
        <p:spPr>
          <a:xfrm flipH="1">
            <a:off x="1900158" y="3595709"/>
            <a:ext cx="672028" cy="134422"/>
          </a:xfrm>
          <a:prstGeom prst="line">
            <a:avLst/>
          </a:prstGeom>
          <a:ln>
            <a:solidFill>
              <a:srgbClr val="0081C5"/>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75AC0D6C-2776-47CA-B68E-35B2703F0355}"/>
              </a:ext>
            </a:extLst>
          </p:cNvPr>
          <p:cNvCxnSpPr>
            <a:cxnSpLocks/>
          </p:cNvCxnSpPr>
          <p:nvPr/>
        </p:nvCxnSpPr>
        <p:spPr>
          <a:xfrm>
            <a:off x="1228130" y="3595708"/>
            <a:ext cx="672028" cy="134422"/>
          </a:xfrm>
          <a:prstGeom prst="line">
            <a:avLst/>
          </a:prstGeom>
          <a:ln>
            <a:solidFill>
              <a:srgbClr val="0081C5"/>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D0AC18A-FE70-4A97-9FF4-5CA9D791E868}"/>
              </a:ext>
            </a:extLst>
          </p:cNvPr>
          <p:cNvSpPr txBox="1"/>
          <p:nvPr/>
        </p:nvSpPr>
        <p:spPr>
          <a:xfrm>
            <a:off x="3478109" y="3467999"/>
            <a:ext cx="2784046" cy="1384995"/>
          </a:xfrm>
          <a:prstGeom prst="rect">
            <a:avLst/>
          </a:prstGeom>
          <a:noFill/>
        </p:spPr>
        <p:txBody>
          <a:bodyPr wrap="square">
            <a:spAutoFit/>
          </a:bodyPr>
          <a:lstStyle/>
          <a:p>
            <a:pPr marL="282828" indent="-156565">
              <a:buFont typeface="Arial" panose="020B0604020202020204" pitchFamily="34" charset="0"/>
              <a:buChar char="•"/>
            </a:pPr>
            <a:r>
              <a:rPr lang="de-DE" sz="1200"/>
              <a:t>Der Bereich Admin umfasst Herrn Mustermann, Herrn Müller und Herrn Yildiz, sowie die Fahrer- &amp; Auftragskoordination und die Buchhaltung. </a:t>
            </a:r>
          </a:p>
          <a:p>
            <a:pPr marL="282828" indent="-156565">
              <a:buFont typeface="Arial" panose="020B0604020202020204" pitchFamily="34" charset="0"/>
              <a:buChar char="•"/>
            </a:pPr>
            <a:r>
              <a:rPr lang="de-DE" sz="1200"/>
              <a:t>Der Anteil an Vollzeit-Fahrern soll weiter reduziert werden. </a:t>
            </a:r>
          </a:p>
        </p:txBody>
      </p:sp>
      <p:sp>
        <p:nvSpPr>
          <p:cNvPr id="75" name="Foliennummernplatzhalter 3">
            <a:extLst>
              <a:ext uri="{FF2B5EF4-FFF2-40B4-BE49-F238E27FC236}">
                <a16:creationId xmlns:a16="http://schemas.microsoft.com/office/drawing/2014/main" id="{51E7B6F3-246D-416A-A804-E5752B19C2FD}"/>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12</a:t>
            </a:fld>
            <a:endParaRPr lang="de-DE"/>
          </a:p>
        </p:txBody>
      </p:sp>
      <p:sp>
        <p:nvSpPr>
          <p:cNvPr id="77" name="Textfeld 76">
            <a:extLst>
              <a:ext uri="{FF2B5EF4-FFF2-40B4-BE49-F238E27FC236}">
                <a16:creationId xmlns:a16="http://schemas.microsoft.com/office/drawing/2014/main" id="{0D47FA3E-7EDB-4C2B-AF79-127A4745A050}"/>
              </a:ext>
            </a:extLst>
          </p:cNvPr>
          <p:cNvSpPr txBox="1"/>
          <p:nvPr/>
        </p:nvSpPr>
        <p:spPr>
          <a:xfrm>
            <a:off x="266700" y="5536440"/>
            <a:ext cx="9627767" cy="465833"/>
          </a:xfrm>
          <a:prstGeom prst="rect">
            <a:avLst/>
          </a:prstGeom>
          <a:noFill/>
        </p:spPr>
        <p:txBody>
          <a:bodyPr wrap="square">
            <a:spAutoFit/>
          </a:bodyPr>
          <a:lstStyle/>
          <a:p>
            <a:pPr marL="77470" marR="76200" algn="just">
              <a:lnSpc>
                <a:spcPct val="103299"/>
              </a:lnSpc>
              <a:spcBef>
                <a:spcPts val="545"/>
              </a:spcBef>
            </a:pPr>
            <a:r>
              <a:rPr lang="de-DE" sz="1200" b="1" spc="10">
                <a:solidFill>
                  <a:schemeClr val="bg1"/>
                </a:solidFill>
                <a:latin typeface="Calibri"/>
                <a:cs typeface="Calibri"/>
              </a:rPr>
              <a:t>Durch die schlanke Organisationsstruktur der Deliverit Logistics GmbH werden kurze Kommunikationswege und  ein geringer Personalaufwand sichergestellt. </a:t>
            </a:r>
          </a:p>
        </p:txBody>
      </p:sp>
      <p:sp>
        <p:nvSpPr>
          <p:cNvPr id="34" name="Textfeld 33">
            <a:extLst>
              <a:ext uri="{FF2B5EF4-FFF2-40B4-BE49-F238E27FC236}">
                <a16:creationId xmlns:a16="http://schemas.microsoft.com/office/drawing/2014/main" id="{021B4D7E-6484-42AF-8B86-B47AB4EED7E2}"/>
              </a:ext>
            </a:extLst>
          </p:cNvPr>
          <p:cNvSpPr txBox="1"/>
          <p:nvPr/>
        </p:nvSpPr>
        <p:spPr>
          <a:xfrm>
            <a:off x="480514" y="2833180"/>
            <a:ext cx="1467387" cy="646331"/>
          </a:xfrm>
          <a:prstGeom prst="rect">
            <a:avLst/>
          </a:prstGeom>
          <a:noFill/>
        </p:spPr>
        <p:txBody>
          <a:bodyPr wrap="square">
            <a:spAutoFit/>
          </a:bodyPr>
          <a:lstStyle/>
          <a:p>
            <a:pPr algn="ctr"/>
            <a:r>
              <a:rPr lang="de-DE" sz="1200" b="1" spc="15">
                <a:solidFill>
                  <a:srgbClr val="FFFFFF"/>
                </a:solidFill>
                <a:latin typeface="Calibri"/>
                <a:cs typeface="Calibri"/>
              </a:rPr>
              <a:t>Leiter Werkverkehre und Entsorgungslogistik </a:t>
            </a:r>
          </a:p>
        </p:txBody>
      </p:sp>
      <p:sp>
        <p:nvSpPr>
          <p:cNvPr id="35" name="Textfeld 34">
            <a:extLst>
              <a:ext uri="{FF2B5EF4-FFF2-40B4-BE49-F238E27FC236}">
                <a16:creationId xmlns:a16="http://schemas.microsoft.com/office/drawing/2014/main" id="{524219BD-45E0-44EE-A76F-2E60709F91A6}"/>
              </a:ext>
            </a:extLst>
          </p:cNvPr>
          <p:cNvSpPr txBox="1"/>
          <p:nvPr/>
        </p:nvSpPr>
        <p:spPr>
          <a:xfrm>
            <a:off x="1868223" y="2823767"/>
            <a:ext cx="1407925" cy="646331"/>
          </a:xfrm>
          <a:prstGeom prst="rect">
            <a:avLst/>
          </a:prstGeom>
          <a:noFill/>
        </p:spPr>
        <p:txBody>
          <a:bodyPr wrap="square">
            <a:spAutoFit/>
          </a:bodyPr>
          <a:lstStyle/>
          <a:p>
            <a:pPr algn="ctr"/>
            <a:r>
              <a:rPr lang="de-DE" sz="1200" b="1" spc="15">
                <a:solidFill>
                  <a:srgbClr val="FFFFFF"/>
                </a:solidFill>
                <a:latin typeface="Calibri"/>
                <a:cs typeface="Calibri"/>
              </a:rPr>
              <a:t>Leiter Lagerhaltung und Kommissionierung</a:t>
            </a:r>
          </a:p>
        </p:txBody>
      </p:sp>
    </p:spTree>
    <p:extLst>
      <p:ext uri="{BB962C8B-B14F-4D97-AF65-F5344CB8AC3E}">
        <p14:creationId xmlns:p14="http://schemas.microsoft.com/office/powerpoint/2010/main" val="580259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Organisationsstruktur – Managementprofile</a:t>
            </a:r>
          </a:p>
        </p:txBody>
      </p:sp>
      <p:sp>
        <p:nvSpPr>
          <p:cNvPr id="9" name="Textfeld 19">
            <a:extLst>
              <a:ext uri="{FF2B5EF4-FFF2-40B4-BE49-F238E27FC236}">
                <a16:creationId xmlns:a16="http://schemas.microsoft.com/office/drawing/2014/main" id="{47DC041D-0FE6-42EF-9621-F9017BF51FFB}"/>
              </a:ext>
            </a:extLst>
          </p:cNvPr>
          <p:cNvSpPr txBox="1"/>
          <p:nvPr/>
        </p:nvSpPr>
        <p:spPr>
          <a:xfrm>
            <a:off x="598314" y="6409850"/>
            <a:ext cx="3150007"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Foliennummernplatzhalter 3">
            <a:extLst>
              <a:ext uri="{FF2B5EF4-FFF2-40B4-BE49-F238E27FC236}">
                <a16:creationId xmlns:a16="http://schemas.microsoft.com/office/drawing/2014/main" id="{98E9684D-2E05-4222-9BB8-5C8D4919A234}"/>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13</a:t>
            </a:fld>
            <a:endParaRPr lang="de-DE"/>
          </a:p>
        </p:txBody>
      </p:sp>
      <p:sp>
        <p:nvSpPr>
          <p:cNvPr id="14" name="object 18">
            <a:extLst>
              <a:ext uri="{FF2B5EF4-FFF2-40B4-BE49-F238E27FC236}">
                <a16:creationId xmlns:a16="http://schemas.microsoft.com/office/drawing/2014/main" id="{4433A451-B2C4-4965-8E22-FBE4BB6D1617}"/>
              </a:ext>
            </a:extLst>
          </p:cNvPr>
          <p:cNvSpPr/>
          <p:nvPr/>
        </p:nvSpPr>
        <p:spPr>
          <a:xfrm>
            <a:off x="393877" y="995724"/>
            <a:ext cx="7736133"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lstStyle/>
          <a:p>
            <a:endParaRPr/>
          </a:p>
        </p:txBody>
      </p:sp>
      <p:sp>
        <p:nvSpPr>
          <p:cNvPr id="16" name="Textfeld 15">
            <a:extLst>
              <a:ext uri="{FF2B5EF4-FFF2-40B4-BE49-F238E27FC236}">
                <a16:creationId xmlns:a16="http://schemas.microsoft.com/office/drawing/2014/main" id="{EDD3E6B5-C091-4703-A53C-77E153A62C0D}"/>
              </a:ext>
            </a:extLst>
          </p:cNvPr>
          <p:cNvSpPr txBox="1"/>
          <p:nvPr/>
        </p:nvSpPr>
        <p:spPr>
          <a:xfrm>
            <a:off x="260286" y="969611"/>
            <a:ext cx="6837630" cy="307777"/>
          </a:xfrm>
          <a:prstGeom prst="rect">
            <a:avLst/>
          </a:prstGeom>
          <a:noFill/>
        </p:spPr>
        <p:txBody>
          <a:bodyPr wrap="square">
            <a:spAutoFit/>
          </a:bodyPr>
          <a:lstStyle/>
          <a:p>
            <a:pPr marL="99060" algn="l" defTabSz="914400" rtl="0" eaLnBrk="1" latinLnBrk="0" hangingPunct="1">
              <a:lnSpc>
                <a:spcPct val="100000"/>
              </a:lnSpc>
              <a:spcBef>
                <a:spcPts val="880"/>
              </a:spcBef>
            </a:pPr>
            <a:r>
              <a:rPr lang="de-DE" sz="1400" b="1" kern="1200" spc="15">
                <a:solidFill>
                  <a:srgbClr val="FFFFFF"/>
                </a:solidFill>
                <a:latin typeface="Calibri"/>
                <a:ea typeface="+mn-ea"/>
                <a:cs typeface="Calibri"/>
              </a:rPr>
              <a:t>Max Mustermann  (1965) –  Geschäftsführender Gesellschafter</a:t>
            </a:r>
          </a:p>
        </p:txBody>
      </p:sp>
      <p:sp>
        <p:nvSpPr>
          <p:cNvPr id="24" name="object 13">
            <a:extLst>
              <a:ext uri="{FF2B5EF4-FFF2-40B4-BE49-F238E27FC236}">
                <a16:creationId xmlns:a16="http://schemas.microsoft.com/office/drawing/2014/main" id="{29C6922A-8D02-48AB-B3F7-3B8CDC837BC6}"/>
              </a:ext>
            </a:extLst>
          </p:cNvPr>
          <p:cNvSpPr/>
          <p:nvPr/>
        </p:nvSpPr>
        <p:spPr>
          <a:xfrm>
            <a:off x="393877" y="1283724"/>
            <a:ext cx="7736134" cy="1332724"/>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41414"/>
            <a:endParaRPr lang="de-DE" sz="1432" b="1"/>
          </a:p>
        </p:txBody>
      </p:sp>
      <p:sp>
        <p:nvSpPr>
          <p:cNvPr id="31" name="object 18">
            <a:extLst>
              <a:ext uri="{FF2B5EF4-FFF2-40B4-BE49-F238E27FC236}">
                <a16:creationId xmlns:a16="http://schemas.microsoft.com/office/drawing/2014/main" id="{98251CBE-8111-42E2-B024-017FEBE90DA3}"/>
              </a:ext>
            </a:extLst>
          </p:cNvPr>
          <p:cNvSpPr/>
          <p:nvPr/>
        </p:nvSpPr>
        <p:spPr>
          <a:xfrm>
            <a:off x="393877" y="2669720"/>
            <a:ext cx="7736133"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lstStyle/>
          <a:p>
            <a:endParaRPr/>
          </a:p>
        </p:txBody>
      </p:sp>
      <p:sp>
        <p:nvSpPr>
          <p:cNvPr id="32" name="Textfeld 31">
            <a:extLst>
              <a:ext uri="{FF2B5EF4-FFF2-40B4-BE49-F238E27FC236}">
                <a16:creationId xmlns:a16="http://schemas.microsoft.com/office/drawing/2014/main" id="{9B4ABE3C-764A-4023-ADEA-F4DA4EFD9668}"/>
              </a:ext>
            </a:extLst>
          </p:cNvPr>
          <p:cNvSpPr txBox="1"/>
          <p:nvPr/>
        </p:nvSpPr>
        <p:spPr>
          <a:xfrm>
            <a:off x="260286" y="2637420"/>
            <a:ext cx="6837630" cy="307777"/>
          </a:xfrm>
          <a:prstGeom prst="rect">
            <a:avLst/>
          </a:prstGeom>
          <a:noFill/>
        </p:spPr>
        <p:txBody>
          <a:bodyPr wrap="square">
            <a:spAutoFit/>
          </a:bodyPr>
          <a:lstStyle/>
          <a:p>
            <a:pPr marL="99060" algn="l" defTabSz="914400" rtl="0" eaLnBrk="1" latinLnBrk="0" hangingPunct="1">
              <a:lnSpc>
                <a:spcPct val="100000"/>
              </a:lnSpc>
              <a:spcBef>
                <a:spcPts val="880"/>
              </a:spcBef>
            </a:pPr>
            <a:r>
              <a:rPr lang="de-DE" sz="1400" b="1" kern="1200" spc="15">
                <a:solidFill>
                  <a:srgbClr val="FFFFFF"/>
                </a:solidFill>
                <a:latin typeface="Calibri"/>
                <a:ea typeface="+mn-ea"/>
                <a:cs typeface="Calibri"/>
              </a:rPr>
              <a:t>Dr. Timo Müller (1965) –  Geschäftsführender Gesellschafter</a:t>
            </a:r>
          </a:p>
        </p:txBody>
      </p:sp>
      <p:sp>
        <p:nvSpPr>
          <p:cNvPr id="33" name="object 13">
            <a:extLst>
              <a:ext uri="{FF2B5EF4-FFF2-40B4-BE49-F238E27FC236}">
                <a16:creationId xmlns:a16="http://schemas.microsoft.com/office/drawing/2014/main" id="{95BA1BD5-C9EA-4F16-8AEA-C975E3AF79E1}"/>
              </a:ext>
            </a:extLst>
          </p:cNvPr>
          <p:cNvSpPr/>
          <p:nvPr/>
        </p:nvSpPr>
        <p:spPr>
          <a:xfrm>
            <a:off x="393877" y="2957720"/>
            <a:ext cx="7736134" cy="1332724"/>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41414"/>
            <a:endParaRPr lang="de-DE" sz="1432" b="1"/>
          </a:p>
        </p:txBody>
      </p:sp>
      <p:sp>
        <p:nvSpPr>
          <p:cNvPr id="34" name="object 18">
            <a:extLst>
              <a:ext uri="{FF2B5EF4-FFF2-40B4-BE49-F238E27FC236}">
                <a16:creationId xmlns:a16="http://schemas.microsoft.com/office/drawing/2014/main" id="{48D3A3C5-BA0E-40E7-9A76-C033EDA681A7}"/>
              </a:ext>
            </a:extLst>
          </p:cNvPr>
          <p:cNvSpPr/>
          <p:nvPr/>
        </p:nvSpPr>
        <p:spPr>
          <a:xfrm>
            <a:off x="393877" y="4373574"/>
            <a:ext cx="7736133"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lstStyle/>
          <a:p>
            <a:endParaRPr/>
          </a:p>
        </p:txBody>
      </p:sp>
      <p:sp>
        <p:nvSpPr>
          <p:cNvPr id="35" name="Textfeld 34">
            <a:extLst>
              <a:ext uri="{FF2B5EF4-FFF2-40B4-BE49-F238E27FC236}">
                <a16:creationId xmlns:a16="http://schemas.microsoft.com/office/drawing/2014/main" id="{6DD29935-7F3E-4E7C-BC25-306085A317C7}"/>
              </a:ext>
            </a:extLst>
          </p:cNvPr>
          <p:cNvSpPr txBox="1"/>
          <p:nvPr/>
        </p:nvSpPr>
        <p:spPr>
          <a:xfrm>
            <a:off x="260286" y="4341729"/>
            <a:ext cx="6837630" cy="307777"/>
          </a:xfrm>
          <a:prstGeom prst="rect">
            <a:avLst/>
          </a:prstGeom>
          <a:noFill/>
        </p:spPr>
        <p:txBody>
          <a:bodyPr wrap="square">
            <a:spAutoFit/>
          </a:bodyPr>
          <a:lstStyle/>
          <a:p>
            <a:pPr marL="99060" algn="l" defTabSz="914400" rtl="0" eaLnBrk="1" latinLnBrk="0" hangingPunct="1">
              <a:lnSpc>
                <a:spcPct val="100000"/>
              </a:lnSpc>
              <a:spcBef>
                <a:spcPts val="880"/>
              </a:spcBef>
            </a:pPr>
            <a:r>
              <a:rPr lang="de-DE" sz="1400" b="1" spc="15">
                <a:solidFill>
                  <a:srgbClr val="FFFFFF"/>
                </a:solidFill>
                <a:latin typeface="Calibri"/>
                <a:cs typeface="Calibri"/>
              </a:rPr>
              <a:t>Cem Yildiz</a:t>
            </a:r>
            <a:r>
              <a:rPr lang="de-DE" sz="1400" b="1" kern="1200" spc="15">
                <a:solidFill>
                  <a:srgbClr val="FFFFFF"/>
                </a:solidFill>
                <a:latin typeface="Calibri"/>
                <a:ea typeface="+mn-ea"/>
                <a:cs typeface="Calibri"/>
              </a:rPr>
              <a:t>  (1972) –  Geschäftsführender Gesellschafter</a:t>
            </a:r>
          </a:p>
        </p:txBody>
      </p:sp>
      <p:sp>
        <p:nvSpPr>
          <p:cNvPr id="36" name="object 13">
            <a:extLst>
              <a:ext uri="{FF2B5EF4-FFF2-40B4-BE49-F238E27FC236}">
                <a16:creationId xmlns:a16="http://schemas.microsoft.com/office/drawing/2014/main" id="{119C1D91-E260-4E85-A77B-9182E1EEE76A}"/>
              </a:ext>
            </a:extLst>
          </p:cNvPr>
          <p:cNvSpPr/>
          <p:nvPr/>
        </p:nvSpPr>
        <p:spPr>
          <a:xfrm>
            <a:off x="393877" y="4661574"/>
            <a:ext cx="7736134" cy="1332724"/>
          </a:xfrm>
          <a:custGeom>
            <a:avLst/>
            <a:gdLst/>
            <a:ahLst/>
            <a:cxnLst/>
            <a:rect l="l" t="t" r="r" b="b"/>
            <a:pathLst>
              <a:path w="4462780" h="4997450">
                <a:moveTo>
                  <a:pt x="0" y="0"/>
                </a:moveTo>
                <a:lnTo>
                  <a:pt x="4462272" y="0"/>
                </a:lnTo>
                <a:lnTo>
                  <a:pt x="4462272" y="4997196"/>
                </a:lnTo>
                <a:lnTo>
                  <a:pt x="0" y="4997196"/>
                </a:lnTo>
                <a:lnTo>
                  <a:pt x="0" y="0"/>
                </a:lnTo>
                <a:close/>
              </a:path>
            </a:pathLst>
          </a:custGeom>
          <a:solidFill>
            <a:srgbClr val="F2F2F2"/>
          </a:solidFill>
        </p:spPr>
        <p:txBody>
          <a:bodyPr wrap="square" lIns="0" tIns="0" rIns="0" bIns="0" rtlCol="0"/>
          <a:lstStyle/>
          <a:p>
            <a:pPr marL="141414"/>
            <a:endParaRPr lang="de-DE" sz="1432" b="1"/>
          </a:p>
        </p:txBody>
      </p:sp>
      <p:grpSp>
        <p:nvGrpSpPr>
          <p:cNvPr id="4" name="Gruppieren 3">
            <a:extLst>
              <a:ext uri="{FF2B5EF4-FFF2-40B4-BE49-F238E27FC236}">
                <a16:creationId xmlns:a16="http://schemas.microsoft.com/office/drawing/2014/main" id="{98296892-30FF-440D-A3FF-1DE1FF183B80}"/>
              </a:ext>
            </a:extLst>
          </p:cNvPr>
          <p:cNvGrpSpPr/>
          <p:nvPr/>
        </p:nvGrpSpPr>
        <p:grpSpPr>
          <a:xfrm>
            <a:off x="8203713" y="995724"/>
            <a:ext cx="1845627" cy="1620724"/>
            <a:chOff x="8104130" y="947670"/>
            <a:chExt cx="1845629" cy="1537946"/>
          </a:xfrm>
        </p:grpSpPr>
        <p:pic>
          <p:nvPicPr>
            <p:cNvPr id="40" name="Grafik 39" descr="Folgen Silhouette">
              <a:extLst>
                <a:ext uri="{FF2B5EF4-FFF2-40B4-BE49-F238E27FC236}">
                  <a16:creationId xmlns:a16="http://schemas.microsoft.com/office/drawing/2014/main" id="{D95027D0-4B5D-4FF3-BEDE-C129F612DE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9358" y="1243061"/>
              <a:ext cx="1015172" cy="942690"/>
            </a:xfrm>
            <a:prstGeom prst="rect">
              <a:avLst/>
            </a:prstGeom>
          </p:spPr>
        </p:pic>
        <p:sp>
          <p:nvSpPr>
            <p:cNvPr id="41" name="object 12">
              <a:extLst>
                <a:ext uri="{FF2B5EF4-FFF2-40B4-BE49-F238E27FC236}">
                  <a16:creationId xmlns:a16="http://schemas.microsoft.com/office/drawing/2014/main" id="{C51C11FC-0AF6-4103-9C43-1F5690A127CA}"/>
                </a:ext>
              </a:extLst>
            </p:cNvPr>
            <p:cNvSpPr/>
            <p:nvPr/>
          </p:nvSpPr>
          <p:spPr>
            <a:xfrm>
              <a:off x="8104130" y="947670"/>
              <a:ext cx="1845629" cy="1537946"/>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grpSp>
      <p:grpSp>
        <p:nvGrpSpPr>
          <p:cNvPr id="49" name="Gruppieren 48">
            <a:extLst>
              <a:ext uri="{FF2B5EF4-FFF2-40B4-BE49-F238E27FC236}">
                <a16:creationId xmlns:a16="http://schemas.microsoft.com/office/drawing/2014/main" id="{6171CF35-5B88-487A-8EFC-0869B300186A}"/>
              </a:ext>
            </a:extLst>
          </p:cNvPr>
          <p:cNvGrpSpPr/>
          <p:nvPr/>
        </p:nvGrpSpPr>
        <p:grpSpPr>
          <a:xfrm>
            <a:off x="8203712" y="2669720"/>
            <a:ext cx="1845627" cy="1620724"/>
            <a:chOff x="8104130" y="947670"/>
            <a:chExt cx="1845629" cy="1537946"/>
          </a:xfrm>
        </p:grpSpPr>
        <p:pic>
          <p:nvPicPr>
            <p:cNvPr id="50" name="Grafik 49" descr="Folgen Silhouette">
              <a:extLst>
                <a:ext uri="{FF2B5EF4-FFF2-40B4-BE49-F238E27FC236}">
                  <a16:creationId xmlns:a16="http://schemas.microsoft.com/office/drawing/2014/main" id="{807D98EB-DCC6-40E4-8F5A-23E39C60F4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9358" y="1243061"/>
              <a:ext cx="1015172" cy="942690"/>
            </a:xfrm>
            <a:prstGeom prst="rect">
              <a:avLst/>
            </a:prstGeom>
          </p:spPr>
        </p:pic>
        <p:sp>
          <p:nvSpPr>
            <p:cNvPr id="51" name="object 12">
              <a:extLst>
                <a:ext uri="{FF2B5EF4-FFF2-40B4-BE49-F238E27FC236}">
                  <a16:creationId xmlns:a16="http://schemas.microsoft.com/office/drawing/2014/main" id="{5278725C-0906-423D-9B7E-4F0F44E7DCA7}"/>
                </a:ext>
              </a:extLst>
            </p:cNvPr>
            <p:cNvSpPr/>
            <p:nvPr/>
          </p:nvSpPr>
          <p:spPr>
            <a:xfrm>
              <a:off x="8104130" y="947670"/>
              <a:ext cx="1845629" cy="1537946"/>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grpSp>
      <p:grpSp>
        <p:nvGrpSpPr>
          <p:cNvPr id="52" name="Gruppieren 51">
            <a:extLst>
              <a:ext uri="{FF2B5EF4-FFF2-40B4-BE49-F238E27FC236}">
                <a16:creationId xmlns:a16="http://schemas.microsoft.com/office/drawing/2014/main" id="{DC0A9DD0-797B-4DF9-B79D-5FE44873BBFD}"/>
              </a:ext>
            </a:extLst>
          </p:cNvPr>
          <p:cNvGrpSpPr/>
          <p:nvPr/>
        </p:nvGrpSpPr>
        <p:grpSpPr>
          <a:xfrm>
            <a:off x="8203711" y="4376647"/>
            <a:ext cx="1845627" cy="1620724"/>
            <a:chOff x="8104130" y="947670"/>
            <a:chExt cx="1845629" cy="1537946"/>
          </a:xfrm>
        </p:grpSpPr>
        <p:pic>
          <p:nvPicPr>
            <p:cNvPr id="53" name="Grafik 52" descr="Folgen Silhouette">
              <a:extLst>
                <a:ext uri="{FF2B5EF4-FFF2-40B4-BE49-F238E27FC236}">
                  <a16:creationId xmlns:a16="http://schemas.microsoft.com/office/drawing/2014/main" id="{98CA6768-6773-4B52-8B8B-3ECFA83C76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9358" y="1243061"/>
              <a:ext cx="1015172" cy="942690"/>
            </a:xfrm>
            <a:prstGeom prst="rect">
              <a:avLst/>
            </a:prstGeom>
          </p:spPr>
        </p:pic>
        <p:sp>
          <p:nvSpPr>
            <p:cNvPr id="54" name="object 12">
              <a:extLst>
                <a:ext uri="{FF2B5EF4-FFF2-40B4-BE49-F238E27FC236}">
                  <a16:creationId xmlns:a16="http://schemas.microsoft.com/office/drawing/2014/main" id="{5512D02A-0E72-4F2F-9B54-558361D94232}"/>
                </a:ext>
              </a:extLst>
            </p:cNvPr>
            <p:cNvSpPr/>
            <p:nvPr/>
          </p:nvSpPr>
          <p:spPr>
            <a:xfrm>
              <a:off x="8104130" y="947670"/>
              <a:ext cx="1845629" cy="1537946"/>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grpSp>
      <p:sp>
        <p:nvSpPr>
          <p:cNvPr id="55" name="object 12">
            <a:extLst>
              <a:ext uri="{FF2B5EF4-FFF2-40B4-BE49-F238E27FC236}">
                <a16:creationId xmlns:a16="http://schemas.microsoft.com/office/drawing/2014/main" id="{742E96D6-501F-427A-BC61-2E636B11AA4D}"/>
              </a:ext>
            </a:extLst>
          </p:cNvPr>
          <p:cNvSpPr/>
          <p:nvPr/>
        </p:nvSpPr>
        <p:spPr>
          <a:xfrm>
            <a:off x="302807" y="905647"/>
            <a:ext cx="9849600" cy="5169227"/>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432"/>
          </a:p>
        </p:txBody>
      </p:sp>
      <p:sp>
        <p:nvSpPr>
          <p:cNvPr id="56" name="Textfeld 55">
            <a:extLst>
              <a:ext uri="{FF2B5EF4-FFF2-40B4-BE49-F238E27FC236}">
                <a16:creationId xmlns:a16="http://schemas.microsoft.com/office/drawing/2014/main" id="{D039DF10-48D7-4964-98E6-6D1BD6D3CA4C}"/>
              </a:ext>
            </a:extLst>
          </p:cNvPr>
          <p:cNvSpPr txBox="1"/>
          <p:nvPr/>
        </p:nvSpPr>
        <p:spPr>
          <a:xfrm>
            <a:off x="320169" y="1212347"/>
            <a:ext cx="7883545" cy="998607"/>
          </a:xfrm>
          <a:prstGeom prst="rect">
            <a:avLst/>
          </a:prstGeom>
          <a:noFill/>
        </p:spPr>
        <p:txBody>
          <a:bodyPr wrap="square">
            <a:spAutoFit/>
          </a:bodyPr>
          <a:lstStyle/>
          <a:p>
            <a:pPr marL="99060" marR="100330" algn="just">
              <a:lnSpc>
                <a:spcPct val="125200"/>
              </a:lnSpc>
              <a:spcBef>
                <a:spcPts val="265"/>
              </a:spcBef>
            </a:pPr>
            <a:r>
              <a:rPr lang="de-DE" sz="1200">
                <a:latin typeface="Calibri"/>
                <a:cs typeface="Calibri"/>
              </a:rPr>
              <a:t>Der Betriebswirt Max Mustermann gründete im Jahre 1995 den Vorläufer der Deliverit GmbH, die „Wir liefern es GmbH“. Nach dem Erlangen seines Diploms an der Musteruniversität begann Max Mustermann seinen beruflichen Werdegang bei der Post als Assistent der Geschäftsführung. Nach weiteren Stationen als Vice President und  Head of European Logistics bei Nage GmbH entschloss sich Max Mustermann dazu, die „ Wir liefern es GmbH“ zu gründen.  </a:t>
            </a:r>
          </a:p>
        </p:txBody>
      </p:sp>
      <p:sp>
        <p:nvSpPr>
          <p:cNvPr id="57" name="Textfeld 56">
            <a:extLst>
              <a:ext uri="{FF2B5EF4-FFF2-40B4-BE49-F238E27FC236}">
                <a16:creationId xmlns:a16="http://schemas.microsoft.com/office/drawing/2014/main" id="{DA7ADC7C-0C3B-4349-9D4D-0A54B36FC39F}"/>
              </a:ext>
            </a:extLst>
          </p:cNvPr>
          <p:cNvSpPr txBox="1"/>
          <p:nvPr/>
        </p:nvSpPr>
        <p:spPr>
          <a:xfrm>
            <a:off x="302808" y="2879671"/>
            <a:ext cx="8008274" cy="1229439"/>
          </a:xfrm>
          <a:prstGeom prst="rect">
            <a:avLst/>
          </a:prstGeom>
          <a:noFill/>
        </p:spPr>
        <p:txBody>
          <a:bodyPr wrap="square">
            <a:spAutoFit/>
          </a:bodyPr>
          <a:lstStyle/>
          <a:p>
            <a:pPr marL="99060" marR="203200" algn="just">
              <a:lnSpc>
                <a:spcPct val="125200"/>
              </a:lnSpc>
              <a:spcBef>
                <a:spcPts val="265"/>
              </a:spcBef>
            </a:pPr>
            <a:r>
              <a:rPr lang="de-DE" sz="1200">
                <a:latin typeface="Calibri"/>
                <a:cs typeface="Calibri"/>
              </a:rPr>
              <a:t>Herr Dr. Müller machte nach seiner Schulzeit  in Frankfurt am Main eine Ausbildung zum Industriekaufmann bei der Y AG. Nach der Ausbildung entschied er sich für ein Studium und eine Promotion im Fach der Mathematik an der Musterfernuniversität. Nach seinem Studium begann Herr Dr. Müller bei Z SE als Controller, bevor er schließlich im Jahre 1996 bei der Deliverit Logistics GmbH als Leiter für Werkverkehre anfing. 1998 wurde er zusätzlich Leiter der Entsorgungslogistik.</a:t>
            </a:r>
          </a:p>
        </p:txBody>
      </p:sp>
      <p:sp>
        <p:nvSpPr>
          <p:cNvPr id="58" name="Textfeld 57">
            <a:extLst>
              <a:ext uri="{FF2B5EF4-FFF2-40B4-BE49-F238E27FC236}">
                <a16:creationId xmlns:a16="http://schemas.microsoft.com/office/drawing/2014/main" id="{8FA6F904-955A-4733-8568-8CFA2A0B49F8}"/>
              </a:ext>
            </a:extLst>
          </p:cNvPr>
          <p:cNvSpPr txBox="1"/>
          <p:nvPr/>
        </p:nvSpPr>
        <p:spPr>
          <a:xfrm>
            <a:off x="302807" y="4612708"/>
            <a:ext cx="7900907" cy="998607"/>
          </a:xfrm>
          <a:prstGeom prst="rect">
            <a:avLst/>
          </a:prstGeom>
          <a:noFill/>
        </p:spPr>
        <p:txBody>
          <a:bodyPr wrap="square">
            <a:spAutoFit/>
          </a:bodyPr>
          <a:lstStyle/>
          <a:p>
            <a:pPr marL="99060" marR="100330" algn="just">
              <a:lnSpc>
                <a:spcPct val="125200"/>
              </a:lnSpc>
              <a:spcBef>
                <a:spcPts val="265"/>
              </a:spcBef>
            </a:pPr>
            <a:r>
              <a:rPr lang="de-DE" sz="1200">
                <a:latin typeface="Calibri"/>
                <a:cs typeface="Calibri"/>
              </a:rPr>
              <a:t>Herr Cem Yildiz studierte Volkswirtschaftslehre an der Universität, bevor er als Trainee bei der Musterbank in der Investmentbanking Abteilung anfing. Dort spezialisierte er sich auf die Logistikbranche und beriet zahlreiche namhafte Logistikunternehmen bei M&amp;A-Aktivitäten. Nach 13 Jahren bei der Bank wechselte Herr Yildiz im Jahre 2007 zu der Deliverit GmbH und initiierte gemeinsam mit Herrn Mustermann und Herrn Dr. Müller eine strategische Neuausrichtung.</a:t>
            </a:r>
          </a:p>
        </p:txBody>
      </p:sp>
    </p:spTree>
    <p:extLst>
      <p:ext uri="{BB962C8B-B14F-4D97-AF65-F5344CB8AC3E}">
        <p14:creationId xmlns:p14="http://schemas.microsoft.com/office/powerpoint/2010/main" val="2282108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Transaktionsstruktur</a:t>
            </a:r>
          </a:p>
        </p:txBody>
      </p:sp>
      <p:sp>
        <p:nvSpPr>
          <p:cNvPr id="23" name="object 13">
            <a:extLst>
              <a:ext uri="{FF2B5EF4-FFF2-40B4-BE49-F238E27FC236}">
                <a16:creationId xmlns:a16="http://schemas.microsoft.com/office/drawing/2014/main" id="{F644E9EA-9E38-43FB-829B-FF3EE569384B}"/>
              </a:ext>
            </a:extLst>
          </p:cNvPr>
          <p:cNvSpPr txBox="1"/>
          <p:nvPr/>
        </p:nvSpPr>
        <p:spPr>
          <a:xfrm>
            <a:off x="2301875" y="1017188"/>
            <a:ext cx="7776000" cy="600164"/>
          </a:xfrm>
          <a:prstGeom prst="rect">
            <a:avLst/>
          </a:prstGeom>
          <a:solidFill>
            <a:srgbClr val="F2F2F2"/>
          </a:solidFill>
        </p:spPr>
        <p:txBody>
          <a:bodyPr vert="horz" wrap="square" lIns="0" tIns="45720" rIns="0" bIns="0" rtlCol="0">
            <a:spAutoFit/>
          </a:bodyPr>
          <a:lstStyle/>
          <a:p>
            <a:pPr marL="99060">
              <a:lnSpc>
                <a:spcPct val="100000"/>
              </a:lnSpc>
              <a:spcBef>
                <a:spcPts val="360"/>
              </a:spcBef>
            </a:pPr>
            <a:r>
              <a:rPr lang="de-DE" sz="1200" spc="15">
                <a:latin typeface="Calibri"/>
                <a:cs typeface="Calibri"/>
              </a:rPr>
              <a:t>Die Mehrheit der Aktien (96,3%) der Deliverit Logistics GmbH befindet sich im Besitz des Gründers,  Max Mustermann. </a:t>
            </a:r>
            <a:r>
              <a:rPr lang="de-DE" sz="1200" spc="20">
                <a:latin typeface="Calibri"/>
                <a:cs typeface="Calibri"/>
              </a:rPr>
              <a:t>Eine begrenzte Anzahl von Aktien wird von weiteren Führungskräften mit einer im GBV (Gesellschafterbindungsvertrag) enthaltenen "Drag-along"-Klausel gehalten.</a:t>
            </a:r>
            <a:endParaRPr sz="1200">
              <a:latin typeface="Calibri"/>
              <a:cs typeface="Calibri"/>
            </a:endParaRPr>
          </a:p>
        </p:txBody>
      </p:sp>
      <p:sp>
        <p:nvSpPr>
          <p:cNvPr id="24" name="object 97">
            <a:extLst>
              <a:ext uri="{FF2B5EF4-FFF2-40B4-BE49-F238E27FC236}">
                <a16:creationId xmlns:a16="http://schemas.microsoft.com/office/drawing/2014/main" id="{68116FC8-7FE8-40F1-8EDA-ABD8BF308E73}"/>
              </a:ext>
            </a:extLst>
          </p:cNvPr>
          <p:cNvSpPr txBox="1"/>
          <p:nvPr/>
        </p:nvSpPr>
        <p:spPr>
          <a:xfrm>
            <a:off x="2301875" y="1958808"/>
            <a:ext cx="7776000" cy="1116000"/>
          </a:xfrm>
          <a:prstGeom prst="rect">
            <a:avLst/>
          </a:prstGeom>
          <a:solidFill>
            <a:srgbClr val="F2F2F2"/>
          </a:solidFill>
        </p:spPr>
        <p:txBody>
          <a:bodyPr vert="horz" wrap="square" lIns="0" tIns="27305" rIns="0" bIns="0" rtlCol="0">
            <a:spAutoFit/>
          </a:bodyPr>
          <a:lstStyle/>
          <a:p>
            <a:pPr marL="99060" marR="311150">
              <a:lnSpc>
                <a:spcPts val="1430"/>
              </a:lnSpc>
              <a:spcBef>
                <a:spcPts val="45"/>
              </a:spcBef>
            </a:pPr>
            <a:endParaRPr lang="de-DE" sz="1150" spc="10">
              <a:latin typeface="Calibri"/>
              <a:cs typeface="Calibri"/>
            </a:endParaRPr>
          </a:p>
        </p:txBody>
      </p:sp>
      <p:sp>
        <p:nvSpPr>
          <p:cNvPr id="25" name="object 97">
            <a:extLst>
              <a:ext uri="{FF2B5EF4-FFF2-40B4-BE49-F238E27FC236}">
                <a16:creationId xmlns:a16="http://schemas.microsoft.com/office/drawing/2014/main" id="{A279CA34-68EC-4F51-B16E-FDD4F732387C}"/>
              </a:ext>
            </a:extLst>
          </p:cNvPr>
          <p:cNvSpPr txBox="1"/>
          <p:nvPr/>
        </p:nvSpPr>
        <p:spPr>
          <a:xfrm>
            <a:off x="2299970" y="4854695"/>
            <a:ext cx="7776000" cy="900000"/>
          </a:xfrm>
          <a:prstGeom prst="rect">
            <a:avLst/>
          </a:prstGeom>
          <a:solidFill>
            <a:srgbClr val="F2F2F2"/>
          </a:solidFill>
        </p:spPr>
        <p:txBody>
          <a:bodyPr vert="horz" wrap="square" lIns="0" tIns="27305" rIns="0" bIns="0" rtlCol="0">
            <a:spAutoFit/>
          </a:bodyPr>
          <a:lstStyle/>
          <a:p>
            <a:pPr marL="99060" algn="just">
              <a:lnSpc>
                <a:spcPct val="100000"/>
              </a:lnSpc>
              <a:spcBef>
                <a:spcPts val="360"/>
              </a:spcBef>
            </a:pPr>
            <a:endParaRPr lang="de-DE" sz="1200" spc="15">
              <a:latin typeface="Calibri"/>
              <a:cs typeface="Calibri"/>
            </a:endParaRPr>
          </a:p>
        </p:txBody>
      </p:sp>
      <p:sp>
        <p:nvSpPr>
          <p:cNvPr id="26" name="object 12">
            <a:extLst>
              <a:ext uri="{FF2B5EF4-FFF2-40B4-BE49-F238E27FC236}">
                <a16:creationId xmlns:a16="http://schemas.microsoft.com/office/drawing/2014/main" id="{D40C85FB-5ADF-47EE-B3C3-8AD11840A55F}"/>
              </a:ext>
            </a:extLst>
          </p:cNvPr>
          <p:cNvSpPr/>
          <p:nvPr/>
        </p:nvSpPr>
        <p:spPr>
          <a:xfrm>
            <a:off x="2224768" y="943541"/>
            <a:ext cx="7928882" cy="489727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33" name="object 101">
            <a:extLst>
              <a:ext uri="{FF2B5EF4-FFF2-40B4-BE49-F238E27FC236}">
                <a16:creationId xmlns:a16="http://schemas.microsoft.com/office/drawing/2014/main" id="{AB8DBA95-53CC-46AB-AE50-624959846BD9}"/>
              </a:ext>
            </a:extLst>
          </p:cNvPr>
          <p:cNvSpPr txBox="1"/>
          <p:nvPr/>
        </p:nvSpPr>
        <p:spPr>
          <a:xfrm>
            <a:off x="4184930" y="3744177"/>
            <a:ext cx="400685" cy="194284"/>
          </a:xfrm>
          <a:prstGeom prst="rect">
            <a:avLst/>
          </a:prstGeom>
        </p:spPr>
        <p:txBody>
          <a:bodyPr vert="horz" wrap="square" lIns="0" tIns="17145" rIns="0" bIns="0" rtlCol="0">
            <a:spAutoFit/>
          </a:bodyPr>
          <a:lstStyle/>
          <a:p>
            <a:pPr marL="12700">
              <a:lnSpc>
                <a:spcPct val="100000"/>
              </a:lnSpc>
              <a:spcBef>
                <a:spcPts val="135"/>
              </a:spcBef>
            </a:pPr>
            <a:r>
              <a:rPr sz="1150" spc="5">
                <a:latin typeface="Calibri"/>
                <a:cs typeface="Calibri"/>
              </a:rPr>
              <a:t>9</a:t>
            </a:r>
            <a:r>
              <a:rPr lang="de-DE" sz="1150" spc="15">
                <a:latin typeface="Calibri"/>
                <a:cs typeface="Calibri"/>
              </a:rPr>
              <a:t>6,3</a:t>
            </a:r>
            <a:r>
              <a:rPr sz="1150" spc="20">
                <a:latin typeface="Calibri"/>
                <a:cs typeface="Calibri"/>
              </a:rPr>
              <a:t>%</a:t>
            </a:r>
            <a:endParaRPr sz="1150">
              <a:latin typeface="Calibri"/>
              <a:cs typeface="Calibri"/>
            </a:endParaRPr>
          </a:p>
        </p:txBody>
      </p:sp>
      <p:sp>
        <p:nvSpPr>
          <p:cNvPr id="34" name="object 104">
            <a:extLst>
              <a:ext uri="{FF2B5EF4-FFF2-40B4-BE49-F238E27FC236}">
                <a16:creationId xmlns:a16="http://schemas.microsoft.com/office/drawing/2014/main" id="{45B4DD9B-8CEB-4942-B148-D3C12C413064}"/>
              </a:ext>
            </a:extLst>
          </p:cNvPr>
          <p:cNvSpPr/>
          <p:nvPr/>
        </p:nvSpPr>
        <p:spPr>
          <a:xfrm>
            <a:off x="6224524" y="3705028"/>
            <a:ext cx="10795" cy="41275"/>
          </a:xfrm>
          <a:custGeom>
            <a:avLst/>
            <a:gdLst/>
            <a:ahLst/>
            <a:cxnLst/>
            <a:rect l="l" t="t" r="r" b="b"/>
            <a:pathLst>
              <a:path w="10795" h="41275">
                <a:moveTo>
                  <a:pt x="10668" y="41148"/>
                </a:moveTo>
                <a:lnTo>
                  <a:pt x="0" y="41148"/>
                </a:lnTo>
                <a:lnTo>
                  <a:pt x="0" y="0"/>
                </a:lnTo>
                <a:lnTo>
                  <a:pt x="10668" y="0"/>
                </a:lnTo>
                <a:lnTo>
                  <a:pt x="10668" y="41148"/>
                </a:lnTo>
                <a:close/>
              </a:path>
            </a:pathLst>
          </a:custGeom>
          <a:solidFill>
            <a:srgbClr val="162844"/>
          </a:solidFill>
        </p:spPr>
        <p:txBody>
          <a:bodyPr wrap="square" lIns="0" tIns="0" rIns="0" bIns="0" rtlCol="0"/>
          <a:lstStyle/>
          <a:p>
            <a:endParaRPr/>
          </a:p>
        </p:txBody>
      </p:sp>
      <p:sp>
        <p:nvSpPr>
          <p:cNvPr id="35" name="object 105">
            <a:extLst>
              <a:ext uri="{FF2B5EF4-FFF2-40B4-BE49-F238E27FC236}">
                <a16:creationId xmlns:a16="http://schemas.microsoft.com/office/drawing/2014/main" id="{9CC031F2-2889-49B3-98A5-53A3C97A816A}"/>
              </a:ext>
            </a:extLst>
          </p:cNvPr>
          <p:cNvSpPr/>
          <p:nvPr/>
        </p:nvSpPr>
        <p:spPr>
          <a:xfrm>
            <a:off x="6224524" y="3776657"/>
            <a:ext cx="10795" cy="41275"/>
          </a:xfrm>
          <a:custGeom>
            <a:avLst/>
            <a:gdLst/>
            <a:ahLst/>
            <a:cxnLst/>
            <a:rect l="l" t="t" r="r" b="b"/>
            <a:pathLst>
              <a:path w="10795" h="41275">
                <a:moveTo>
                  <a:pt x="10668" y="41148"/>
                </a:moveTo>
                <a:lnTo>
                  <a:pt x="0" y="41148"/>
                </a:lnTo>
                <a:lnTo>
                  <a:pt x="0" y="0"/>
                </a:lnTo>
                <a:lnTo>
                  <a:pt x="10668" y="0"/>
                </a:lnTo>
                <a:lnTo>
                  <a:pt x="10668" y="41148"/>
                </a:lnTo>
                <a:close/>
              </a:path>
            </a:pathLst>
          </a:custGeom>
          <a:solidFill>
            <a:srgbClr val="162844"/>
          </a:solidFill>
        </p:spPr>
        <p:txBody>
          <a:bodyPr wrap="square" lIns="0" tIns="0" rIns="0" bIns="0" rtlCol="0"/>
          <a:lstStyle/>
          <a:p>
            <a:endParaRPr/>
          </a:p>
        </p:txBody>
      </p:sp>
      <p:sp>
        <p:nvSpPr>
          <p:cNvPr id="36" name="object 106">
            <a:extLst>
              <a:ext uri="{FF2B5EF4-FFF2-40B4-BE49-F238E27FC236}">
                <a16:creationId xmlns:a16="http://schemas.microsoft.com/office/drawing/2014/main" id="{F0EDDBE0-E772-465F-840B-C4BE4C5271CE}"/>
              </a:ext>
            </a:extLst>
          </p:cNvPr>
          <p:cNvSpPr/>
          <p:nvPr/>
        </p:nvSpPr>
        <p:spPr>
          <a:xfrm>
            <a:off x="6224524" y="3849808"/>
            <a:ext cx="10795" cy="41275"/>
          </a:xfrm>
          <a:custGeom>
            <a:avLst/>
            <a:gdLst/>
            <a:ahLst/>
            <a:cxnLst/>
            <a:rect l="l" t="t" r="r" b="b"/>
            <a:pathLst>
              <a:path w="10795" h="41275">
                <a:moveTo>
                  <a:pt x="10668" y="41148"/>
                </a:moveTo>
                <a:lnTo>
                  <a:pt x="0" y="41148"/>
                </a:lnTo>
                <a:lnTo>
                  <a:pt x="0" y="0"/>
                </a:lnTo>
                <a:lnTo>
                  <a:pt x="10668" y="0"/>
                </a:lnTo>
                <a:lnTo>
                  <a:pt x="10668" y="41148"/>
                </a:lnTo>
                <a:close/>
              </a:path>
            </a:pathLst>
          </a:custGeom>
          <a:solidFill>
            <a:srgbClr val="162844"/>
          </a:solidFill>
        </p:spPr>
        <p:txBody>
          <a:bodyPr wrap="square" lIns="0" tIns="0" rIns="0" bIns="0" rtlCol="0"/>
          <a:lstStyle/>
          <a:p>
            <a:endParaRPr/>
          </a:p>
        </p:txBody>
      </p:sp>
      <p:sp>
        <p:nvSpPr>
          <p:cNvPr id="37" name="object 107">
            <a:extLst>
              <a:ext uri="{FF2B5EF4-FFF2-40B4-BE49-F238E27FC236}">
                <a16:creationId xmlns:a16="http://schemas.microsoft.com/office/drawing/2014/main" id="{EEBBCACE-323A-4A0F-8C5D-A55336AD73C2}"/>
              </a:ext>
            </a:extLst>
          </p:cNvPr>
          <p:cNvSpPr/>
          <p:nvPr/>
        </p:nvSpPr>
        <p:spPr>
          <a:xfrm>
            <a:off x="6224524" y="3921437"/>
            <a:ext cx="10795" cy="32384"/>
          </a:xfrm>
          <a:custGeom>
            <a:avLst/>
            <a:gdLst/>
            <a:ahLst/>
            <a:cxnLst/>
            <a:rect l="l" t="t" r="r" b="b"/>
            <a:pathLst>
              <a:path w="10795" h="32385">
                <a:moveTo>
                  <a:pt x="10668" y="32004"/>
                </a:moveTo>
                <a:lnTo>
                  <a:pt x="0" y="32004"/>
                </a:lnTo>
                <a:lnTo>
                  <a:pt x="0" y="0"/>
                </a:lnTo>
                <a:lnTo>
                  <a:pt x="10668" y="0"/>
                </a:lnTo>
                <a:lnTo>
                  <a:pt x="10668" y="32004"/>
                </a:lnTo>
                <a:close/>
              </a:path>
            </a:pathLst>
          </a:custGeom>
          <a:solidFill>
            <a:srgbClr val="162844"/>
          </a:solidFill>
        </p:spPr>
        <p:txBody>
          <a:bodyPr wrap="square" lIns="0" tIns="0" rIns="0" bIns="0" rtlCol="0"/>
          <a:lstStyle/>
          <a:p>
            <a:endParaRPr/>
          </a:p>
        </p:txBody>
      </p:sp>
      <p:sp>
        <p:nvSpPr>
          <p:cNvPr id="38" name="object 108">
            <a:extLst>
              <a:ext uri="{FF2B5EF4-FFF2-40B4-BE49-F238E27FC236}">
                <a16:creationId xmlns:a16="http://schemas.microsoft.com/office/drawing/2014/main" id="{560F89B2-A5AA-49B2-A840-8163D0F745EE}"/>
              </a:ext>
            </a:extLst>
          </p:cNvPr>
          <p:cNvSpPr/>
          <p:nvPr/>
        </p:nvSpPr>
        <p:spPr>
          <a:xfrm>
            <a:off x="6227571" y="3705028"/>
            <a:ext cx="1603375" cy="497205"/>
          </a:xfrm>
          <a:custGeom>
            <a:avLst/>
            <a:gdLst/>
            <a:ahLst/>
            <a:cxnLst/>
            <a:rect l="l" t="t" r="r" b="b"/>
            <a:pathLst>
              <a:path w="1603375" h="497204">
                <a:moveTo>
                  <a:pt x="1603248" y="41148"/>
                </a:moveTo>
                <a:lnTo>
                  <a:pt x="1594104" y="41148"/>
                </a:lnTo>
                <a:lnTo>
                  <a:pt x="1594104" y="0"/>
                </a:lnTo>
                <a:lnTo>
                  <a:pt x="1603248" y="0"/>
                </a:lnTo>
                <a:lnTo>
                  <a:pt x="1603248" y="41148"/>
                </a:lnTo>
                <a:close/>
              </a:path>
              <a:path w="1603375" h="497204">
                <a:moveTo>
                  <a:pt x="1603248" y="112776"/>
                </a:moveTo>
                <a:lnTo>
                  <a:pt x="1594104" y="112776"/>
                </a:lnTo>
                <a:lnTo>
                  <a:pt x="1594104" y="71628"/>
                </a:lnTo>
                <a:lnTo>
                  <a:pt x="1603248" y="71628"/>
                </a:lnTo>
                <a:lnTo>
                  <a:pt x="1603248" y="112776"/>
                </a:lnTo>
                <a:close/>
              </a:path>
              <a:path w="1603375" h="497204">
                <a:moveTo>
                  <a:pt x="1603248" y="185928"/>
                </a:moveTo>
                <a:lnTo>
                  <a:pt x="1594104" y="185928"/>
                </a:lnTo>
                <a:lnTo>
                  <a:pt x="1594104" y="144780"/>
                </a:lnTo>
                <a:lnTo>
                  <a:pt x="1603248" y="144780"/>
                </a:lnTo>
                <a:lnTo>
                  <a:pt x="1603248" y="185928"/>
                </a:lnTo>
                <a:close/>
              </a:path>
              <a:path w="1603375" h="497204">
                <a:moveTo>
                  <a:pt x="1594104" y="248412"/>
                </a:moveTo>
                <a:lnTo>
                  <a:pt x="1594104" y="216407"/>
                </a:lnTo>
                <a:lnTo>
                  <a:pt x="1603248" y="216407"/>
                </a:lnTo>
                <a:lnTo>
                  <a:pt x="1603248" y="243840"/>
                </a:lnTo>
                <a:lnTo>
                  <a:pt x="1598676" y="243840"/>
                </a:lnTo>
                <a:lnTo>
                  <a:pt x="1594104" y="248412"/>
                </a:lnTo>
                <a:close/>
              </a:path>
              <a:path w="1603375" h="497204">
                <a:moveTo>
                  <a:pt x="1601724" y="254507"/>
                </a:moveTo>
                <a:lnTo>
                  <a:pt x="1589532" y="254507"/>
                </a:lnTo>
                <a:lnTo>
                  <a:pt x="1589532" y="243840"/>
                </a:lnTo>
                <a:lnTo>
                  <a:pt x="1594104" y="243840"/>
                </a:lnTo>
                <a:lnTo>
                  <a:pt x="1594104" y="248412"/>
                </a:lnTo>
                <a:lnTo>
                  <a:pt x="1603248" y="248412"/>
                </a:lnTo>
                <a:lnTo>
                  <a:pt x="1603248" y="251460"/>
                </a:lnTo>
                <a:lnTo>
                  <a:pt x="1601724" y="254507"/>
                </a:lnTo>
                <a:close/>
              </a:path>
              <a:path w="1603375" h="497204">
                <a:moveTo>
                  <a:pt x="1603248" y="248412"/>
                </a:moveTo>
                <a:lnTo>
                  <a:pt x="1594104" y="248412"/>
                </a:lnTo>
                <a:lnTo>
                  <a:pt x="1598676" y="243840"/>
                </a:lnTo>
                <a:lnTo>
                  <a:pt x="1603248" y="243840"/>
                </a:lnTo>
                <a:lnTo>
                  <a:pt x="1603248" y="248412"/>
                </a:lnTo>
                <a:close/>
              </a:path>
              <a:path w="1603375" h="497204">
                <a:moveTo>
                  <a:pt x="1559052" y="254507"/>
                </a:moveTo>
                <a:lnTo>
                  <a:pt x="1517904" y="254507"/>
                </a:lnTo>
                <a:lnTo>
                  <a:pt x="1517904" y="243840"/>
                </a:lnTo>
                <a:lnTo>
                  <a:pt x="1559052" y="243840"/>
                </a:lnTo>
                <a:lnTo>
                  <a:pt x="1559052" y="254507"/>
                </a:lnTo>
                <a:close/>
              </a:path>
              <a:path w="1603375" h="497204">
                <a:moveTo>
                  <a:pt x="1487424" y="254507"/>
                </a:moveTo>
                <a:lnTo>
                  <a:pt x="1446276" y="254507"/>
                </a:lnTo>
                <a:lnTo>
                  <a:pt x="1446276" y="243840"/>
                </a:lnTo>
                <a:lnTo>
                  <a:pt x="1487424" y="243840"/>
                </a:lnTo>
                <a:lnTo>
                  <a:pt x="1487424" y="254507"/>
                </a:lnTo>
                <a:close/>
              </a:path>
              <a:path w="1603375" h="497204">
                <a:moveTo>
                  <a:pt x="1415796" y="254507"/>
                </a:moveTo>
                <a:lnTo>
                  <a:pt x="1374648" y="254507"/>
                </a:lnTo>
                <a:lnTo>
                  <a:pt x="1374648" y="243840"/>
                </a:lnTo>
                <a:lnTo>
                  <a:pt x="1415796" y="243840"/>
                </a:lnTo>
                <a:lnTo>
                  <a:pt x="1415796" y="254507"/>
                </a:lnTo>
                <a:close/>
              </a:path>
              <a:path w="1603375" h="497204">
                <a:moveTo>
                  <a:pt x="1344168" y="254507"/>
                </a:moveTo>
                <a:lnTo>
                  <a:pt x="1303020" y="254507"/>
                </a:lnTo>
                <a:lnTo>
                  <a:pt x="1303020" y="243840"/>
                </a:lnTo>
                <a:lnTo>
                  <a:pt x="1344168" y="243840"/>
                </a:lnTo>
                <a:lnTo>
                  <a:pt x="1344168" y="254507"/>
                </a:lnTo>
                <a:close/>
              </a:path>
              <a:path w="1603375" h="497204">
                <a:moveTo>
                  <a:pt x="1271016" y="254507"/>
                </a:moveTo>
                <a:lnTo>
                  <a:pt x="1229868" y="254507"/>
                </a:lnTo>
                <a:lnTo>
                  <a:pt x="1229868" y="243840"/>
                </a:lnTo>
                <a:lnTo>
                  <a:pt x="1271016" y="243840"/>
                </a:lnTo>
                <a:lnTo>
                  <a:pt x="1271016" y="254507"/>
                </a:lnTo>
                <a:close/>
              </a:path>
              <a:path w="1603375" h="497204">
                <a:moveTo>
                  <a:pt x="1199388" y="254507"/>
                </a:moveTo>
                <a:lnTo>
                  <a:pt x="1158240" y="254507"/>
                </a:lnTo>
                <a:lnTo>
                  <a:pt x="1158240" y="243840"/>
                </a:lnTo>
                <a:lnTo>
                  <a:pt x="1199388" y="243840"/>
                </a:lnTo>
                <a:lnTo>
                  <a:pt x="1199388" y="254507"/>
                </a:lnTo>
                <a:close/>
              </a:path>
              <a:path w="1603375" h="497204">
                <a:moveTo>
                  <a:pt x="1127760" y="254507"/>
                </a:moveTo>
                <a:lnTo>
                  <a:pt x="1086612" y="254507"/>
                </a:lnTo>
                <a:lnTo>
                  <a:pt x="1086612" y="243840"/>
                </a:lnTo>
                <a:lnTo>
                  <a:pt x="1127760" y="243840"/>
                </a:lnTo>
                <a:lnTo>
                  <a:pt x="1127760" y="254507"/>
                </a:lnTo>
                <a:close/>
              </a:path>
              <a:path w="1603375" h="497204">
                <a:moveTo>
                  <a:pt x="1056132" y="254507"/>
                </a:moveTo>
                <a:lnTo>
                  <a:pt x="1014984" y="254507"/>
                </a:lnTo>
                <a:lnTo>
                  <a:pt x="1014984" y="243840"/>
                </a:lnTo>
                <a:lnTo>
                  <a:pt x="1056132" y="243840"/>
                </a:lnTo>
                <a:lnTo>
                  <a:pt x="1056132" y="254507"/>
                </a:lnTo>
                <a:close/>
              </a:path>
              <a:path w="1603375" h="497204">
                <a:moveTo>
                  <a:pt x="982980" y="254507"/>
                </a:moveTo>
                <a:lnTo>
                  <a:pt x="941832" y="254507"/>
                </a:lnTo>
                <a:lnTo>
                  <a:pt x="941832" y="243840"/>
                </a:lnTo>
                <a:lnTo>
                  <a:pt x="982980" y="243840"/>
                </a:lnTo>
                <a:lnTo>
                  <a:pt x="982980" y="254507"/>
                </a:lnTo>
                <a:close/>
              </a:path>
              <a:path w="1603375" h="497204">
                <a:moveTo>
                  <a:pt x="911352" y="254507"/>
                </a:moveTo>
                <a:lnTo>
                  <a:pt x="870204" y="254507"/>
                </a:lnTo>
                <a:lnTo>
                  <a:pt x="870204" y="243840"/>
                </a:lnTo>
                <a:lnTo>
                  <a:pt x="911352" y="243840"/>
                </a:lnTo>
                <a:lnTo>
                  <a:pt x="911352" y="254507"/>
                </a:lnTo>
                <a:close/>
              </a:path>
              <a:path w="1603375" h="497204">
                <a:moveTo>
                  <a:pt x="839724" y="254507"/>
                </a:moveTo>
                <a:lnTo>
                  <a:pt x="798576" y="254507"/>
                </a:lnTo>
                <a:lnTo>
                  <a:pt x="798576" y="243840"/>
                </a:lnTo>
                <a:lnTo>
                  <a:pt x="839724" y="243840"/>
                </a:lnTo>
                <a:lnTo>
                  <a:pt x="839724" y="254507"/>
                </a:lnTo>
                <a:close/>
              </a:path>
              <a:path w="1603375" h="497204">
                <a:moveTo>
                  <a:pt x="768096" y="254507"/>
                </a:moveTo>
                <a:lnTo>
                  <a:pt x="726948" y="254507"/>
                </a:lnTo>
                <a:lnTo>
                  <a:pt x="726948" y="243840"/>
                </a:lnTo>
                <a:lnTo>
                  <a:pt x="768096" y="243840"/>
                </a:lnTo>
                <a:lnTo>
                  <a:pt x="768096" y="254507"/>
                </a:lnTo>
                <a:close/>
              </a:path>
              <a:path w="1603375" h="497204">
                <a:moveTo>
                  <a:pt x="696468" y="254507"/>
                </a:moveTo>
                <a:lnTo>
                  <a:pt x="655320" y="254507"/>
                </a:lnTo>
                <a:lnTo>
                  <a:pt x="655320" y="243840"/>
                </a:lnTo>
                <a:lnTo>
                  <a:pt x="696468" y="243840"/>
                </a:lnTo>
                <a:lnTo>
                  <a:pt x="696468" y="254507"/>
                </a:lnTo>
                <a:close/>
              </a:path>
              <a:path w="1603375" h="497204">
                <a:moveTo>
                  <a:pt x="623316" y="254507"/>
                </a:moveTo>
                <a:lnTo>
                  <a:pt x="582168" y="254507"/>
                </a:lnTo>
                <a:lnTo>
                  <a:pt x="582168" y="243840"/>
                </a:lnTo>
                <a:lnTo>
                  <a:pt x="623316" y="243840"/>
                </a:lnTo>
                <a:lnTo>
                  <a:pt x="623316" y="254507"/>
                </a:lnTo>
                <a:close/>
              </a:path>
              <a:path w="1603375" h="497204">
                <a:moveTo>
                  <a:pt x="551688" y="254507"/>
                </a:moveTo>
                <a:lnTo>
                  <a:pt x="510540" y="254507"/>
                </a:lnTo>
                <a:lnTo>
                  <a:pt x="510540" y="243840"/>
                </a:lnTo>
                <a:lnTo>
                  <a:pt x="551688" y="243840"/>
                </a:lnTo>
                <a:lnTo>
                  <a:pt x="551688" y="254507"/>
                </a:lnTo>
                <a:close/>
              </a:path>
              <a:path w="1603375" h="497204">
                <a:moveTo>
                  <a:pt x="480060" y="254507"/>
                </a:moveTo>
                <a:lnTo>
                  <a:pt x="438912" y="254507"/>
                </a:lnTo>
                <a:lnTo>
                  <a:pt x="438912" y="243840"/>
                </a:lnTo>
                <a:lnTo>
                  <a:pt x="480060" y="243840"/>
                </a:lnTo>
                <a:lnTo>
                  <a:pt x="480060" y="254507"/>
                </a:lnTo>
                <a:close/>
              </a:path>
              <a:path w="1603375" h="497204">
                <a:moveTo>
                  <a:pt x="408432" y="254507"/>
                </a:moveTo>
                <a:lnTo>
                  <a:pt x="367284" y="254507"/>
                </a:lnTo>
                <a:lnTo>
                  <a:pt x="367284" y="243840"/>
                </a:lnTo>
                <a:lnTo>
                  <a:pt x="408432" y="243840"/>
                </a:lnTo>
                <a:lnTo>
                  <a:pt x="408432" y="254507"/>
                </a:lnTo>
                <a:close/>
              </a:path>
              <a:path w="1603375" h="497204">
                <a:moveTo>
                  <a:pt x="335280" y="254507"/>
                </a:moveTo>
                <a:lnTo>
                  <a:pt x="294132" y="254507"/>
                </a:lnTo>
                <a:lnTo>
                  <a:pt x="294132" y="243840"/>
                </a:lnTo>
                <a:lnTo>
                  <a:pt x="335280" y="243840"/>
                </a:lnTo>
                <a:lnTo>
                  <a:pt x="335280" y="254507"/>
                </a:lnTo>
                <a:close/>
              </a:path>
              <a:path w="1603375" h="497204">
                <a:moveTo>
                  <a:pt x="263652" y="254507"/>
                </a:moveTo>
                <a:lnTo>
                  <a:pt x="222504" y="254507"/>
                </a:lnTo>
                <a:lnTo>
                  <a:pt x="222504" y="243840"/>
                </a:lnTo>
                <a:lnTo>
                  <a:pt x="263652" y="243840"/>
                </a:lnTo>
                <a:lnTo>
                  <a:pt x="263652" y="254507"/>
                </a:lnTo>
                <a:close/>
              </a:path>
              <a:path w="1603375" h="497204">
                <a:moveTo>
                  <a:pt x="192024" y="254507"/>
                </a:moveTo>
                <a:lnTo>
                  <a:pt x="150876" y="254507"/>
                </a:lnTo>
                <a:lnTo>
                  <a:pt x="150876" y="243840"/>
                </a:lnTo>
                <a:lnTo>
                  <a:pt x="192024" y="243840"/>
                </a:lnTo>
                <a:lnTo>
                  <a:pt x="192024" y="254507"/>
                </a:lnTo>
                <a:close/>
              </a:path>
              <a:path w="1603375" h="497204">
                <a:moveTo>
                  <a:pt x="120396" y="254507"/>
                </a:moveTo>
                <a:lnTo>
                  <a:pt x="79248" y="254507"/>
                </a:lnTo>
                <a:lnTo>
                  <a:pt x="79248" y="243840"/>
                </a:lnTo>
                <a:lnTo>
                  <a:pt x="120396" y="243840"/>
                </a:lnTo>
                <a:lnTo>
                  <a:pt x="120396" y="254507"/>
                </a:lnTo>
                <a:close/>
              </a:path>
              <a:path w="1603375" h="497204">
                <a:moveTo>
                  <a:pt x="48768" y="254507"/>
                </a:moveTo>
                <a:lnTo>
                  <a:pt x="7620" y="254507"/>
                </a:lnTo>
                <a:lnTo>
                  <a:pt x="7620" y="243840"/>
                </a:lnTo>
                <a:lnTo>
                  <a:pt x="48768" y="243840"/>
                </a:lnTo>
                <a:lnTo>
                  <a:pt x="48768" y="254507"/>
                </a:lnTo>
                <a:close/>
              </a:path>
              <a:path w="1603375" h="497204">
                <a:moveTo>
                  <a:pt x="10668" y="320039"/>
                </a:moveTo>
                <a:lnTo>
                  <a:pt x="0" y="320039"/>
                </a:lnTo>
                <a:lnTo>
                  <a:pt x="0" y="278892"/>
                </a:lnTo>
                <a:lnTo>
                  <a:pt x="10668" y="278892"/>
                </a:lnTo>
                <a:lnTo>
                  <a:pt x="10668" y="320039"/>
                </a:lnTo>
                <a:close/>
              </a:path>
              <a:path w="1603375" h="497204">
                <a:moveTo>
                  <a:pt x="10668" y="391668"/>
                </a:moveTo>
                <a:lnTo>
                  <a:pt x="0" y="391668"/>
                </a:lnTo>
                <a:lnTo>
                  <a:pt x="0" y="350520"/>
                </a:lnTo>
                <a:lnTo>
                  <a:pt x="10668" y="350520"/>
                </a:lnTo>
                <a:lnTo>
                  <a:pt x="10668" y="391668"/>
                </a:lnTo>
                <a:close/>
              </a:path>
              <a:path w="1603375" h="497204">
                <a:moveTo>
                  <a:pt x="10668" y="463296"/>
                </a:moveTo>
                <a:lnTo>
                  <a:pt x="0" y="463296"/>
                </a:lnTo>
                <a:lnTo>
                  <a:pt x="0" y="422148"/>
                </a:lnTo>
                <a:lnTo>
                  <a:pt x="10668" y="422148"/>
                </a:lnTo>
                <a:lnTo>
                  <a:pt x="10668" y="463296"/>
                </a:lnTo>
                <a:close/>
              </a:path>
              <a:path w="1603375" h="497204">
                <a:moveTo>
                  <a:pt x="10668" y="496824"/>
                </a:moveTo>
                <a:lnTo>
                  <a:pt x="0" y="496824"/>
                </a:lnTo>
                <a:lnTo>
                  <a:pt x="0" y="493776"/>
                </a:lnTo>
                <a:lnTo>
                  <a:pt x="10668" y="493776"/>
                </a:lnTo>
                <a:lnTo>
                  <a:pt x="10668" y="496824"/>
                </a:lnTo>
                <a:close/>
              </a:path>
            </a:pathLst>
          </a:custGeom>
          <a:solidFill>
            <a:srgbClr val="162844"/>
          </a:solidFill>
        </p:spPr>
        <p:txBody>
          <a:bodyPr wrap="square" lIns="0" tIns="0" rIns="0" bIns="0" rtlCol="0"/>
          <a:lstStyle/>
          <a:p>
            <a:endParaRPr/>
          </a:p>
        </p:txBody>
      </p:sp>
      <p:sp>
        <p:nvSpPr>
          <p:cNvPr id="39" name="object 109">
            <a:extLst>
              <a:ext uri="{FF2B5EF4-FFF2-40B4-BE49-F238E27FC236}">
                <a16:creationId xmlns:a16="http://schemas.microsoft.com/office/drawing/2014/main" id="{9038C4B6-969C-4569-86D7-388FB2CB8A86}"/>
              </a:ext>
            </a:extLst>
          </p:cNvPr>
          <p:cNvSpPr/>
          <p:nvPr/>
        </p:nvSpPr>
        <p:spPr>
          <a:xfrm>
            <a:off x="4634991" y="3705028"/>
            <a:ext cx="1640205" cy="497205"/>
          </a:xfrm>
          <a:custGeom>
            <a:avLst/>
            <a:gdLst/>
            <a:ahLst/>
            <a:cxnLst/>
            <a:rect l="l" t="t" r="r" b="b"/>
            <a:pathLst>
              <a:path w="1640204" h="497204">
                <a:moveTo>
                  <a:pt x="10668" y="41148"/>
                </a:moveTo>
                <a:lnTo>
                  <a:pt x="0" y="41148"/>
                </a:lnTo>
                <a:lnTo>
                  <a:pt x="0" y="0"/>
                </a:lnTo>
                <a:lnTo>
                  <a:pt x="10668" y="0"/>
                </a:lnTo>
                <a:lnTo>
                  <a:pt x="10668" y="41148"/>
                </a:lnTo>
                <a:close/>
              </a:path>
              <a:path w="1640204" h="497204">
                <a:moveTo>
                  <a:pt x="10668" y="112776"/>
                </a:moveTo>
                <a:lnTo>
                  <a:pt x="0" y="112776"/>
                </a:lnTo>
                <a:lnTo>
                  <a:pt x="0" y="71628"/>
                </a:lnTo>
                <a:lnTo>
                  <a:pt x="10668" y="71628"/>
                </a:lnTo>
                <a:lnTo>
                  <a:pt x="10668" y="112776"/>
                </a:lnTo>
                <a:close/>
              </a:path>
              <a:path w="1640204" h="497204">
                <a:moveTo>
                  <a:pt x="10668" y="185928"/>
                </a:moveTo>
                <a:lnTo>
                  <a:pt x="0" y="185928"/>
                </a:lnTo>
                <a:lnTo>
                  <a:pt x="0" y="144780"/>
                </a:lnTo>
                <a:lnTo>
                  <a:pt x="10668" y="144780"/>
                </a:lnTo>
                <a:lnTo>
                  <a:pt x="10668" y="185928"/>
                </a:lnTo>
                <a:close/>
              </a:path>
              <a:path w="1640204" h="497204">
                <a:moveTo>
                  <a:pt x="13716" y="254507"/>
                </a:moveTo>
                <a:lnTo>
                  <a:pt x="3048" y="254507"/>
                </a:lnTo>
                <a:lnTo>
                  <a:pt x="0" y="251460"/>
                </a:lnTo>
                <a:lnTo>
                  <a:pt x="0" y="216407"/>
                </a:lnTo>
                <a:lnTo>
                  <a:pt x="10668" y="216407"/>
                </a:lnTo>
                <a:lnTo>
                  <a:pt x="10668" y="243840"/>
                </a:lnTo>
                <a:lnTo>
                  <a:pt x="4572" y="243840"/>
                </a:lnTo>
                <a:lnTo>
                  <a:pt x="10668" y="248412"/>
                </a:lnTo>
                <a:lnTo>
                  <a:pt x="13716" y="248412"/>
                </a:lnTo>
                <a:lnTo>
                  <a:pt x="13716" y="254507"/>
                </a:lnTo>
                <a:close/>
              </a:path>
              <a:path w="1640204" h="497204">
                <a:moveTo>
                  <a:pt x="10668" y="248412"/>
                </a:moveTo>
                <a:lnTo>
                  <a:pt x="4572" y="243840"/>
                </a:lnTo>
                <a:lnTo>
                  <a:pt x="10668" y="243840"/>
                </a:lnTo>
                <a:lnTo>
                  <a:pt x="10668" y="248412"/>
                </a:lnTo>
                <a:close/>
              </a:path>
              <a:path w="1640204" h="497204">
                <a:moveTo>
                  <a:pt x="13716" y="248412"/>
                </a:moveTo>
                <a:lnTo>
                  <a:pt x="10668" y="248412"/>
                </a:lnTo>
                <a:lnTo>
                  <a:pt x="10668" y="243840"/>
                </a:lnTo>
                <a:lnTo>
                  <a:pt x="13716" y="243840"/>
                </a:lnTo>
                <a:lnTo>
                  <a:pt x="13716" y="248412"/>
                </a:lnTo>
                <a:close/>
              </a:path>
              <a:path w="1640204" h="497204">
                <a:moveTo>
                  <a:pt x="85344" y="254507"/>
                </a:moveTo>
                <a:lnTo>
                  <a:pt x="44196" y="254507"/>
                </a:lnTo>
                <a:lnTo>
                  <a:pt x="44196" y="243840"/>
                </a:lnTo>
                <a:lnTo>
                  <a:pt x="85344" y="243840"/>
                </a:lnTo>
                <a:lnTo>
                  <a:pt x="85344" y="254507"/>
                </a:lnTo>
                <a:close/>
              </a:path>
              <a:path w="1640204" h="497204">
                <a:moveTo>
                  <a:pt x="156972" y="254507"/>
                </a:moveTo>
                <a:lnTo>
                  <a:pt x="115824" y="254507"/>
                </a:lnTo>
                <a:lnTo>
                  <a:pt x="115824" y="243840"/>
                </a:lnTo>
                <a:lnTo>
                  <a:pt x="156972" y="243840"/>
                </a:lnTo>
                <a:lnTo>
                  <a:pt x="156972" y="254507"/>
                </a:lnTo>
                <a:close/>
              </a:path>
              <a:path w="1640204" h="497204">
                <a:moveTo>
                  <a:pt x="230124" y="254507"/>
                </a:moveTo>
                <a:lnTo>
                  <a:pt x="188976" y="254507"/>
                </a:lnTo>
                <a:lnTo>
                  <a:pt x="188976" y="243840"/>
                </a:lnTo>
                <a:lnTo>
                  <a:pt x="230124" y="243840"/>
                </a:lnTo>
                <a:lnTo>
                  <a:pt x="230124" y="254507"/>
                </a:lnTo>
                <a:close/>
              </a:path>
              <a:path w="1640204" h="497204">
                <a:moveTo>
                  <a:pt x="301752" y="254507"/>
                </a:moveTo>
                <a:lnTo>
                  <a:pt x="260604" y="254507"/>
                </a:lnTo>
                <a:lnTo>
                  <a:pt x="260604" y="243840"/>
                </a:lnTo>
                <a:lnTo>
                  <a:pt x="301752" y="243840"/>
                </a:lnTo>
                <a:lnTo>
                  <a:pt x="301752" y="254507"/>
                </a:lnTo>
                <a:close/>
              </a:path>
              <a:path w="1640204" h="497204">
                <a:moveTo>
                  <a:pt x="373380" y="254507"/>
                </a:moveTo>
                <a:lnTo>
                  <a:pt x="332232" y="254507"/>
                </a:lnTo>
                <a:lnTo>
                  <a:pt x="332232" y="243840"/>
                </a:lnTo>
                <a:lnTo>
                  <a:pt x="373380" y="243840"/>
                </a:lnTo>
                <a:lnTo>
                  <a:pt x="373380" y="254507"/>
                </a:lnTo>
                <a:close/>
              </a:path>
              <a:path w="1640204" h="497204">
                <a:moveTo>
                  <a:pt x="445008" y="254507"/>
                </a:moveTo>
                <a:lnTo>
                  <a:pt x="403860" y="254507"/>
                </a:lnTo>
                <a:lnTo>
                  <a:pt x="403860" y="243840"/>
                </a:lnTo>
                <a:lnTo>
                  <a:pt x="445008" y="243840"/>
                </a:lnTo>
                <a:lnTo>
                  <a:pt x="445008" y="254507"/>
                </a:lnTo>
                <a:close/>
              </a:path>
              <a:path w="1640204" h="497204">
                <a:moveTo>
                  <a:pt x="518160" y="254507"/>
                </a:moveTo>
                <a:lnTo>
                  <a:pt x="477012" y="254507"/>
                </a:lnTo>
                <a:lnTo>
                  <a:pt x="477012" y="243840"/>
                </a:lnTo>
                <a:lnTo>
                  <a:pt x="518160" y="243840"/>
                </a:lnTo>
                <a:lnTo>
                  <a:pt x="518160" y="254507"/>
                </a:lnTo>
                <a:close/>
              </a:path>
              <a:path w="1640204" h="497204">
                <a:moveTo>
                  <a:pt x="589787" y="254507"/>
                </a:moveTo>
                <a:lnTo>
                  <a:pt x="548639" y="254507"/>
                </a:lnTo>
                <a:lnTo>
                  <a:pt x="548639" y="243840"/>
                </a:lnTo>
                <a:lnTo>
                  <a:pt x="589787" y="243840"/>
                </a:lnTo>
                <a:lnTo>
                  <a:pt x="589787" y="254507"/>
                </a:lnTo>
                <a:close/>
              </a:path>
              <a:path w="1640204" h="497204">
                <a:moveTo>
                  <a:pt x="661416" y="254507"/>
                </a:moveTo>
                <a:lnTo>
                  <a:pt x="620268" y="254507"/>
                </a:lnTo>
                <a:lnTo>
                  <a:pt x="620268" y="243840"/>
                </a:lnTo>
                <a:lnTo>
                  <a:pt x="661416" y="243840"/>
                </a:lnTo>
                <a:lnTo>
                  <a:pt x="661416" y="254507"/>
                </a:lnTo>
                <a:close/>
              </a:path>
              <a:path w="1640204" h="497204">
                <a:moveTo>
                  <a:pt x="733044" y="254507"/>
                </a:moveTo>
                <a:lnTo>
                  <a:pt x="691896" y="254507"/>
                </a:lnTo>
                <a:lnTo>
                  <a:pt x="691896" y="243840"/>
                </a:lnTo>
                <a:lnTo>
                  <a:pt x="733044" y="243840"/>
                </a:lnTo>
                <a:lnTo>
                  <a:pt x="733044" y="254507"/>
                </a:lnTo>
                <a:close/>
              </a:path>
              <a:path w="1640204" h="497204">
                <a:moveTo>
                  <a:pt x="804672" y="254507"/>
                </a:moveTo>
                <a:lnTo>
                  <a:pt x="763524" y="254507"/>
                </a:lnTo>
                <a:lnTo>
                  <a:pt x="763524" y="243840"/>
                </a:lnTo>
                <a:lnTo>
                  <a:pt x="804672" y="243840"/>
                </a:lnTo>
                <a:lnTo>
                  <a:pt x="804672" y="254507"/>
                </a:lnTo>
                <a:close/>
              </a:path>
              <a:path w="1640204" h="497204">
                <a:moveTo>
                  <a:pt x="877824" y="254507"/>
                </a:moveTo>
                <a:lnTo>
                  <a:pt x="836675" y="254507"/>
                </a:lnTo>
                <a:lnTo>
                  <a:pt x="836675" y="243840"/>
                </a:lnTo>
                <a:lnTo>
                  <a:pt x="877824" y="243840"/>
                </a:lnTo>
                <a:lnTo>
                  <a:pt x="877824" y="254507"/>
                </a:lnTo>
                <a:close/>
              </a:path>
              <a:path w="1640204" h="497204">
                <a:moveTo>
                  <a:pt x="949452" y="254507"/>
                </a:moveTo>
                <a:lnTo>
                  <a:pt x="908304" y="254507"/>
                </a:lnTo>
                <a:lnTo>
                  <a:pt x="908304" y="243840"/>
                </a:lnTo>
                <a:lnTo>
                  <a:pt x="949452" y="243840"/>
                </a:lnTo>
                <a:lnTo>
                  <a:pt x="949452" y="254507"/>
                </a:lnTo>
                <a:close/>
              </a:path>
              <a:path w="1640204" h="497204">
                <a:moveTo>
                  <a:pt x="1021080" y="254507"/>
                </a:moveTo>
                <a:lnTo>
                  <a:pt x="979932" y="254507"/>
                </a:lnTo>
                <a:lnTo>
                  <a:pt x="979932" y="243840"/>
                </a:lnTo>
                <a:lnTo>
                  <a:pt x="1021080" y="243840"/>
                </a:lnTo>
                <a:lnTo>
                  <a:pt x="1021080" y="254507"/>
                </a:lnTo>
                <a:close/>
              </a:path>
              <a:path w="1640204" h="497204">
                <a:moveTo>
                  <a:pt x="1092708" y="254507"/>
                </a:moveTo>
                <a:lnTo>
                  <a:pt x="1051560" y="254507"/>
                </a:lnTo>
                <a:lnTo>
                  <a:pt x="1051560" y="243840"/>
                </a:lnTo>
                <a:lnTo>
                  <a:pt x="1092708" y="243840"/>
                </a:lnTo>
                <a:lnTo>
                  <a:pt x="1092708" y="254507"/>
                </a:lnTo>
                <a:close/>
              </a:path>
              <a:path w="1640204" h="497204">
                <a:moveTo>
                  <a:pt x="1165860" y="254507"/>
                </a:moveTo>
                <a:lnTo>
                  <a:pt x="1124712" y="254507"/>
                </a:lnTo>
                <a:lnTo>
                  <a:pt x="1124712" y="243840"/>
                </a:lnTo>
                <a:lnTo>
                  <a:pt x="1165860" y="243840"/>
                </a:lnTo>
                <a:lnTo>
                  <a:pt x="1165860" y="254507"/>
                </a:lnTo>
                <a:close/>
              </a:path>
              <a:path w="1640204" h="497204">
                <a:moveTo>
                  <a:pt x="1237488" y="254507"/>
                </a:moveTo>
                <a:lnTo>
                  <a:pt x="1196340" y="254507"/>
                </a:lnTo>
                <a:lnTo>
                  <a:pt x="1196340" y="243840"/>
                </a:lnTo>
                <a:lnTo>
                  <a:pt x="1237488" y="243840"/>
                </a:lnTo>
                <a:lnTo>
                  <a:pt x="1237488" y="254507"/>
                </a:lnTo>
                <a:close/>
              </a:path>
              <a:path w="1640204" h="497204">
                <a:moveTo>
                  <a:pt x="1309116" y="254507"/>
                </a:moveTo>
                <a:lnTo>
                  <a:pt x="1267967" y="254507"/>
                </a:lnTo>
                <a:lnTo>
                  <a:pt x="1267967" y="243840"/>
                </a:lnTo>
                <a:lnTo>
                  <a:pt x="1309116" y="243840"/>
                </a:lnTo>
                <a:lnTo>
                  <a:pt x="1309116" y="254507"/>
                </a:lnTo>
                <a:close/>
              </a:path>
              <a:path w="1640204" h="497204">
                <a:moveTo>
                  <a:pt x="1380744" y="254507"/>
                </a:moveTo>
                <a:lnTo>
                  <a:pt x="1339596" y="254507"/>
                </a:lnTo>
                <a:lnTo>
                  <a:pt x="1339596" y="243840"/>
                </a:lnTo>
                <a:lnTo>
                  <a:pt x="1380744" y="243840"/>
                </a:lnTo>
                <a:lnTo>
                  <a:pt x="1380744" y="254507"/>
                </a:lnTo>
                <a:close/>
              </a:path>
              <a:path w="1640204" h="497204">
                <a:moveTo>
                  <a:pt x="1452372" y="254507"/>
                </a:moveTo>
                <a:lnTo>
                  <a:pt x="1411224" y="254507"/>
                </a:lnTo>
                <a:lnTo>
                  <a:pt x="1411224" y="243840"/>
                </a:lnTo>
                <a:lnTo>
                  <a:pt x="1452372" y="243840"/>
                </a:lnTo>
                <a:lnTo>
                  <a:pt x="1452372" y="254507"/>
                </a:lnTo>
                <a:close/>
              </a:path>
              <a:path w="1640204" h="497204">
                <a:moveTo>
                  <a:pt x="1525524" y="254507"/>
                </a:moveTo>
                <a:lnTo>
                  <a:pt x="1484376" y="254507"/>
                </a:lnTo>
                <a:lnTo>
                  <a:pt x="1484376" y="243840"/>
                </a:lnTo>
                <a:lnTo>
                  <a:pt x="1525524" y="243840"/>
                </a:lnTo>
                <a:lnTo>
                  <a:pt x="1525524" y="254507"/>
                </a:lnTo>
                <a:close/>
              </a:path>
              <a:path w="1640204" h="497204">
                <a:moveTo>
                  <a:pt x="1597151" y="254507"/>
                </a:moveTo>
                <a:lnTo>
                  <a:pt x="1556004" y="254507"/>
                </a:lnTo>
                <a:lnTo>
                  <a:pt x="1556004" y="243840"/>
                </a:lnTo>
                <a:lnTo>
                  <a:pt x="1597151" y="243840"/>
                </a:lnTo>
                <a:lnTo>
                  <a:pt x="1597151" y="254507"/>
                </a:lnTo>
                <a:close/>
              </a:path>
              <a:path w="1640204" h="497204">
                <a:moveTo>
                  <a:pt x="1603248" y="320039"/>
                </a:moveTo>
                <a:lnTo>
                  <a:pt x="1592580" y="320039"/>
                </a:lnTo>
                <a:lnTo>
                  <a:pt x="1592580" y="278892"/>
                </a:lnTo>
                <a:lnTo>
                  <a:pt x="1603248" y="278892"/>
                </a:lnTo>
                <a:lnTo>
                  <a:pt x="1603248" y="320039"/>
                </a:lnTo>
                <a:close/>
              </a:path>
              <a:path w="1640204" h="497204">
                <a:moveTo>
                  <a:pt x="1603248" y="391668"/>
                </a:moveTo>
                <a:lnTo>
                  <a:pt x="1592580" y="391668"/>
                </a:lnTo>
                <a:lnTo>
                  <a:pt x="1592580" y="350520"/>
                </a:lnTo>
                <a:lnTo>
                  <a:pt x="1603248" y="350520"/>
                </a:lnTo>
                <a:lnTo>
                  <a:pt x="1603248" y="391668"/>
                </a:lnTo>
                <a:close/>
              </a:path>
              <a:path w="1640204" h="497204">
                <a:moveTo>
                  <a:pt x="1598676" y="496824"/>
                </a:moveTo>
                <a:lnTo>
                  <a:pt x="1557528" y="414528"/>
                </a:lnTo>
                <a:lnTo>
                  <a:pt x="1639824" y="414528"/>
                </a:lnTo>
                <a:lnTo>
                  <a:pt x="1636014" y="422148"/>
                </a:lnTo>
                <a:lnTo>
                  <a:pt x="1592580" y="422148"/>
                </a:lnTo>
                <a:lnTo>
                  <a:pt x="1592580" y="428244"/>
                </a:lnTo>
                <a:lnTo>
                  <a:pt x="1632966" y="428244"/>
                </a:lnTo>
                <a:lnTo>
                  <a:pt x="1598676" y="496824"/>
                </a:lnTo>
                <a:close/>
              </a:path>
              <a:path w="1640204" h="497204">
                <a:moveTo>
                  <a:pt x="1603248" y="428244"/>
                </a:moveTo>
                <a:lnTo>
                  <a:pt x="1592580" y="428244"/>
                </a:lnTo>
                <a:lnTo>
                  <a:pt x="1592580" y="422148"/>
                </a:lnTo>
                <a:lnTo>
                  <a:pt x="1603248" y="422148"/>
                </a:lnTo>
                <a:lnTo>
                  <a:pt x="1603248" y="428244"/>
                </a:lnTo>
                <a:close/>
              </a:path>
              <a:path w="1640204" h="497204">
                <a:moveTo>
                  <a:pt x="1632966" y="428244"/>
                </a:moveTo>
                <a:lnTo>
                  <a:pt x="1603248" y="428244"/>
                </a:lnTo>
                <a:lnTo>
                  <a:pt x="1603248" y="422148"/>
                </a:lnTo>
                <a:lnTo>
                  <a:pt x="1636014" y="422148"/>
                </a:lnTo>
                <a:lnTo>
                  <a:pt x="1632966" y="428244"/>
                </a:lnTo>
                <a:close/>
              </a:path>
            </a:pathLst>
          </a:custGeom>
          <a:solidFill>
            <a:srgbClr val="162844"/>
          </a:solidFill>
        </p:spPr>
        <p:txBody>
          <a:bodyPr wrap="square" lIns="0" tIns="0" rIns="0" bIns="0" rtlCol="0"/>
          <a:lstStyle/>
          <a:p>
            <a:endParaRPr/>
          </a:p>
        </p:txBody>
      </p:sp>
      <p:sp>
        <p:nvSpPr>
          <p:cNvPr id="40" name="object 102">
            <a:extLst>
              <a:ext uri="{FF2B5EF4-FFF2-40B4-BE49-F238E27FC236}">
                <a16:creationId xmlns:a16="http://schemas.microsoft.com/office/drawing/2014/main" id="{9959EEF3-7F92-447E-AB50-7FAA37C91FEB}"/>
              </a:ext>
            </a:extLst>
          </p:cNvPr>
          <p:cNvSpPr/>
          <p:nvPr/>
        </p:nvSpPr>
        <p:spPr>
          <a:xfrm>
            <a:off x="3871403" y="3209749"/>
            <a:ext cx="1527175" cy="459105"/>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200" b="1" spc="15">
                <a:solidFill>
                  <a:srgbClr val="FFFFFF"/>
                </a:solidFill>
                <a:latin typeface="Calibri"/>
                <a:cs typeface="Calibri"/>
              </a:rPr>
              <a:t>Max Mustermann</a:t>
            </a:r>
          </a:p>
        </p:txBody>
      </p:sp>
      <p:sp>
        <p:nvSpPr>
          <p:cNvPr id="41" name="object 102">
            <a:extLst>
              <a:ext uri="{FF2B5EF4-FFF2-40B4-BE49-F238E27FC236}">
                <a16:creationId xmlns:a16="http://schemas.microsoft.com/office/drawing/2014/main" id="{A4EB03A9-BCA5-4909-98CF-0139F48ADE0A}"/>
              </a:ext>
            </a:extLst>
          </p:cNvPr>
          <p:cNvSpPr/>
          <p:nvPr/>
        </p:nvSpPr>
        <p:spPr>
          <a:xfrm>
            <a:off x="5469381" y="3209750"/>
            <a:ext cx="1527175" cy="459105"/>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200" b="1" spc="15">
                <a:solidFill>
                  <a:srgbClr val="FFFFFF"/>
                </a:solidFill>
                <a:latin typeface="Calibri"/>
                <a:cs typeface="Calibri"/>
              </a:rPr>
              <a:t>Dr. Claudius Müller</a:t>
            </a:r>
          </a:p>
        </p:txBody>
      </p:sp>
      <p:sp>
        <p:nvSpPr>
          <p:cNvPr id="42" name="object 102">
            <a:extLst>
              <a:ext uri="{FF2B5EF4-FFF2-40B4-BE49-F238E27FC236}">
                <a16:creationId xmlns:a16="http://schemas.microsoft.com/office/drawing/2014/main" id="{B17C7946-8439-4587-A419-B41C5EA59D82}"/>
              </a:ext>
            </a:extLst>
          </p:cNvPr>
          <p:cNvSpPr/>
          <p:nvPr/>
        </p:nvSpPr>
        <p:spPr>
          <a:xfrm>
            <a:off x="7067359" y="3209748"/>
            <a:ext cx="1527175" cy="459105"/>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200" b="1" spc="15">
                <a:solidFill>
                  <a:srgbClr val="FFFFFF"/>
                </a:solidFill>
                <a:latin typeface="Calibri"/>
                <a:cs typeface="Calibri"/>
              </a:rPr>
              <a:t>Cem Yildiz</a:t>
            </a:r>
          </a:p>
        </p:txBody>
      </p:sp>
      <p:sp>
        <p:nvSpPr>
          <p:cNvPr id="43" name="object 102">
            <a:extLst>
              <a:ext uri="{FF2B5EF4-FFF2-40B4-BE49-F238E27FC236}">
                <a16:creationId xmlns:a16="http://schemas.microsoft.com/office/drawing/2014/main" id="{8A225BCA-C166-4B15-AD15-3DCF95B15635}"/>
              </a:ext>
            </a:extLst>
          </p:cNvPr>
          <p:cNvSpPr/>
          <p:nvPr/>
        </p:nvSpPr>
        <p:spPr>
          <a:xfrm>
            <a:off x="5296968" y="4241370"/>
            <a:ext cx="1872000" cy="459105"/>
          </a:xfrm>
          <a:custGeom>
            <a:avLst/>
            <a:gdLst/>
            <a:ahLst/>
            <a:cxnLst/>
            <a:rect l="l" t="t" r="r" b="b"/>
            <a:pathLst>
              <a:path w="1527175" h="459104">
                <a:moveTo>
                  <a:pt x="0" y="0"/>
                </a:moveTo>
                <a:lnTo>
                  <a:pt x="1527048" y="0"/>
                </a:lnTo>
                <a:lnTo>
                  <a:pt x="1527048" y="458724"/>
                </a:lnTo>
                <a:lnTo>
                  <a:pt x="0" y="458724"/>
                </a:lnTo>
                <a:lnTo>
                  <a:pt x="0" y="0"/>
                </a:lnTo>
                <a:close/>
              </a:path>
            </a:pathLst>
          </a:custGeom>
          <a:solidFill>
            <a:srgbClr val="0092CF"/>
          </a:solidFill>
        </p:spPr>
        <p:txBody>
          <a:bodyPr wrap="square" lIns="0" tIns="0" rIns="0" bIns="0" rtlCol="0" anchor="ctr"/>
          <a:lstStyle/>
          <a:p>
            <a:pPr algn="ctr"/>
            <a:r>
              <a:rPr lang="de-DE" sz="1200" b="1" spc="15">
                <a:solidFill>
                  <a:srgbClr val="FFFFFF"/>
                </a:solidFill>
                <a:latin typeface="Calibri"/>
                <a:cs typeface="Calibri"/>
              </a:rPr>
              <a:t>Deliverit Logistics GmbH</a:t>
            </a:r>
          </a:p>
        </p:txBody>
      </p:sp>
      <p:sp>
        <p:nvSpPr>
          <p:cNvPr id="44" name="object 101">
            <a:extLst>
              <a:ext uri="{FF2B5EF4-FFF2-40B4-BE49-F238E27FC236}">
                <a16:creationId xmlns:a16="http://schemas.microsoft.com/office/drawing/2014/main" id="{83E95059-6F64-4511-A947-CB333193AFDB}"/>
              </a:ext>
            </a:extLst>
          </p:cNvPr>
          <p:cNvSpPr txBox="1"/>
          <p:nvPr/>
        </p:nvSpPr>
        <p:spPr>
          <a:xfrm>
            <a:off x="5774463" y="3708646"/>
            <a:ext cx="400685" cy="194284"/>
          </a:xfrm>
          <a:prstGeom prst="rect">
            <a:avLst/>
          </a:prstGeom>
        </p:spPr>
        <p:txBody>
          <a:bodyPr vert="horz" wrap="square" lIns="0" tIns="17145" rIns="0" bIns="0" rtlCol="0">
            <a:spAutoFit/>
          </a:bodyPr>
          <a:lstStyle/>
          <a:p>
            <a:pPr marL="12700">
              <a:lnSpc>
                <a:spcPct val="100000"/>
              </a:lnSpc>
              <a:spcBef>
                <a:spcPts val="135"/>
              </a:spcBef>
            </a:pPr>
            <a:r>
              <a:rPr lang="de-DE" sz="1150" spc="5">
                <a:latin typeface="Calibri"/>
                <a:cs typeface="Calibri"/>
              </a:rPr>
              <a:t>2,5</a:t>
            </a:r>
            <a:r>
              <a:rPr sz="1150" spc="20">
                <a:latin typeface="Calibri"/>
                <a:cs typeface="Calibri"/>
              </a:rPr>
              <a:t>%</a:t>
            </a:r>
            <a:endParaRPr sz="1150">
              <a:latin typeface="Calibri"/>
              <a:cs typeface="Calibri"/>
            </a:endParaRPr>
          </a:p>
        </p:txBody>
      </p:sp>
      <p:sp>
        <p:nvSpPr>
          <p:cNvPr id="45" name="object 101">
            <a:extLst>
              <a:ext uri="{FF2B5EF4-FFF2-40B4-BE49-F238E27FC236}">
                <a16:creationId xmlns:a16="http://schemas.microsoft.com/office/drawing/2014/main" id="{FCE6EA61-C84E-4783-A261-7CF987F4CE6A}"/>
              </a:ext>
            </a:extLst>
          </p:cNvPr>
          <p:cNvSpPr txBox="1"/>
          <p:nvPr/>
        </p:nvSpPr>
        <p:spPr>
          <a:xfrm>
            <a:off x="7414668" y="3706802"/>
            <a:ext cx="400685" cy="194284"/>
          </a:xfrm>
          <a:prstGeom prst="rect">
            <a:avLst/>
          </a:prstGeom>
        </p:spPr>
        <p:txBody>
          <a:bodyPr vert="horz" wrap="square" lIns="0" tIns="17145" rIns="0" bIns="0" rtlCol="0">
            <a:spAutoFit/>
          </a:bodyPr>
          <a:lstStyle/>
          <a:p>
            <a:pPr marL="12700">
              <a:lnSpc>
                <a:spcPct val="100000"/>
              </a:lnSpc>
              <a:spcBef>
                <a:spcPts val="135"/>
              </a:spcBef>
            </a:pPr>
            <a:r>
              <a:rPr lang="de-DE" sz="1150" spc="5">
                <a:latin typeface="Calibri"/>
                <a:cs typeface="Calibri"/>
              </a:rPr>
              <a:t>1,2</a:t>
            </a:r>
            <a:r>
              <a:rPr sz="1150" spc="20">
                <a:latin typeface="Calibri"/>
                <a:cs typeface="Calibri"/>
              </a:rPr>
              <a:t>%</a:t>
            </a:r>
            <a:endParaRPr sz="1150">
              <a:latin typeface="Calibri"/>
              <a:cs typeface="Calibri"/>
            </a:endParaRPr>
          </a:p>
        </p:txBody>
      </p:sp>
      <p:cxnSp>
        <p:nvCxnSpPr>
          <p:cNvPr id="13" name="Gerader Verbinder 12">
            <a:extLst>
              <a:ext uri="{FF2B5EF4-FFF2-40B4-BE49-F238E27FC236}">
                <a16:creationId xmlns:a16="http://schemas.microsoft.com/office/drawing/2014/main" id="{7CFFA58D-1B53-44FE-9116-5983740A5BAE}"/>
              </a:ext>
            </a:extLst>
          </p:cNvPr>
          <p:cNvCxnSpPr>
            <a:cxnSpLocks/>
          </p:cNvCxnSpPr>
          <p:nvPr/>
        </p:nvCxnSpPr>
        <p:spPr>
          <a:xfrm>
            <a:off x="2224768" y="1878706"/>
            <a:ext cx="792888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7" name="Textfeld 19">
            <a:extLst>
              <a:ext uri="{FF2B5EF4-FFF2-40B4-BE49-F238E27FC236}">
                <a16:creationId xmlns:a16="http://schemas.microsoft.com/office/drawing/2014/main" id="{25363DA1-2F2A-4560-B606-7860DD820FEF}"/>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Foliennummernplatzhalter 3">
            <a:extLst>
              <a:ext uri="{FF2B5EF4-FFF2-40B4-BE49-F238E27FC236}">
                <a16:creationId xmlns:a16="http://schemas.microsoft.com/office/drawing/2014/main" id="{A33E3C10-5A43-4A51-8BAF-E7490925F03F}"/>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14</a:t>
            </a:fld>
            <a:endParaRPr lang="de-DE"/>
          </a:p>
        </p:txBody>
      </p:sp>
      <p:sp>
        <p:nvSpPr>
          <p:cNvPr id="28" name="Textfeld 27">
            <a:extLst>
              <a:ext uri="{FF2B5EF4-FFF2-40B4-BE49-F238E27FC236}">
                <a16:creationId xmlns:a16="http://schemas.microsoft.com/office/drawing/2014/main" id="{525C370D-326A-40FE-86A0-02926BD005A4}"/>
              </a:ext>
            </a:extLst>
          </p:cNvPr>
          <p:cNvSpPr txBox="1"/>
          <p:nvPr/>
        </p:nvSpPr>
        <p:spPr>
          <a:xfrm>
            <a:off x="2176930" y="1978987"/>
            <a:ext cx="7838139" cy="995144"/>
          </a:xfrm>
          <a:prstGeom prst="rect">
            <a:avLst/>
          </a:prstGeom>
          <a:noFill/>
        </p:spPr>
        <p:txBody>
          <a:bodyPr wrap="square">
            <a:spAutoFit/>
          </a:bodyPr>
          <a:lstStyle/>
          <a:p>
            <a:pPr marL="99060" algn="just">
              <a:lnSpc>
                <a:spcPct val="100000"/>
              </a:lnSpc>
              <a:spcBef>
                <a:spcPts val="215"/>
              </a:spcBef>
            </a:pPr>
            <a:r>
              <a:rPr lang="de-DE" sz="1200" spc="15">
                <a:latin typeface="Calibri"/>
                <a:cs typeface="Calibri"/>
              </a:rPr>
              <a:t>Mit dem Verkauf  der Deliverit Logistics GmbH werden zwei Hauptziele verfolgt </a:t>
            </a:r>
            <a:r>
              <a:rPr lang="de-DE" sz="1200" spc="10">
                <a:latin typeface="Calibri"/>
                <a:cs typeface="Calibri"/>
              </a:rPr>
              <a:t>:</a:t>
            </a:r>
            <a:endParaRPr lang="de-DE" sz="1200">
              <a:latin typeface="Calibri"/>
              <a:cs typeface="Calibri"/>
            </a:endParaRPr>
          </a:p>
          <a:p>
            <a:pPr marL="99060" marR="311150" algn="just">
              <a:lnSpc>
                <a:spcPts val="1430"/>
              </a:lnSpc>
              <a:spcBef>
                <a:spcPts val="45"/>
              </a:spcBef>
            </a:pPr>
            <a:r>
              <a:rPr lang="de-DE" sz="1200" spc="10">
                <a:latin typeface="Calibri"/>
                <a:cs typeface="Calibri"/>
              </a:rPr>
              <a:t>Herr Mustermann möchte sich von seinen Anteilen trennen, um eine solide Nachfolge und Eigentümerschaft zu sichern und den ehrgeizigen Wachstumsplan auf dem europäischen und internationalen Markt voranzutreiben. </a:t>
            </a:r>
          </a:p>
          <a:p>
            <a:pPr marL="99060" marR="311150" algn="just">
              <a:lnSpc>
                <a:spcPts val="1430"/>
              </a:lnSpc>
              <a:spcBef>
                <a:spcPts val="45"/>
              </a:spcBef>
            </a:pPr>
            <a:r>
              <a:rPr lang="de-DE" sz="1200" spc="10">
                <a:latin typeface="Calibri"/>
                <a:cs typeface="Calibri"/>
              </a:rPr>
              <a:t>Die Unterstützung durch einen erfahrenen Investor würde es dem Unternehmen ermöglichen, seine Wachstumsziele schneller zu erreichen, sowohl organisch als auch durch mögliche Zusatzakquisitionen.</a:t>
            </a:r>
          </a:p>
        </p:txBody>
      </p:sp>
      <p:sp>
        <p:nvSpPr>
          <p:cNvPr id="30" name="Textfeld 29">
            <a:extLst>
              <a:ext uri="{FF2B5EF4-FFF2-40B4-BE49-F238E27FC236}">
                <a16:creationId xmlns:a16="http://schemas.microsoft.com/office/drawing/2014/main" id="{CC5FFDB9-7FED-49D6-A3EB-B99CE7CA1DD9}"/>
              </a:ext>
            </a:extLst>
          </p:cNvPr>
          <p:cNvSpPr txBox="1"/>
          <p:nvPr/>
        </p:nvSpPr>
        <p:spPr>
          <a:xfrm>
            <a:off x="2162628" y="4870055"/>
            <a:ext cx="8512991" cy="718145"/>
          </a:xfrm>
          <a:prstGeom prst="rect">
            <a:avLst/>
          </a:prstGeom>
          <a:noFill/>
        </p:spPr>
        <p:txBody>
          <a:bodyPr wrap="square">
            <a:spAutoFit/>
          </a:bodyPr>
          <a:lstStyle/>
          <a:p>
            <a:pPr marL="99060" algn="just">
              <a:lnSpc>
                <a:spcPct val="100000"/>
              </a:lnSpc>
              <a:spcBef>
                <a:spcPts val="360"/>
              </a:spcBef>
            </a:pPr>
            <a:r>
              <a:rPr lang="de-DE" sz="1200" b="1" spc="10">
                <a:latin typeface="Calibri"/>
                <a:cs typeface="Calibri"/>
              </a:rPr>
              <a:t>Rolle der Geschäftsführung</a:t>
            </a:r>
          </a:p>
          <a:p>
            <a:pPr marL="99060" algn="just">
              <a:lnSpc>
                <a:spcPct val="100000"/>
              </a:lnSpc>
              <a:spcBef>
                <a:spcPts val="360"/>
              </a:spcBef>
            </a:pPr>
            <a:endParaRPr lang="de-DE" sz="100">
              <a:latin typeface="Calibri"/>
              <a:cs typeface="Calibri"/>
            </a:endParaRPr>
          </a:p>
          <a:p>
            <a:pPr marL="99060" marR="647065" algn="just" defTabSz="941388">
              <a:lnSpc>
                <a:spcPts val="1430"/>
              </a:lnSpc>
              <a:spcBef>
                <a:spcPts val="45"/>
              </a:spcBef>
            </a:pPr>
            <a:r>
              <a:rPr lang="de-DE" sz="1200" spc="15">
                <a:latin typeface="Calibri"/>
                <a:cs typeface="Calibri"/>
              </a:rPr>
              <a:t>Der Gründer und derzeitige geschäftsführende Gesellschafter von der Deliverit Logistics GmbH, Max Mustermann,  wird dem Unternehmen weiterhin als Berater und mittelfristig als (Co-) Geschäftsführer zur Verfügung stehen.</a:t>
            </a:r>
          </a:p>
        </p:txBody>
      </p:sp>
      <p:sp>
        <p:nvSpPr>
          <p:cNvPr id="31" name="object 14">
            <a:extLst>
              <a:ext uri="{FF2B5EF4-FFF2-40B4-BE49-F238E27FC236}">
                <a16:creationId xmlns:a16="http://schemas.microsoft.com/office/drawing/2014/main" id="{C46D3C46-CCE0-46BA-85FC-C632675C62A3}"/>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248920" indent="-171450" algn="l">
              <a:buFont typeface="Arial" panose="020B0604020202020204" pitchFamily="34" charset="0"/>
              <a:buChar char="•"/>
              <a:tabLst>
                <a:tab pos="1882775" algn="l"/>
              </a:tabLst>
            </a:pPr>
            <a:r>
              <a:rPr lang="de-DE" sz="1200" b="1">
                <a:solidFill>
                  <a:schemeClr val="bg1"/>
                </a:solidFill>
              </a:rPr>
              <a:t>Zum Verkauf </a:t>
            </a:r>
            <a:r>
              <a:rPr lang="de-DE" sz="1200" b="0">
                <a:solidFill>
                  <a:schemeClr val="bg1"/>
                </a:solidFill>
              </a:rPr>
              <a:t>stehen </a:t>
            </a:r>
            <a:r>
              <a:rPr lang="de-DE" sz="1200" b="1">
                <a:solidFill>
                  <a:schemeClr val="bg1"/>
                </a:solidFill>
              </a:rPr>
              <a:t>bis zu 100%</a:t>
            </a:r>
            <a:r>
              <a:rPr lang="de-DE" sz="1200" b="0">
                <a:solidFill>
                  <a:schemeClr val="bg1"/>
                </a:solidFill>
              </a:rPr>
              <a:t>, aber </a:t>
            </a:r>
            <a:r>
              <a:rPr lang="de-DE" sz="1200" b="1">
                <a:solidFill>
                  <a:schemeClr val="bg1"/>
                </a:solidFill>
              </a:rPr>
              <a:t>mind. 75% </a:t>
            </a:r>
            <a:r>
              <a:rPr lang="de-DE" sz="1200" b="0">
                <a:solidFill>
                  <a:schemeClr val="bg1"/>
                </a:solidFill>
              </a:rPr>
              <a:t>der </a:t>
            </a:r>
            <a:r>
              <a:rPr lang="de-DE" sz="1200" b="1">
                <a:solidFill>
                  <a:schemeClr val="bg1"/>
                </a:solidFill>
              </a:rPr>
              <a:t>Deliverit Logistics GmbH</a:t>
            </a:r>
            <a:r>
              <a:rPr lang="de-DE" sz="1200">
                <a:solidFill>
                  <a:schemeClr val="bg1"/>
                </a:solidFill>
              </a:rPr>
              <a:t>.</a:t>
            </a:r>
          </a:p>
          <a:p>
            <a:pPr marL="248920" indent="-171450" algn="l">
              <a:buFont typeface="Arial" panose="020B0604020202020204" pitchFamily="34" charset="0"/>
              <a:buChar char="•"/>
              <a:tabLst>
                <a:tab pos="1882775" algn="l"/>
              </a:tabLst>
            </a:pPr>
            <a:endParaRPr lang="de-DE" sz="1200">
              <a:solidFill>
                <a:schemeClr val="bg1"/>
              </a:solidFill>
            </a:endParaRPr>
          </a:p>
          <a:p>
            <a:pPr algn="l">
              <a:tabLst>
                <a:tab pos="1882775" algn="l"/>
              </a:tabLst>
            </a:pPr>
            <a:endParaRPr lang="de-DE" sz="1200">
              <a:solidFill>
                <a:schemeClr val="bg1"/>
              </a:solidFill>
            </a:endParaRPr>
          </a:p>
          <a:p>
            <a:pPr marL="248920" indent="-171450" algn="l">
              <a:buFont typeface="Arial" panose="020B0604020202020204" pitchFamily="34" charset="0"/>
              <a:buChar char="•"/>
              <a:tabLst>
                <a:tab pos="1882775" algn="l"/>
              </a:tabLst>
            </a:pPr>
            <a:r>
              <a:rPr lang="de-DE" sz="1200" b="0">
                <a:solidFill>
                  <a:schemeClr val="bg1"/>
                </a:solidFill>
              </a:rPr>
              <a:t>Der </a:t>
            </a:r>
            <a:r>
              <a:rPr lang="de-DE" sz="1200" b="1">
                <a:solidFill>
                  <a:schemeClr val="bg1"/>
                </a:solidFill>
              </a:rPr>
              <a:t>Investor</a:t>
            </a:r>
            <a:r>
              <a:rPr lang="de-DE" sz="1200" b="0">
                <a:solidFill>
                  <a:schemeClr val="bg1"/>
                </a:solidFill>
              </a:rPr>
              <a:t> erwirbt in Form eines </a:t>
            </a:r>
            <a:r>
              <a:rPr lang="de-DE" sz="1200" b="1">
                <a:solidFill>
                  <a:schemeClr val="bg1"/>
                </a:solidFill>
              </a:rPr>
              <a:t>Share Deals </a:t>
            </a:r>
            <a:r>
              <a:rPr lang="de-DE" sz="1200" b="0">
                <a:solidFill>
                  <a:schemeClr val="bg1"/>
                </a:solidFill>
              </a:rPr>
              <a:t>die </a:t>
            </a:r>
            <a:r>
              <a:rPr lang="de-DE" sz="1200" b="1">
                <a:solidFill>
                  <a:schemeClr val="bg1"/>
                </a:solidFill>
              </a:rPr>
              <a:t>Gesellschaftsanteile</a:t>
            </a:r>
            <a:r>
              <a:rPr lang="de-DE" sz="1200">
                <a:solidFill>
                  <a:schemeClr val="bg1"/>
                </a:solidFill>
              </a:rPr>
              <a:t> </a:t>
            </a:r>
            <a:r>
              <a:rPr lang="de-DE" sz="1200" b="0">
                <a:solidFill>
                  <a:schemeClr val="bg1"/>
                </a:solidFill>
              </a:rPr>
              <a:t>von den </a:t>
            </a:r>
            <a:r>
              <a:rPr lang="de-DE" sz="1200" b="1">
                <a:solidFill>
                  <a:schemeClr val="bg1"/>
                </a:solidFill>
              </a:rPr>
              <a:t>aktuellen Gesellschaftern Max Mustermann, Dr. Claudius Müller, Cem Yildiz.</a:t>
            </a:r>
          </a:p>
          <a:p>
            <a:pPr marL="248920" indent="-171450" algn="l">
              <a:buFont typeface="Arial" panose="020B0604020202020204" pitchFamily="34" charset="0"/>
              <a:buChar char="•"/>
              <a:tabLst>
                <a:tab pos="1882775" algn="l"/>
              </a:tabLst>
            </a:pPr>
            <a:endParaRPr lang="de-DE" sz="1200">
              <a:solidFill>
                <a:schemeClr val="bg1"/>
              </a:solidFill>
            </a:endParaRPr>
          </a:p>
          <a:p>
            <a:pPr algn="l">
              <a:tabLst>
                <a:tab pos="1882775" algn="l"/>
              </a:tabLst>
            </a:pPr>
            <a:endParaRPr lang="de-DE" sz="1200">
              <a:solidFill>
                <a:schemeClr val="bg1"/>
              </a:solidFill>
            </a:endParaRPr>
          </a:p>
          <a:p>
            <a:pPr marL="248920" indent="-171450" algn="l">
              <a:buFont typeface="Arial" panose="020B0604020202020204" pitchFamily="34" charset="0"/>
              <a:buChar char="•"/>
              <a:tabLst>
                <a:tab pos="1882775" algn="l"/>
              </a:tabLst>
            </a:pPr>
            <a:r>
              <a:rPr lang="de-DE" sz="1200" b="0">
                <a:solidFill>
                  <a:schemeClr val="bg1"/>
                </a:solidFill>
              </a:rPr>
              <a:t>Die </a:t>
            </a:r>
            <a:r>
              <a:rPr lang="de-DE" sz="1200" b="1">
                <a:solidFill>
                  <a:schemeClr val="bg1"/>
                </a:solidFill>
              </a:rPr>
              <a:t>Gesellschafter</a:t>
            </a:r>
            <a:r>
              <a:rPr lang="de-DE" sz="1200" b="0">
                <a:solidFill>
                  <a:schemeClr val="bg1"/>
                </a:solidFill>
              </a:rPr>
              <a:t> sind für </a:t>
            </a:r>
            <a:r>
              <a:rPr lang="de-DE" sz="1200" b="1">
                <a:solidFill>
                  <a:schemeClr val="bg1"/>
                </a:solidFill>
              </a:rPr>
              <a:t>Finanzinvestoren</a:t>
            </a:r>
            <a:r>
              <a:rPr lang="de-DE" sz="1200" b="0">
                <a:solidFill>
                  <a:schemeClr val="bg1"/>
                </a:solidFill>
              </a:rPr>
              <a:t> </a:t>
            </a:r>
            <a:r>
              <a:rPr lang="de-DE" sz="1200" b="1">
                <a:solidFill>
                  <a:schemeClr val="bg1"/>
                </a:solidFill>
              </a:rPr>
              <a:t>gleichermaßen offen </a:t>
            </a:r>
            <a:r>
              <a:rPr lang="de-DE" sz="1200" b="0">
                <a:solidFill>
                  <a:schemeClr val="bg1"/>
                </a:solidFill>
              </a:rPr>
              <a:t>wie für </a:t>
            </a:r>
            <a:r>
              <a:rPr lang="de-DE" sz="1200" b="1">
                <a:solidFill>
                  <a:schemeClr val="bg1"/>
                </a:solidFill>
              </a:rPr>
              <a:t>strategische</a:t>
            </a:r>
            <a:r>
              <a:rPr lang="de-DE" sz="1200">
                <a:solidFill>
                  <a:schemeClr val="bg1"/>
                </a:solidFill>
              </a:rPr>
              <a:t> </a:t>
            </a:r>
            <a:r>
              <a:rPr lang="de-DE" sz="1200" b="1">
                <a:solidFill>
                  <a:schemeClr val="bg1"/>
                </a:solidFill>
              </a:rPr>
              <a:t>Investoren.</a:t>
            </a:r>
          </a:p>
        </p:txBody>
      </p:sp>
    </p:spTree>
    <p:extLst>
      <p:ext uri="{BB962C8B-B14F-4D97-AF65-F5344CB8AC3E}">
        <p14:creationId xmlns:p14="http://schemas.microsoft.com/office/powerpoint/2010/main" val="3083379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4</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44966"/>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Produkte, Dienstleistungen und Wertschöpfungskette</a:t>
            </a:r>
            <a:endParaRPr sz="2150" b="1" spc="-10">
              <a:solidFill>
                <a:schemeClr val="bg1"/>
              </a:solidFill>
              <a:latin typeface="Calibri"/>
              <a:cs typeface="Calibri"/>
            </a:endParaRP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631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15">
            <a:extLst>
              <a:ext uri="{FF2B5EF4-FFF2-40B4-BE49-F238E27FC236}">
                <a16:creationId xmlns:a16="http://schemas.microsoft.com/office/drawing/2014/main" id="{95135447-AEDD-4F71-AE09-428DAAAA587E}"/>
              </a:ext>
            </a:extLst>
          </p:cNvPr>
          <p:cNvSpPr/>
          <p:nvPr/>
        </p:nvSpPr>
        <p:spPr>
          <a:xfrm>
            <a:off x="2338064" y="3266741"/>
            <a:ext cx="3744000" cy="54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spc="10">
              <a:latin typeface="Calibri"/>
              <a:cs typeface="Calibri"/>
            </a:endParaRPr>
          </a:p>
        </p:txBody>
      </p:sp>
      <p:sp>
        <p:nvSpPr>
          <p:cNvPr id="26" name="object 15">
            <a:extLst>
              <a:ext uri="{FF2B5EF4-FFF2-40B4-BE49-F238E27FC236}">
                <a16:creationId xmlns:a16="http://schemas.microsoft.com/office/drawing/2014/main" id="{9BD7F1BA-D73A-455E-BD78-83D029AD3E72}"/>
              </a:ext>
            </a:extLst>
          </p:cNvPr>
          <p:cNvSpPr/>
          <p:nvPr/>
        </p:nvSpPr>
        <p:spPr>
          <a:xfrm>
            <a:off x="2338063" y="2251168"/>
            <a:ext cx="3744000" cy="54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spc="10">
              <a:latin typeface="Calibri"/>
              <a:cs typeface="Calibri"/>
            </a:endParaRPr>
          </a:p>
        </p:txBody>
      </p:sp>
      <p:pic>
        <p:nvPicPr>
          <p:cNvPr id="49" name="Grafik 48" descr="Ein Bild, das Rock, draußen, Transport, felsig enthält.&#10;&#10;Automatisch generierte Beschreibung">
            <a:extLst>
              <a:ext uri="{FF2B5EF4-FFF2-40B4-BE49-F238E27FC236}">
                <a16:creationId xmlns:a16="http://schemas.microsoft.com/office/drawing/2014/main" id="{70DA8FE7-BC70-49DE-998F-E9928CF2DA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9092" y="2251318"/>
            <a:ext cx="813117" cy="540000"/>
          </a:xfrm>
          <a:prstGeom prst="rect">
            <a:avLst/>
          </a:prstGeom>
          <a:solidFill>
            <a:srgbClr val="002060"/>
          </a:solidFill>
        </p:spPr>
      </p:pic>
      <p:sp>
        <p:nvSpPr>
          <p:cNvPr id="22" name="object 15">
            <a:extLst>
              <a:ext uri="{FF2B5EF4-FFF2-40B4-BE49-F238E27FC236}">
                <a16:creationId xmlns:a16="http://schemas.microsoft.com/office/drawing/2014/main" id="{CC941DA6-217A-41BE-A840-1BA04EA24B93}"/>
              </a:ext>
            </a:extLst>
          </p:cNvPr>
          <p:cNvSpPr/>
          <p:nvPr/>
        </p:nvSpPr>
        <p:spPr>
          <a:xfrm>
            <a:off x="2261667" y="1917926"/>
            <a:ext cx="4760159"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p:spPr>
        <p:txBody>
          <a:bodyPr wrap="square" lIns="0" tIns="0" rIns="0" bIns="0" rtlCol="0" anchor="ctr"/>
          <a:lstStyle/>
          <a:p>
            <a:pPr marL="76208">
              <a:spcBef>
                <a:spcPts val="435"/>
              </a:spcBef>
            </a:pPr>
            <a:r>
              <a:rPr lang="de-DE" sz="1400" b="1" spc="16">
                <a:solidFill>
                  <a:srgbClr val="FFFFFF"/>
                </a:solidFill>
                <a:latin typeface="Calibri"/>
                <a:cs typeface="Calibri"/>
              </a:rPr>
              <a:t>Entsorgungslogistik</a:t>
            </a:r>
          </a:p>
        </p:txBody>
      </p:sp>
      <p:sp>
        <p:nvSpPr>
          <p:cNvPr id="23" name="object 12">
            <a:extLst>
              <a:ext uri="{FF2B5EF4-FFF2-40B4-BE49-F238E27FC236}">
                <a16:creationId xmlns:a16="http://schemas.microsoft.com/office/drawing/2014/main" id="{55CDE277-FE63-45DE-A919-441D574BFA3C}"/>
              </a:ext>
            </a:extLst>
          </p:cNvPr>
          <p:cNvSpPr/>
          <p:nvPr/>
        </p:nvSpPr>
        <p:spPr>
          <a:xfrm>
            <a:off x="2261669" y="1917926"/>
            <a:ext cx="4756416" cy="925087"/>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579"/>
          </a:p>
        </p:txBody>
      </p:sp>
      <p:sp>
        <p:nvSpPr>
          <p:cNvPr id="25" name="object 99">
            <a:extLst>
              <a:ext uri="{FF2B5EF4-FFF2-40B4-BE49-F238E27FC236}">
                <a16:creationId xmlns:a16="http://schemas.microsoft.com/office/drawing/2014/main" id="{8F8B671A-3F26-45EB-AFD6-68239B3E067E}"/>
              </a:ext>
            </a:extLst>
          </p:cNvPr>
          <p:cNvSpPr txBox="1"/>
          <p:nvPr/>
        </p:nvSpPr>
        <p:spPr>
          <a:xfrm>
            <a:off x="2338834" y="2275236"/>
            <a:ext cx="3785688" cy="434800"/>
          </a:xfrm>
          <a:prstGeom prst="rect">
            <a:avLst/>
          </a:prstGeom>
          <a:noFill/>
        </p:spPr>
        <p:txBody>
          <a:bodyPr vert="horz" wrap="square" lIns="0" tIns="60707" rIns="0" bIns="0" rtlCol="0">
            <a:spAutoFit/>
          </a:bodyPr>
          <a:lstStyle/>
          <a:p>
            <a:pPr marL="67949" marR="141467">
              <a:lnSpc>
                <a:spcPct val="103200"/>
              </a:lnSpc>
              <a:spcBef>
                <a:spcPts val="478"/>
              </a:spcBef>
            </a:pPr>
            <a:r>
              <a:rPr lang="de-DE" sz="1200" b="1">
                <a:latin typeface="Calibri"/>
                <a:cs typeface="Calibri"/>
              </a:rPr>
              <a:t>Im Segment Entsorgungslogistik werden 25% des Umsatzes erzielt</a:t>
            </a:r>
          </a:p>
        </p:txBody>
      </p:sp>
      <p:sp>
        <p:nvSpPr>
          <p:cNvPr id="27" name="object 15">
            <a:extLst>
              <a:ext uri="{FF2B5EF4-FFF2-40B4-BE49-F238E27FC236}">
                <a16:creationId xmlns:a16="http://schemas.microsoft.com/office/drawing/2014/main" id="{8CB38707-A351-4560-8ACC-DBB20DEE8005}"/>
              </a:ext>
            </a:extLst>
          </p:cNvPr>
          <p:cNvSpPr/>
          <p:nvPr/>
        </p:nvSpPr>
        <p:spPr>
          <a:xfrm>
            <a:off x="2331713" y="1269996"/>
            <a:ext cx="3744000" cy="54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spc="10">
              <a:latin typeface="Calibri"/>
              <a:cs typeface="Calibri"/>
            </a:endParaRPr>
          </a:p>
        </p:txBody>
      </p:sp>
      <p:pic>
        <p:nvPicPr>
          <p:cNvPr id="35" name="Grafik 34" descr="Ein Bild, das Gebäude, Szene, draußen, Hafen enthält.&#10;&#10;Automatisch generierte Beschreibung">
            <a:extLst>
              <a:ext uri="{FF2B5EF4-FFF2-40B4-BE49-F238E27FC236}">
                <a16:creationId xmlns:a16="http://schemas.microsoft.com/office/drawing/2014/main" id="{EAFDC99E-4D81-452E-9AA6-317E9A1B609C}"/>
              </a:ext>
            </a:extLst>
          </p:cNvPr>
          <p:cNvPicPr>
            <a:picLocks noChangeAspect="1"/>
          </p:cNvPicPr>
          <p:nvPr/>
        </p:nvPicPr>
        <p:blipFill rotWithShape="1">
          <a:blip r:embed="rId3">
            <a:extLst>
              <a:ext uri="{28A0092B-C50C-407E-A947-70E740481C1C}">
                <a14:useLocalDpi xmlns:a14="http://schemas.microsoft.com/office/drawing/2010/main" val="0"/>
              </a:ext>
            </a:extLst>
          </a:blip>
          <a:srcRect l="31227" b="8085"/>
          <a:stretch/>
        </p:blipFill>
        <p:spPr>
          <a:xfrm>
            <a:off x="6149377" y="1269481"/>
            <a:ext cx="808081" cy="540000"/>
          </a:xfrm>
          <a:prstGeom prst="rect">
            <a:avLst/>
          </a:prstGeom>
        </p:spPr>
      </p:pic>
      <p:sp>
        <p:nvSpPr>
          <p:cNvPr id="39" name="object 15">
            <a:extLst>
              <a:ext uri="{FF2B5EF4-FFF2-40B4-BE49-F238E27FC236}">
                <a16:creationId xmlns:a16="http://schemas.microsoft.com/office/drawing/2014/main" id="{966F0130-DBA5-47CA-8FE6-E4787E02C7A8}"/>
              </a:ext>
            </a:extLst>
          </p:cNvPr>
          <p:cNvSpPr/>
          <p:nvPr/>
        </p:nvSpPr>
        <p:spPr>
          <a:xfrm>
            <a:off x="2267284" y="932957"/>
            <a:ext cx="4746924"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a:ln>
            <a:solidFill>
              <a:srgbClr val="0092CF"/>
            </a:solidFill>
          </a:ln>
        </p:spPr>
        <p:txBody>
          <a:bodyPr wrap="square" lIns="0" tIns="0" rIns="0" bIns="0" rtlCol="0" anchor="ctr"/>
          <a:lstStyle/>
          <a:p>
            <a:pPr marL="76208">
              <a:spcBef>
                <a:spcPts val="435"/>
              </a:spcBef>
            </a:pPr>
            <a:r>
              <a:rPr lang="de-DE" sz="1400" b="1" spc="16">
                <a:solidFill>
                  <a:srgbClr val="FFFFFF"/>
                </a:solidFill>
                <a:latin typeface="Calibri"/>
                <a:cs typeface="Calibri"/>
              </a:rPr>
              <a:t>Werkverkehre</a:t>
            </a:r>
          </a:p>
        </p:txBody>
      </p:sp>
      <p:sp>
        <p:nvSpPr>
          <p:cNvPr id="40" name="object 12">
            <a:extLst>
              <a:ext uri="{FF2B5EF4-FFF2-40B4-BE49-F238E27FC236}">
                <a16:creationId xmlns:a16="http://schemas.microsoft.com/office/drawing/2014/main" id="{78A8996A-4858-4855-ACB7-EFF80A13FFE5}"/>
              </a:ext>
            </a:extLst>
          </p:cNvPr>
          <p:cNvSpPr/>
          <p:nvPr/>
        </p:nvSpPr>
        <p:spPr>
          <a:xfrm>
            <a:off x="2261667" y="919895"/>
            <a:ext cx="4754543" cy="925087"/>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579"/>
          </a:p>
        </p:txBody>
      </p:sp>
      <p:sp>
        <p:nvSpPr>
          <p:cNvPr id="41" name="object 99">
            <a:extLst>
              <a:ext uri="{FF2B5EF4-FFF2-40B4-BE49-F238E27FC236}">
                <a16:creationId xmlns:a16="http://schemas.microsoft.com/office/drawing/2014/main" id="{FF058145-8113-4C46-AD03-B15C575FC900}"/>
              </a:ext>
            </a:extLst>
          </p:cNvPr>
          <p:cNvSpPr txBox="1"/>
          <p:nvPr/>
        </p:nvSpPr>
        <p:spPr>
          <a:xfrm>
            <a:off x="2337827" y="1295998"/>
            <a:ext cx="3644643" cy="434800"/>
          </a:xfrm>
          <a:prstGeom prst="rect">
            <a:avLst/>
          </a:prstGeom>
          <a:noFill/>
        </p:spPr>
        <p:txBody>
          <a:bodyPr vert="horz" wrap="square" lIns="0" tIns="60707" rIns="0" bIns="0" rtlCol="0">
            <a:spAutoFit/>
          </a:bodyPr>
          <a:lstStyle>
            <a:defPPr>
              <a:defRPr lang="de-DE"/>
            </a:defPPr>
            <a:lvl1pPr marL="67949" marR="141467">
              <a:lnSpc>
                <a:spcPct val="103200"/>
              </a:lnSpc>
              <a:spcBef>
                <a:spcPts val="478"/>
              </a:spcBef>
              <a:defRPr sz="1009">
                <a:latin typeface="Calibri"/>
                <a:cs typeface="Calibri"/>
              </a:defRPr>
            </a:lvl1pPr>
          </a:lstStyle>
          <a:p>
            <a:r>
              <a:rPr lang="de-DE" sz="1200" b="1"/>
              <a:t>Im Segment Werkverkehre werden 69% des Umsatzes erzielt</a:t>
            </a:r>
          </a:p>
        </p:txBody>
      </p:sp>
      <p:sp>
        <p:nvSpPr>
          <p:cNvPr id="45" name="object 15">
            <a:extLst>
              <a:ext uri="{FF2B5EF4-FFF2-40B4-BE49-F238E27FC236}">
                <a16:creationId xmlns:a16="http://schemas.microsoft.com/office/drawing/2014/main" id="{2AA8E477-3A40-4284-AEB9-24720E089BC9}"/>
              </a:ext>
            </a:extLst>
          </p:cNvPr>
          <p:cNvSpPr/>
          <p:nvPr/>
        </p:nvSpPr>
        <p:spPr>
          <a:xfrm>
            <a:off x="2257795" y="2937292"/>
            <a:ext cx="4756413" cy="288000"/>
          </a:xfrm>
          <a:custGeom>
            <a:avLst/>
            <a:gdLst/>
            <a:ahLst/>
            <a:cxnLst/>
            <a:rect l="l" t="t" r="r" b="b"/>
            <a:pathLst>
              <a:path w="3916679" h="330834">
                <a:moveTo>
                  <a:pt x="0" y="0"/>
                </a:moveTo>
                <a:lnTo>
                  <a:pt x="3916680" y="0"/>
                </a:lnTo>
                <a:lnTo>
                  <a:pt x="3916680" y="330708"/>
                </a:lnTo>
                <a:lnTo>
                  <a:pt x="0" y="330708"/>
                </a:lnTo>
                <a:lnTo>
                  <a:pt x="0" y="0"/>
                </a:lnTo>
                <a:close/>
              </a:path>
            </a:pathLst>
          </a:custGeom>
          <a:solidFill>
            <a:srgbClr val="0092CF"/>
          </a:solidFill>
        </p:spPr>
        <p:txBody>
          <a:bodyPr wrap="square" lIns="0" tIns="0" rIns="0" bIns="0" rtlCol="0" anchor="ctr"/>
          <a:lstStyle/>
          <a:p>
            <a:pPr marL="76208">
              <a:spcBef>
                <a:spcPts val="435"/>
              </a:spcBef>
            </a:pPr>
            <a:r>
              <a:rPr lang="de-DE" sz="1400" b="1" spc="16">
                <a:solidFill>
                  <a:srgbClr val="FFFFFF"/>
                </a:solidFill>
                <a:latin typeface="Calibri"/>
                <a:cs typeface="Calibri"/>
              </a:rPr>
              <a:t>Lagerhaltung und Kommissionierung</a:t>
            </a:r>
          </a:p>
        </p:txBody>
      </p:sp>
      <p:sp>
        <p:nvSpPr>
          <p:cNvPr id="46" name="object 12">
            <a:extLst>
              <a:ext uri="{FF2B5EF4-FFF2-40B4-BE49-F238E27FC236}">
                <a16:creationId xmlns:a16="http://schemas.microsoft.com/office/drawing/2014/main" id="{A24740BB-85D8-41D1-B0C1-49C43EF54F5F}"/>
              </a:ext>
            </a:extLst>
          </p:cNvPr>
          <p:cNvSpPr/>
          <p:nvPr/>
        </p:nvSpPr>
        <p:spPr>
          <a:xfrm>
            <a:off x="2257795" y="2937292"/>
            <a:ext cx="4756414" cy="925087"/>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579"/>
          </a:p>
        </p:txBody>
      </p:sp>
      <p:sp>
        <p:nvSpPr>
          <p:cNvPr id="47" name="object 99">
            <a:extLst>
              <a:ext uri="{FF2B5EF4-FFF2-40B4-BE49-F238E27FC236}">
                <a16:creationId xmlns:a16="http://schemas.microsoft.com/office/drawing/2014/main" id="{DF30DCCE-C017-4E3E-9858-3B5978EBAAEC}"/>
              </a:ext>
            </a:extLst>
          </p:cNvPr>
          <p:cNvSpPr txBox="1"/>
          <p:nvPr/>
        </p:nvSpPr>
        <p:spPr>
          <a:xfrm>
            <a:off x="2319958" y="3306162"/>
            <a:ext cx="3786907" cy="434800"/>
          </a:xfrm>
          <a:prstGeom prst="rect">
            <a:avLst/>
          </a:prstGeom>
          <a:noFill/>
        </p:spPr>
        <p:txBody>
          <a:bodyPr vert="horz" wrap="square" lIns="0" tIns="60707" rIns="0" bIns="0" rtlCol="0">
            <a:spAutoFit/>
          </a:bodyPr>
          <a:lstStyle>
            <a:defPPr>
              <a:defRPr lang="de-DE"/>
            </a:defPPr>
            <a:lvl1pPr marL="67949" marR="141467">
              <a:lnSpc>
                <a:spcPct val="103200"/>
              </a:lnSpc>
              <a:spcBef>
                <a:spcPts val="478"/>
              </a:spcBef>
              <a:defRPr sz="1009">
                <a:latin typeface="Calibri"/>
                <a:cs typeface="Calibri"/>
              </a:defRPr>
            </a:lvl1pPr>
          </a:lstStyle>
          <a:p>
            <a:r>
              <a:rPr lang="de-DE" sz="1200" b="1"/>
              <a:t>Im Segment der Lagerhaltung und Kommissionierung werden 6% des Umsatzes erzielt</a:t>
            </a:r>
          </a:p>
        </p:txBody>
      </p:sp>
      <p:pic>
        <p:nvPicPr>
          <p:cNvPr id="48" name="Grafik 47" descr="Ein Bild, das blau, LKW, Schnee, Mann enthält.&#10;&#10;Automatisch generierte Beschreibung">
            <a:extLst>
              <a:ext uri="{FF2B5EF4-FFF2-40B4-BE49-F238E27FC236}">
                <a16:creationId xmlns:a16="http://schemas.microsoft.com/office/drawing/2014/main" id="{0A0EA595-994F-46AA-A03D-B0A78B657126}"/>
              </a:ext>
            </a:extLst>
          </p:cNvPr>
          <p:cNvPicPr>
            <a:picLocks noChangeAspect="1"/>
          </p:cNvPicPr>
          <p:nvPr/>
        </p:nvPicPr>
        <p:blipFill rotWithShape="1">
          <a:blip r:embed="rId4">
            <a:extLst>
              <a:ext uri="{28A0092B-C50C-407E-A947-70E740481C1C}">
                <a14:useLocalDpi xmlns:a14="http://schemas.microsoft.com/office/drawing/2010/main" val="0"/>
              </a:ext>
            </a:extLst>
          </a:blip>
          <a:srcRect l="7175" t="15333" r="23540" b="23207"/>
          <a:stretch/>
        </p:blipFill>
        <p:spPr>
          <a:xfrm>
            <a:off x="6141618" y="3272951"/>
            <a:ext cx="811691" cy="540000"/>
          </a:xfrm>
          <a:prstGeom prst="rect">
            <a:avLst/>
          </a:prstGeom>
        </p:spPr>
      </p:pic>
      <p:graphicFrame>
        <p:nvGraphicFramePr>
          <p:cNvPr id="6" name="Diagramm 5">
            <a:extLst>
              <a:ext uri="{FF2B5EF4-FFF2-40B4-BE49-F238E27FC236}">
                <a16:creationId xmlns:a16="http://schemas.microsoft.com/office/drawing/2014/main" id="{D6C9C7E3-14BC-45AA-995F-949E48C4229A}"/>
              </a:ext>
            </a:extLst>
          </p:cNvPr>
          <p:cNvGraphicFramePr/>
          <p:nvPr>
            <p:extLst>
              <p:ext uri="{D42A27DB-BD31-4B8C-83A1-F6EECF244321}">
                <p14:modId xmlns:p14="http://schemas.microsoft.com/office/powerpoint/2010/main" val="1570863163"/>
              </p:ext>
            </p:extLst>
          </p:nvPr>
        </p:nvGraphicFramePr>
        <p:xfrm>
          <a:off x="6841024" y="982816"/>
          <a:ext cx="3592676" cy="2728735"/>
        </p:xfrm>
        <a:graphic>
          <a:graphicData uri="http://schemas.openxmlformats.org/drawingml/2006/chart">
            <c:chart xmlns:c="http://schemas.openxmlformats.org/drawingml/2006/chart" xmlns:r="http://schemas.openxmlformats.org/officeDocument/2006/relationships" r:id="rId5"/>
          </a:graphicData>
        </a:graphic>
      </p:graphicFrame>
      <p:sp>
        <p:nvSpPr>
          <p:cNvPr id="17" name="object 12">
            <a:extLst>
              <a:ext uri="{FF2B5EF4-FFF2-40B4-BE49-F238E27FC236}">
                <a16:creationId xmlns:a16="http://schemas.microsoft.com/office/drawing/2014/main" id="{90A034E6-AA5A-4532-8349-9DE6BE3977AD}"/>
              </a:ext>
            </a:extLst>
          </p:cNvPr>
          <p:cNvSpPr/>
          <p:nvPr/>
        </p:nvSpPr>
        <p:spPr>
          <a:xfrm>
            <a:off x="7108576" y="919895"/>
            <a:ext cx="3044312" cy="4923975"/>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sz="1579"/>
          </a:p>
        </p:txBody>
      </p:sp>
      <p:sp>
        <p:nvSpPr>
          <p:cNvPr id="20" name="object 15">
            <a:extLst>
              <a:ext uri="{FF2B5EF4-FFF2-40B4-BE49-F238E27FC236}">
                <a16:creationId xmlns:a16="http://schemas.microsoft.com/office/drawing/2014/main" id="{C682A05C-7492-4745-B021-E4CCF3B4DFC0}"/>
              </a:ext>
            </a:extLst>
          </p:cNvPr>
          <p:cNvSpPr/>
          <p:nvPr/>
        </p:nvSpPr>
        <p:spPr>
          <a:xfrm>
            <a:off x="2319958" y="3974144"/>
            <a:ext cx="4639622" cy="1787819"/>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spc="10">
              <a:latin typeface="Calibri"/>
              <a:cs typeface="Calibri"/>
            </a:endParaRPr>
          </a:p>
        </p:txBody>
      </p:sp>
      <p:sp>
        <p:nvSpPr>
          <p:cNvPr id="21" name="object 12">
            <a:extLst>
              <a:ext uri="{FF2B5EF4-FFF2-40B4-BE49-F238E27FC236}">
                <a16:creationId xmlns:a16="http://schemas.microsoft.com/office/drawing/2014/main" id="{6D0282D5-2FF0-416C-97B8-87900813FE82}"/>
              </a:ext>
            </a:extLst>
          </p:cNvPr>
          <p:cNvSpPr/>
          <p:nvPr/>
        </p:nvSpPr>
        <p:spPr>
          <a:xfrm>
            <a:off x="2257795" y="3933896"/>
            <a:ext cx="4758416" cy="1911826"/>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29" name="object 99">
            <a:extLst>
              <a:ext uri="{FF2B5EF4-FFF2-40B4-BE49-F238E27FC236}">
                <a16:creationId xmlns:a16="http://schemas.microsoft.com/office/drawing/2014/main" id="{6C6F398F-852D-40CE-ABE3-5982D131FE3F}"/>
              </a:ext>
            </a:extLst>
          </p:cNvPr>
          <p:cNvSpPr txBox="1"/>
          <p:nvPr/>
        </p:nvSpPr>
        <p:spPr>
          <a:xfrm>
            <a:off x="2423171" y="3999515"/>
            <a:ext cx="4464817" cy="1704122"/>
          </a:xfrm>
          <a:prstGeom prst="rect">
            <a:avLst/>
          </a:prstGeom>
          <a:noFill/>
        </p:spPr>
        <p:txBody>
          <a:bodyPr vert="horz" wrap="square" lIns="0" tIns="60707" rIns="0" bIns="0" rtlCol="0">
            <a:spAutoFit/>
          </a:bodyPr>
          <a:lstStyle/>
          <a:p>
            <a:pPr marL="67949" marR="66835" algn="just">
              <a:lnSpc>
                <a:spcPct val="103299"/>
              </a:lnSpc>
              <a:spcBef>
                <a:spcPts val="478"/>
              </a:spcBef>
            </a:pPr>
            <a:r>
              <a:rPr lang="de-DE" sz="1200" spc="13">
                <a:latin typeface="Calibri"/>
                <a:cs typeface="Calibri"/>
              </a:rPr>
              <a:t>Im Rahmen einer strategischen Neuausrichtung hat die Deliverit Logistics GmbH  erfolgreich neue Märkte erschlossen und neue Geschäftstätigkeiten adaptiert.</a:t>
            </a:r>
          </a:p>
          <a:p>
            <a:pPr marL="67949" marR="66835" algn="just">
              <a:lnSpc>
                <a:spcPct val="103299"/>
              </a:lnSpc>
              <a:spcBef>
                <a:spcPts val="478"/>
              </a:spcBef>
            </a:pPr>
            <a:r>
              <a:rPr lang="de-DE" sz="1200" spc="13">
                <a:latin typeface="Calibri"/>
                <a:cs typeface="Calibri"/>
              </a:rPr>
              <a:t>Die Umsatzanteile der Lagerhaltung und Kommissionierung und der  Entsorgungslogistik sind seit 2016 konstant gestiegen, wodurch Deliverit weniger abhängig von einzelnen Kundengruppen im Bereich der Werkverkehre ist.</a:t>
            </a:r>
          </a:p>
          <a:p>
            <a:pPr marL="67949" marR="66835" algn="just">
              <a:lnSpc>
                <a:spcPct val="103299"/>
              </a:lnSpc>
              <a:spcBef>
                <a:spcPts val="478"/>
              </a:spcBef>
            </a:pPr>
            <a:r>
              <a:rPr lang="de-DE" sz="1200" spc="13">
                <a:latin typeface="Calibri"/>
                <a:cs typeface="Calibri"/>
              </a:rPr>
              <a:t>Der Gesamtumsatz des Unternehmens betrug 2020 ca. €22,5mio.</a:t>
            </a:r>
          </a:p>
        </p:txBody>
      </p:sp>
      <p:sp>
        <p:nvSpPr>
          <p:cNvPr id="8" name="Textfeld 7">
            <a:extLst>
              <a:ext uri="{FF2B5EF4-FFF2-40B4-BE49-F238E27FC236}">
                <a16:creationId xmlns:a16="http://schemas.microsoft.com/office/drawing/2014/main" id="{55842081-97CF-4E12-AF2C-E6B4AE9BE9EB}"/>
              </a:ext>
            </a:extLst>
          </p:cNvPr>
          <p:cNvSpPr txBox="1"/>
          <p:nvPr/>
        </p:nvSpPr>
        <p:spPr>
          <a:xfrm>
            <a:off x="7230337" y="3921990"/>
            <a:ext cx="2797358" cy="307777"/>
          </a:xfrm>
          <a:prstGeom prst="rect">
            <a:avLst/>
          </a:prstGeom>
          <a:noFill/>
        </p:spPr>
        <p:txBody>
          <a:bodyPr wrap="square" rtlCol="0">
            <a:spAutoFit/>
          </a:bodyPr>
          <a:lstStyle/>
          <a:p>
            <a:pPr algn="ctr">
              <a:defRPr lang="en-US" sz="1500" b="1" i="0" u="none" strike="noStrike" kern="1200" spc="0" baseline="0" dirty="0" err="1">
                <a:solidFill>
                  <a:prstClr val="black">
                    <a:lumMod val="65000"/>
                    <a:lumOff val="35000"/>
                  </a:prstClr>
                </a:solidFill>
                <a:latin typeface="+mn-lt"/>
                <a:ea typeface="+mn-ea"/>
                <a:cs typeface="+mn-cs"/>
              </a:defRPr>
            </a:pPr>
            <a:r>
              <a:rPr lang="de-DE" sz="1400" b="1">
                <a:solidFill>
                  <a:prstClr val="black">
                    <a:lumMod val="65000"/>
                    <a:lumOff val="35000"/>
                  </a:prstClr>
                </a:solidFill>
              </a:rPr>
              <a:t>Entwicklung</a:t>
            </a:r>
            <a:r>
              <a:rPr lang="de-DE" sz="1400" b="1">
                <a:solidFill>
                  <a:schemeClr val="bg2">
                    <a:lumMod val="10000"/>
                  </a:schemeClr>
                </a:solidFill>
              </a:rPr>
              <a:t> </a:t>
            </a:r>
            <a:r>
              <a:rPr lang="de-DE" sz="1400" b="1">
                <a:solidFill>
                  <a:prstClr val="black">
                    <a:lumMod val="65000"/>
                    <a:lumOff val="35000"/>
                  </a:prstClr>
                </a:solidFill>
              </a:rPr>
              <a:t>der Umsatzverteilung</a:t>
            </a:r>
          </a:p>
        </p:txBody>
      </p:sp>
      <p:graphicFrame>
        <p:nvGraphicFramePr>
          <p:cNvPr id="31" name="Diagramm 30">
            <a:extLst>
              <a:ext uri="{FF2B5EF4-FFF2-40B4-BE49-F238E27FC236}">
                <a16:creationId xmlns:a16="http://schemas.microsoft.com/office/drawing/2014/main" id="{A46FF28A-467E-4166-9537-5BEEC7807140}"/>
              </a:ext>
            </a:extLst>
          </p:cNvPr>
          <p:cNvGraphicFramePr/>
          <p:nvPr>
            <p:extLst>
              <p:ext uri="{D42A27DB-BD31-4B8C-83A1-F6EECF244321}">
                <p14:modId xmlns:p14="http://schemas.microsoft.com/office/powerpoint/2010/main" val="36391439"/>
              </p:ext>
            </p:extLst>
          </p:nvPr>
        </p:nvGraphicFramePr>
        <p:xfrm>
          <a:off x="7360434" y="4285199"/>
          <a:ext cx="2394596" cy="1414256"/>
        </p:xfrm>
        <a:graphic>
          <a:graphicData uri="http://schemas.openxmlformats.org/drawingml/2006/chart">
            <c:chart xmlns:c="http://schemas.openxmlformats.org/drawingml/2006/chart" xmlns:r="http://schemas.openxmlformats.org/officeDocument/2006/relationships" r:id="rId6"/>
          </a:graphicData>
        </a:graphic>
      </p:graphicFrame>
      <p:sp>
        <p:nvSpPr>
          <p:cNvPr id="30" name="Textfeld 19">
            <a:extLst>
              <a:ext uri="{FF2B5EF4-FFF2-40B4-BE49-F238E27FC236}">
                <a16:creationId xmlns:a16="http://schemas.microsoft.com/office/drawing/2014/main" id="{A674A718-6AC4-49A5-9783-FEDCAC922EFE}"/>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Foliennummernplatzhalter 3">
            <a:extLst>
              <a:ext uri="{FF2B5EF4-FFF2-40B4-BE49-F238E27FC236}">
                <a16:creationId xmlns:a16="http://schemas.microsoft.com/office/drawing/2014/main" id="{0190DD86-CF51-4854-86A3-162516F90FDE}"/>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16</a:t>
            </a:fld>
            <a:endParaRPr lang="de-DE"/>
          </a:p>
        </p:txBody>
      </p:sp>
      <p:sp>
        <p:nvSpPr>
          <p:cNvPr id="34" name="object 14">
            <a:extLst>
              <a:ext uri="{FF2B5EF4-FFF2-40B4-BE49-F238E27FC236}">
                <a16:creationId xmlns:a16="http://schemas.microsoft.com/office/drawing/2014/main" id="{155FACEE-D0C7-4FDC-B586-4F0567C2AC99}"/>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77470" marR="76200">
              <a:lnSpc>
                <a:spcPct val="103299"/>
              </a:lnSpc>
              <a:spcBef>
                <a:spcPts val="545"/>
              </a:spcBef>
            </a:pPr>
            <a:r>
              <a:rPr lang="de-DE" sz="1200">
                <a:solidFill>
                  <a:schemeClr val="bg1"/>
                </a:solidFill>
                <a:latin typeface="Calibri" panose="020F0502020204030204" pitchFamily="34" charset="0"/>
                <a:cs typeface="Calibri" panose="020F0502020204030204" pitchFamily="34" charset="0"/>
              </a:rPr>
              <a:t>Der </a:t>
            </a:r>
            <a:r>
              <a:rPr lang="de-DE" sz="1200" b="1">
                <a:solidFill>
                  <a:schemeClr val="bg1"/>
                </a:solidFill>
                <a:latin typeface="Calibri" panose="020F0502020204030204" pitchFamily="34" charset="0"/>
                <a:cs typeface="Calibri" panose="020F0502020204030204" pitchFamily="34" charset="0"/>
              </a:rPr>
              <a:t>Bereich Lagerhaltung </a:t>
            </a:r>
            <a:r>
              <a:rPr lang="de-DE" sz="1200">
                <a:solidFill>
                  <a:schemeClr val="bg1"/>
                </a:solidFill>
                <a:latin typeface="Calibri" panose="020F0502020204030204" pitchFamily="34" charset="0"/>
                <a:cs typeface="Calibri" panose="020F0502020204030204" pitchFamily="34" charset="0"/>
              </a:rPr>
              <a:t>und </a:t>
            </a:r>
            <a:r>
              <a:rPr lang="de-DE" sz="1200" b="1">
                <a:solidFill>
                  <a:schemeClr val="bg1"/>
                </a:solidFill>
                <a:latin typeface="Calibri" panose="020F0502020204030204" pitchFamily="34" charset="0"/>
                <a:cs typeface="Calibri" panose="020F0502020204030204" pitchFamily="34" charset="0"/>
              </a:rPr>
              <a:t>Kommissionierung</a:t>
            </a:r>
            <a:r>
              <a:rPr lang="de-DE" sz="1200">
                <a:solidFill>
                  <a:schemeClr val="bg1"/>
                </a:solidFill>
                <a:latin typeface="Calibri" panose="020F0502020204030204" pitchFamily="34" charset="0"/>
                <a:cs typeface="Calibri" panose="020F0502020204030204" pitchFamily="34" charset="0"/>
              </a:rPr>
              <a:t> wurde im  </a:t>
            </a:r>
            <a:r>
              <a:rPr lang="de-DE" sz="1200" b="1">
                <a:solidFill>
                  <a:schemeClr val="bg1"/>
                </a:solidFill>
                <a:latin typeface="Calibri" panose="020F0502020204030204" pitchFamily="34" charset="0"/>
                <a:cs typeface="Calibri" panose="020F0502020204030204" pitchFamily="34" charset="0"/>
              </a:rPr>
              <a:t>Jahre 2016 </a:t>
            </a:r>
            <a:r>
              <a:rPr lang="de-DE" sz="1200">
                <a:solidFill>
                  <a:schemeClr val="bg1"/>
                </a:solidFill>
                <a:latin typeface="Calibri" panose="020F0502020204030204" pitchFamily="34" charset="0"/>
                <a:cs typeface="Calibri" panose="020F0502020204030204" pitchFamily="34" charset="0"/>
              </a:rPr>
              <a:t>als </a:t>
            </a:r>
            <a:r>
              <a:rPr lang="de-DE" sz="1200" b="1">
                <a:solidFill>
                  <a:schemeClr val="bg1"/>
                </a:solidFill>
                <a:latin typeface="Calibri" panose="020F0502020204030204" pitchFamily="34" charset="0"/>
                <a:cs typeface="Calibri" panose="020F0502020204030204" pitchFamily="34" charset="0"/>
              </a:rPr>
              <a:t>Pilotprojekt</a:t>
            </a:r>
            <a:r>
              <a:rPr lang="de-DE" sz="1200">
                <a:solidFill>
                  <a:schemeClr val="bg1"/>
                </a:solidFill>
                <a:latin typeface="Calibri" panose="020F0502020204030204" pitchFamily="34" charset="0"/>
                <a:cs typeface="Calibri" panose="020F0502020204030204" pitchFamily="34" charset="0"/>
              </a:rPr>
              <a:t> gegründet und ist nun ein </a:t>
            </a:r>
            <a:r>
              <a:rPr lang="de-DE" sz="1200" b="1">
                <a:solidFill>
                  <a:schemeClr val="bg1"/>
                </a:solidFill>
                <a:latin typeface="Calibri" panose="020F0502020204030204" pitchFamily="34" charset="0"/>
                <a:cs typeface="Calibri" panose="020F0502020204030204" pitchFamily="34" charset="0"/>
              </a:rPr>
              <a:t>wachsendes Standbein der Deliverit GmbH. </a:t>
            </a:r>
          </a:p>
          <a:p>
            <a:pPr marL="77470" marR="76200">
              <a:lnSpc>
                <a:spcPct val="103299"/>
              </a:lnSpc>
              <a:spcBef>
                <a:spcPts val="545"/>
              </a:spcBef>
            </a:pPr>
            <a:endParaRPr lang="de-DE" sz="1200">
              <a:solidFill>
                <a:schemeClr val="bg1"/>
              </a:solidFill>
              <a:latin typeface="Calibri" panose="020F0502020204030204" pitchFamily="34" charset="0"/>
              <a:cs typeface="Calibri" panose="020F0502020204030204" pitchFamily="34" charset="0"/>
            </a:endParaRPr>
          </a:p>
          <a:p>
            <a:pPr marL="77470" marR="76200">
              <a:lnSpc>
                <a:spcPct val="103299"/>
              </a:lnSpc>
              <a:spcBef>
                <a:spcPts val="545"/>
              </a:spcBef>
            </a:pPr>
            <a:r>
              <a:rPr lang="de-DE" sz="1200">
                <a:solidFill>
                  <a:schemeClr val="bg1"/>
                </a:solidFill>
                <a:latin typeface="Calibri" panose="020F0502020204030204" pitchFamily="34" charset="0"/>
                <a:cs typeface="Calibri" panose="020F0502020204030204" pitchFamily="34" charset="0"/>
              </a:rPr>
              <a:t>Im </a:t>
            </a:r>
            <a:r>
              <a:rPr lang="de-DE" sz="1200" b="1">
                <a:solidFill>
                  <a:schemeClr val="bg1"/>
                </a:solidFill>
                <a:latin typeface="Calibri" panose="020F0502020204030204" pitchFamily="34" charset="0"/>
                <a:cs typeface="Calibri" panose="020F0502020204030204" pitchFamily="34" charset="0"/>
              </a:rPr>
              <a:t>allen 3 Bereichen </a:t>
            </a:r>
            <a:r>
              <a:rPr lang="de-DE" sz="1200">
                <a:solidFill>
                  <a:schemeClr val="bg1"/>
                </a:solidFill>
                <a:latin typeface="Calibri" panose="020F0502020204030204" pitchFamily="34" charset="0"/>
                <a:cs typeface="Calibri" panose="020F0502020204030204" pitchFamily="34" charset="0"/>
              </a:rPr>
              <a:t>bestehen</a:t>
            </a:r>
            <a:r>
              <a:rPr lang="de-DE" sz="1200" b="1">
                <a:solidFill>
                  <a:schemeClr val="bg1"/>
                </a:solidFill>
                <a:latin typeface="Calibri" panose="020F0502020204030204" pitchFamily="34" charset="0"/>
                <a:cs typeface="Calibri" panose="020F0502020204030204" pitchFamily="34" charset="0"/>
              </a:rPr>
              <a:t> langjährige </a:t>
            </a:r>
            <a:r>
              <a:rPr lang="de-DE" sz="1200">
                <a:solidFill>
                  <a:schemeClr val="bg1"/>
                </a:solidFill>
                <a:latin typeface="Calibri" panose="020F0502020204030204" pitchFamily="34" charset="0"/>
                <a:cs typeface="Calibri" panose="020F0502020204030204" pitchFamily="34" charset="0"/>
              </a:rPr>
              <a:t>und </a:t>
            </a:r>
            <a:r>
              <a:rPr lang="de-DE" sz="1200" b="1">
                <a:solidFill>
                  <a:schemeClr val="bg1"/>
                </a:solidFill>
                <a:latin typeface="Calibri" panose="020F0502020204030204" pitchFamily="34" charset="0"/>
                <a:cs typeface="Calibri" panose="020F0502020204030204" pitchFamily="34" charset="0"/>
              </a:rPr>
              <a:t>unbefristete Verträge (Umsatzanteil von 65%)</a:t>
            </a:r>
          </a:p>
          <a:p>
            <a:pPr marL="77470" marR="76200">
              <a:lnSpc>
                <a:spcPct val="103299"/>
              </a:lnSpc>
              <a:spcBef>
                <a:spcPts val="545"/>
              </a:spcBef>
            </a:pPr>
            <a:endParaRPr lang="de-DE" sz="1200">
              <a:solidFill>
                <a:schemeClr val="bg1"/>
              </a:solidFill>
              <a:latin typeface="Calibri" panose="020F0502020204030204" pitchFamily="34" charset="0"/>
              <a:cs typeface="Calibri" panose="020F0502020204030204" pitchFamily="34" charset="0"/>
            </a:endParaRPr>
          </a:p>
          <a:p>
            <a:pPr marL="77470" marR="76200">
              <a:lnSpc>
                <a:spcPct val="103299"/>
              </a:lnSpc>
              <a:spcBef>
                <a:spcPts val="545"/>
              </a:spcBef>
            </a:pPr>
            <a:r>
              <a:rPr lang="de-DE" sz="1200" b="1">
                <a:solidFill>
                  <a:schemeClr val="bg1"/>
                </a:solidFill>
                <a:latin typeface="Calibri" panose="020F0502020204030204" pitchFamily="34" charset="0"/>
                <a:cs typeface="Calibri" panose="020F0502020204030204" pitchFamily="34" charset="0"/>
              </a:rPr>
              <a:t>Anteil langfristiger Verträge </a:t>
            </a:r>
            <a:r>
              <a:rPr lang="de-DE" sz="1200">
                <a:solidFill>
                  <a:schemeClr val="bg1"/>
                </a:solidFill>
                <a:latin typeface="Calibri" panose="020F0502020204030204" pitchFamily="34" charset="0"/>
                <a:cs typeface="Calibri" panose="020F0502020204030204" pitchFamily="34" charset="0"/>
              </a:rPr>
              <a:t>im Bereich der:</a:t>
            </a:r>
          </a:p>
          <a:p>
            <a:pPr marL="248920" marR="76200" indent="-171450">
              <a:lnSpc>
                <a:spcPct val="103299"/>
              </a:lnSpc>
              <a:spcBef>
                <a:spcPts val="545"/>
              </a:spcBef>
              <a:buFontTx/>
              <a:buChar char="-"/>
            </a:pPr>
            <a:r>
              <a:rPr lang="de-DE" sz="1200" b="1">
                <a:solidFill>
                  <a:schemeClr val="bg1"/>
                </a:solidFill>
                <a:latin typeface="Calibri" panose="020F0502020204030204" pitchFamily="34" charset="0"/>
                <a:cs typeface="Calibri" panose="020F0502020204030204" pitchFamily="34" charset="0"/>
              </a:rPr>
              <a:t>Werkverkehre (61%)</a:t>
            </a:r>
          </a:p>
          <a:p>
            <a:pPr marL="248920" marR="76200" indent="-171450">
              <a:lnSpc>
                <a:spcPct val="103299"/>
              </a:lnSpc>
              <a:spcBef>
                <a:spcPts val="545"/>
              </a:spcBef>
              <a:buFontTx/>
              <a:buChar char="-"/>
            </a:pPr>
            <a:r>
              <a:rPr lang="de-DE" sz="1200" b="1">
                <a:solidFill>
                  <a:schemeClr val="bg1"/>
                </a:solidFill>
                <a:latin typeface="Calibri" panose="020F0502020204030204" pitchFamily="34" charset="0"/>
                <a:cs typeface="Calibri" panose="020F0502020204030204" pitchFamily="34" charset="0"/>
              </a:rPr>
              <a:t>Entsorgungslogistik (71%)</a:t>
            </a:r>
          </a:p>
          <a:p>
            <a:pPr marL="248920" marR="76200" indent="-171450">
              <a:lnSpc>
                <a:spcPct val="103299"/>
              </a:lnSpc>
              <a:spcBef>
                <a:spcPts val="545"/>
              </a:spcBef>
              <a:buFontTx/>
              <a:buChar char="-"/>
            </a:pPr>
            <a:r>
              <a:rPr lang="de-DE" sz="1200" b="1">
                <a:solidFill>
                  <a:schemeClr val="bg1"/>
                </a:solidFill>
                <a:latin typeface="Calibri" panose="020F0502020204030204" pitchFamily="34" charset="0"/>
                <a:cs typeface="Calibri" panose="020F0502020204030204" pitchFamily="34" charset="0"/>
              </a:rPr>
              <a:t>Lagerhaltung und Kommissionierung (82%)</a:t>
            </a:r>
          </a:p>
        </p:txBody>
      </p:sp>
      <p:sp>
        <p:nvSpPr>
          <p:cNvPr id="36" name="Titel 1">
            <a:extLst>
              <a:ext uri="{FF2B5EF4-FFF2-40B4-BE49-F238E27FC236}">
                <a16:creationId xmlns:a16="http://schemas.microsoft.com/office/drawing/2014/main" id="{4935F3CE-C1E1-4009-AFDE-375622B09D51}"/>
              </a:ext>
            </a:extLst>
          </p:cNvPr>
          <p:cNvSpPr txBox="1">
            <a:spLocks/>
          </p:cNvSpPr>
          <p:nvPr/>
        </p:nvSpPr>
        <p:spPr>
          <a:xfrm>
            <a:off x="311852" y="125620"/>
            <a:ext cx="9903694" cy="6841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Open Sans" panose="020B0606030504020204"/>
                <a:ea typeface="+mj-ea"/>
                <a:cs typeface="+mj-cs"/>
              </a:defRPr>
            </a:lvl1pPr>
          </a:lstStyle>
          <a:p>
            <a:r>
              <a:rPr lang="de-DE"/>
              <a:t>Produkte und Dienstleistungen - Übersicht </a:t>
            </a:r>
          </a:p>
        </p:txBody>
      </p:sp>
    </p:spTree>
    <p:extLst>
      <p:ext uri="{BB962C8B-B14F-4D97-AF65-F5344CB8AC3E}">
        <p14:creationId xmlns:p14="http://schemas.microsoft.com/office/powerpoint/2010/main" val="395789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Produkte und Dienstleistungen </a:t>
            </a:r>
          </a:p>
        </p:txBody>
      </p:sp>
      <p:sp>
        <p:nvSpPr>
          <p:cNvPr id="8" name="object 12">
            <a:extLst>
              <a:ext uri="{FF2B5EF4-FFF2-40B4-BE49-F238E27FC236}">
                <a16:creationId xmlns:a16="http://schemas.microsoft.com/office/drawing/2014/main" id="{5F80E990-322F-42B6-B432-5C7562510F1B}"/>
              </a:ext>
            </a:extLst>
          </p:cNvPr>
          <p:cNvSpPr/>
          <p:nvPr/>
        </p:nvSpPr>
        <p:spPr>
          <a:xfrm>
            <a:off x="2273947" y="925649"/>
            <a:ext cx="7873200" cy="4920073"/>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9" name="object 13">
            <a:extLst>
              <a:ext uri="{FF2B5EF4-FFF2-40B4-BE49-F238E27FC236}">
                <a16:creationId xmlns:a16="http://schemas.microsoft.com/office/drawing/2014/main" id="{836E9484-C9B0-4167-9D66-42A392F01268}"/>
              </a:ext>
            </a:extLst>
          </p:cNvPr>
          <p:cNvSpPr/>
          <p:nvPr/>
        </p:nvSpPr>
        <p:spPr>
          <a:xfrm>
            <a:off x="2351664" y="1278054"/>
            <a:ext cx="1341120" cy="1584000"/>
          </a:xfrm>
          <a:custGeom>
            <a:avLst/>
            <a:gdLst/>
            <a:ahLst/>
            <a:cxnLst/>
            <a:rect l="l" t="t" r="r" b="b"/>
            <a:pathLst>
              <a:path w="1341120" h="1597660">
                <a:moveTo>
                  <a:pt x="0" y="0"/>
                </a:moveTo>
                <a:lnTo>
                  <a:pt x="1341120" y="0"/>
                </a:lnTo>
                <a:lnTo>
                  <a:pt x="1341120" y="1597152"/>
                </a:lnTo>
                <a:lnTo>
                  <a:pt x="0" y="1597152"/>
                </a:lnTo>
                <a:lnTo>
                  <a:pt x="0" y="0"/>
                </a:lnTo>
                <a:close/>
              </a:path>
            </a:pathLst>
          </a:custGeom>
          <a:solidFill>
            <a:srgbClr val="0092CF"/>
          </a:solidFill>
        </p:spPr>
        <p:txBody>
          <a:bodyPr wrap="square" lIns="0" tIns="0" rIns="0" bIns="0" rtlCol="0"/>
          <a:lstStyle/>
          <a:p>
            <a:endParaRPr/>
          </a:p>
        </p:txBody>
      </p:sp>
      <p:sp>
        <p:nvSpPr>
          <p:cNvPr id="10" name="object 14">
            <a:extLst>
              <a:ext uri="{FF2B5EF4-FFF2-40B4-BE49-F238E27FC236}">
                <a16:creationId xmlns:a16="http://schemas.microsoft.com/office/drawing/2014/main" id="{94A39260-B995-4EBB-8A6F-64E817A77378}"/>
              </a:ext>
            </a:extLst>
          </p:cNvPr>
          <p:cNvSpPr txBox="1"/>
          <p:nvPr/>
        </p:nvSpPr>
        <p:spPr>
          <a:xfrm>
            <a:off x="2513218" y="1992082"/>
            <a:ext cx="1142347" cy="232115"/>
          </a:xfrm>
          <a:prstGeom prst="rect">
            <a:avLst/>
          </a:prstGeom>
        </p:spPr>
        <p:txBody>
          <a:bodyPr vert="horz" wrap="square" lIns="0" tIns="16510" rIns="0" bIns="0" rtlCol="0">
            <a:spAutoFit/>
          </a:bodyPr>
          <a:lstStyle/>
          <a:p>
            <a:pPr marL="12700">
              <a:lnSpc>
                <a:spcPct val="100000"/>
              </a:lnSpc>
              <a:spcBef>
                <a:spcPts val="130"/>
              </a:spcBef>
            </a:pPr>
            <a:r>
              <a:rPr lang="de-DE" sz="1400" b="1" spc="5">
                <a:solidFill>
                  <a:srgbClr val="FFFFFF"/>
                </a:solidFill>
                <a:latin typeface="Calibri"/>
                <a:cs typeface="Calibri"/>
              </a:rPr>
              <a:t>Werkverkehre</a:t>
            </a:r>
            <a:endParaRPr sz="1400" b="1" spc="5">
              <a:solidFill>
                <a:srgbClr val="FFFFFF"/>
              </a:solidFill>
              <a:latin typeface="Calibri"/>
              <a:cs typeface="Calibri"/>
            </a:endParaRPr>
          </a:p>
        </p:txBody>
      </p:sp>
      <p:sp>
        <p:nvSpPr>
          <p:cNvPr id="11" name="object 15">
            <a:extLst>
              <a:ext uri="{FF2B5EF4-FFF2-40B4-BE49-F238E27FC236}">
                <a16:creationId xmlns:a16="http://schemas.microsoft.com/office/drawing/2014/main" id="{71C7A036-B4BA-41B8-9731-72EBC3924349}"/>
              </a:ext>
            </a:extLst>
          </p:cNvPr>
          <p:cNvSpPr/>
          <p:nvPr/>
        </p:nvSpPr>
        <p:spPr>
          <a:xfrm>
            <a:off x="3768232" y="1278054"/>
            <a:ext cx="6311142" cy="1584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248403" indent="-97468" defTabSz="668350">
              <a:buFont typeface="Arial" panose="020B0604020202020204" pitchFamily="34" charset="0"/>
              <a:buChar char="•"/>
              <a:tabLst>
                <a:tab pos="4800600" algn="l"/>
                <a:tab pos="6276975" algn="l"/>
              </a:tabLst>
            </a:pPr>
            <a:r>
              <a:rPr lang="de-DE" sz="1200" spc="9">
                <a:latin typeface="Calibri"/>
                <a:cs typeface="Calibri"/>
              </a:rPr>
              <a:t>Das wesentliche Standbein von Deliverit sind Werkverkehre bei welchen das Unternehmen  verpackte Güter innerhalb einer Organisation zwischen verschiedenen Standorten transportiert.</a:t>
            </a:r>
          </a:p>
          <a:p>
            <a:pPr marL="150935" defTabSz="668350">
              <a:tabLst>
                <a:tab pos="4800600" algn="l"/>
                <a:tab pos="6276975" algn="l"/>
              </a:tabLst>
            </a:pPr>
            <a:endParaRPr lang="de-DE" sz="100" spc="9">
              <a:latin typeface="Calibri"/>
              <a:cs typeface="Calibri"/>
            </a:endParaRPr>
          </a:p>
          <a:p>
            <a:pPr marL="248403" indent="-97468" defTabSz="668350">
              <a:buFont typeface="Arial" panose="020B0604020202020204" pitchFamily="34" charset="0"/>
              <a:buChar char="•"/>
              <a:tabLst>
                <a:tab pos="4800600" algn="l"/>
                <a:tab pos="6276975" algn="l"/>
              </a:tabLst>
            </a:pPr>
            <a:r>
              <a:rPr lang="de-DE" sz="1200" spc="9">
                <a:latin typeface="Calibri"/>
                <a:cs typeface="Calibri"/>
              </a:rPr>
              <a:t>Im Bereich der Werkverkehre ist Luftpost- &amp; Luftfracht Ersatzverkehr (Road Feeder Service)  ein wichtiges Standbein der Deliverit Logistics GmbH.</a:t>
            </a:r>
          </a:p>
          <a:p>
            <a:pPr marL="150935" defTabSz="668350">
              <a:tabLst>
                <a:tab pos="4800600" algn="l"/>
                <a:tab pos="6276975" algn="l"/>
              </a:tabLst>
            </a:pPr>
            <a:endParaRPr lang="de-DE" sz="100" spc="9">
              <a:latin typeface="Calibri"/>
              <a:cs typeface="Calibri"/>
            </a:endParaRPr>
          </a:p>
          <a:p>
            <a:pPr marL="248403" indent="-97468" defTabSz="668350">
              <a:buFont typeface="Arial" panose="020B0604020202020204" pitchFamily="34" charset="0"/>
              <a:buChar char="•"/>
              <a:tabLst>
                <a:tab pos="4800600" algn="l"/>
                <a:tab pos="6276975" algn="l"/>
              </a:tabLst>
            </a:pPr>
            <a:r>
              <a:rPr lang="de-DE" sz="1200" spc="9">
                <a:latin typeface="Calibri"/>
                <a:cs typeface="Calibri"/>
              </a:rPr>
              <a:t>Aufgrund steigender Nachfrage im E-Commerce profitiert die Deliverit Logistics GmbH von steigenden Transportvolumina.</a:t>
            </a:r>
          </a:p>
          <a:p>
            <a:pPr marL="150935" defTabSz="668350">
              <a:tabLst>
                <a:tab pos="4800600" algn="l"/>
                <a:tab pos="6276975" algn="l"/>
              </a:tabLst>
            </a:pPr>
            <a:endParaRPr lang="de-DE" sz="100" spc="9">
              <a:latin typeface="Calibri"/>
              <a:cs typeface="Calibri"/>
            </a:endParaRPr>
          </a:p>
          <a:p>
            <a:pPr marL="248403" indent="-97468" defTabSz="668350">
              <a:buFont typeface="Arial" panose="020B0604020202020204" pitchFamily="34" charset="0"/>
              <a:buChar char="•"/>
              <a:tabLst>
                <a:tab pos="4800600" algn="l"/>
                <a:tab pos="6276975" algn="l"/>
              </a:tabLst>
            </a:pPr>
            <a:r>
              <a:rPr lang="de-DE" sz="1200" spc="9">
                <a:latin typeface="Calibri"/>
                <a:cs typeface="Calibri"/>
              </a:rPr>
              <a:t>Die Fahrer von Deliverit und der Subunternehmen sind für den Transport von Luftfracht entsprechend qualifiziert und regelmäßig überprüft.</a:t>
            </a:r>
            <a:endParaRPr lang="de-DE" sz="1100" b="1" spc="9">
              <a:latin typeface="Calibri"/>
              <a:cs typeface="Calibri"/>
            </a:endParaRPr>
          </a:p>
          <a:p>
            <a:pPr marL="172085" algn="just"/>
            <a:endParaRPr lang="de-DE" sz="1100" spc="10">
              <a:latin typeface="Calibri"/>
              <a:cs typeface="Calibri"/>
            </a:endParaRPr>
          </a:p>
        </p:txBody>
      </p:sp>
      <p:sp>
        <p:nvSpPr>
          <p:cNvPr id="33" name="object 40">
            <a:extLst>
              <a:ext uri="{FF2B5EF4-FFF2-40B4-BE49-F238E27FC236}">
                <a16:creationId xmlns:a16="http://schemas.microsoft.com/office/drawing/2014/main" id="{92613B80-7A6D-4C70-B796-2C7EFE6993C6}"/>
              </a:ext>
            </a:extLst>
          </p:cNvPr>
          <p:cNvSpPr/>
          <p:nvPr/>
        </p:nvSpPr>
        <p:spPr>
          <a:xfrm>
            <a:off x="2273951" y="925649"/>
            <a:ext cx="7873200" cy="288000"/>
          </a:xfrm>
          <a:custGeom>
            <a:avLst/>
            <a:gdLst/>
            <a:ahLst/>
            <a:cxnLst/>
            <a:rect l="l" t="t" r="r" b="b"/>
            <a:pathLst>
              <a:path w="8057515" h="330834">
                <a:moveTo>
                  <a:pt x="0" y="0"/>
                </a:moveTo>
                <a:lnTo>
                  <a:pt x="8057388" y="0"/>
                </a:lnTo>
                <a:lnTo>
                  <a:pt x="8057388" y="330708"/>
                </a:lnTo>
                <a:lnTo>
                  <a:pt x="0" y="330708"/>
                </a:lnTo>
                <a:lnTo>
                  <a:pt x="0" y="0"/>
                </a:lnTo>
                <a:close/>
              </a:path>
            </a:pathLst>
          </a:custGeom>
          <a:solidFill>
            <a:srgbClr val="0092CF"/>
          </a:solidFill>
        </p:spPr>
        <p:txBody>
          <a:bodyPr wrap="square" lIns="0" tIns="0" rIns="0" bIns="0" rtlCol="0"/>
          <a:lstStyle/>
          <a:p>
            <a:endParaRPr/>
          </a:p>
        </p:txBody>
      </p:sp>
      <p:sp>
        <p:nvSpPr>
          <p:cNvPr id="34" name="object 41">
            <a:extLst>
              <a:ext uri="{FF2B5EF4-FFF2-40B4-BE49-F238E27FC236}">
                <a16:creationId xmlns:a16="http://schemas.microsoft.com/office/drawing/2014/main" id="{27B70339-7C13-4E2F-911B-1598D7783ED2}"/>
              </a:ext>
            </a:extLst>
          </p:cNvPr>
          <p:cNvSpPr txBox="1"/>
          <p:nvPr/>
        </p:nvSpPr>
        <p:spPr>
          <a:xfrm>
            <a:off x="2351664" y="941676"/>
            <a:ext cx="1631950" cy="232756"/>
          </a:xfrm>
          <a:prstGeom prst="rect">
            <a:avLst/>
          </a:prstGeom>
        </p:spPr>
        <p:txBody>
          <a:bodyPr vert="horz" wrap="square" lIns="0" tIns="17145" rIns="0" bIns="0" rtlCol="0">
            <a:spAutoFit/>
          </a:bodyPr>
          <a:lstStyle/>
          <a:p>
            <a:pPr marL="12700">
              <a:lnSpc>
                <a:spcPct val="100000"/>
              </a:lnSpc>
              <a:spcBef>
                <a:spcPts val="135"/>
              </a:spcBef>
            </a:pPr>
            <a:r>
              <a:rPr lang="de-DE" sz="1400" b="1" spc="10">
                <a:solidFill>
                  <a:srgbClr val="FFFFFF"/>
                </a:solidFill>
                <a:latin typeface="Calibri"/>
                <a:cs typeface="Calibri"/>
              </a:rPr>
              <a:t>Übersicht</a:t>
            </a:r>
            <a:endParaRPr sz="1200">
              <a:latin typeface="Calibri"/>
              <a:cs typeface="Calibri"/>
            </a:endParaRPr>
          </a:p>
        </p:txBody>
      </p:sp>
      <p:sp>
        <p:nvSpPr>
          <p:cNvPr id="42" name="object 13">
            <a:extLst>
              <a:ext uri="{FF2B5EF4-FFF2-40B4-BE49-F238E27FC236}">
                <a16:creationId xmlns:a16="http://schemas.microsoft.com/office/drawing/2014/main" id="{85ADFC1E-6784-494E-8B26-F504839F85B3}"/>
              </a:ext>
            </a:extLst>
          </p:cNvPr>
          <p:cNvSpPr/>
          <p:nvPr/>
        </p:nvSpPr>
        <p:spPr>
          <a:xfrm>
            <a:off x="2351664" y="2947482"/>
            <a:ext cx="1341120" cy="1404000"/>
          </a:xfrm>
          <a:custGeom>
            <a:avLst/>
            <a:gdLst/>
            <a:ahLst/>
            <a:cxnLst/>
            <a:rect l="l" t="t" r="r" b="b"/>
            <a:pathLst>
              <a:path w="1341120" h="1597660">
                <a:moveTo>
                  <a:pt x="0" y="0"/>
                </a:moveTo>
                <a:lnTo>
                  <a:pt x="1341120" y="0"/>
                </a:lnTo>
                <a:lnTo>
                  <a:pt x="1341120" y="1597152"/>
                </a:lnTo>
                <a:lnTo>
                  <a:pt x="0" y="1597152"/>
                </a:lnTo>
                <a:lnTo>
                  <a:pt x="0" y="0"/>
                </a:lnTo>
                <a:close/>
              </a:path>
            </a:pathLst>
          </a:custGeom>
          <a:solidFill>
            <a:srgbClr val="0092CF"/>
          </a:solidFill>
        </p:spPr>
        <p:txBody>
          <a:bodyPr wrap="square" lIns="0" tIns="0" rIns="0" bIns="0" rtlCol="0"/>
          <a:lstStyle/>
          <a:p>
            <a:endParaRPr sz="1400"/>
          </a:p>
        </p:txBody>
      </p:sp>
      <p:sp>
        <p:nvSpPr>
          <p:cNvPr id="43" name="object 14">
            <a:extLst>
              <a:ext uri="{FF2B5EF4-FFF2-40B4-BE49-F238E27FC236}">
                <a16:creationId xmlns:a16="http://schemas.microsoft.com/office/drawing/2014/main" id="{3263E368-D38C-4C03-9354-B95A8230EA66}"/>
              </a:ext>
            </a:extLst>
          </p:cNvPr>
          <p:cNvSpPr txBox="1"/>
          <p:nvPr/>
        </p:nvSpPr>
        <p:spPr>
          <a:xfrm>
            <a:off x="2570518" y="3421250"/>
            <a:ext cx="990347" cy="447558"/>
          </a:xfrm>
          <a:prstGeom prst="rect">
            <a:avLst/>
          </a:prstGeom>
        </p:spPr>
        <p:txBody>
          <a:bodyPr vert="horz" wrap="square" lIns="0" tIns="16510" rIns="0" bIns="0" rtlCol="0">
            <a:spAutoFit/>
          </a:bodyPr>
          <a:lstStyle/>
          <a:p>
            <a:pPr marL="12700">
              <a:lnSpc>
                <a:spcPct val="100000"/>
              </a:lnSpc>
              <a:spcBef>
                <a:spcPts val="130"/>
              </a:spcBef>
            </a:pPr>
            <a:r>
              <a:rPr lang="de-DE" sz="1400" b="1" spc="5">
                <a:solidFill>
                  <a:srgbClr val="FFFFFF"/>
                </a:solidFill>
                <a:latin typeface="Calibri"/>
                <a:cs typeface="Calibri"/>
              </a:rPr>
              <a:t>Entsorgungs-logistik</a:t>
            </a:r>
            <a:endParaRPr sz="1400" b="1" spc="5">
              <a:solidFill>
                <a:srgbClr val="FFFFFF"/>
              </a:solidFill>
              <a:latin typeface="Calibri"/>
              <a:cs typeface="Calibri"/>
            </a:endParaRPr>
          </a:p>
        </p:txBody>
      </p:sp>
      <p:sp>
        <p:nvSpPr>
          <p:cNvPr id="44" name="object 15">
            <a:extLst>
              <a:ext uri="{FF2B5EF4-FFF2-40B4-BE49-F238E27FC236}">
                <a16:creationId xmlns:a16="http://schemas.microsoft.com/office/drawing/2014/main" id="{02EA9378-C8DA-43AE-ACBE-8314A3C2797B}"/>
              </a:ext>
            </a:extLst>
          </p:cNvPr>
          <p:cNvSpPr/>
          <p:nvPr/>
        </p:nvSpPr>
        <p:spPr>
          <a:xfrm>
            <a:off x="3768222" y="2947128"/>
            <a:ext cx="6311142" cy="1392709"/>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209977" marR="124081" indent="-150379">
              <a:lnSpc>
                <a:spcPct val="103200"/>
              </a:lnSpc>
              <a:spcBef>
                <a:spcPts val="419"/>
              </a:spcBef>
              <a:buFont typeface="Arial" panose="020B0604020202020204" pitchFamily="34" charset="0"/>
              <a:buChar char="•"/>
            </a:pPr>
            <a:endParaRPr lang="de-DE" sz="1100">
              <a:latin typeface="Calibri"/>
              <a:cs typeface="Calibri"/>
            </a:endParaRPr>
          </a:p>
        </p:txBody>
      </p:sp>
      <p:sp>
        <p:nvSpPr>
          <p:cNvPr id="45" name="object 13">
            <a:extLst>
              <a:ext uri="{FF2B5EF4-FFF2-40B4-BE49-F238E27FC236}">
                <a16:creationId xmlns:a16="http://schemas.microsoft.com/office/drawing/2014/main" id="{8B11667F-FEA1-4442-9B09-57BBB8C83C29}"/>
              </a:ext>
            </a:extLst>
          </p:cNvPr>
          <p:cNvSpPr/>
          <p:nvPr/>
        </p:nvSpPr>
        <p:spPr>
          <a:xfrm>
            <a:off x="2351674" y="4431749"/>
            <a:ext cx="1341120" cy="1350000"/>
          </a:xfrm>
          <a:custGeom>
            <a:avLst/>
            <a:gdLst/>
            <a:ahLst/>
            <a:cxnLst/>
            <a:rect l="l" t="t" r="r" b="b"/>
            <a:pathLst>
              <a:path w="1341120" h="1597660">
                <a:moveTo>
                  <a:pt x="0" y="0"/>
                </a:moveTo>
                <a:lnTo>
                  <a:pt x="1341120" y="0"/>
                </a:lnTo>
                <a:lnTo>
                  <a:pt x="1341120" y="1597152"/>
                </a:lnTo>
                <a:lnTo>
                  <a:pt x="0" y="1597152"/>
                </a:lnTo>
                <a:lnTo>
                  <a:pt x="0" y="0"/>
                </a:lnTo>
                <a:close/>
              </a:path>
            </a:pathLst>
          </a:custGeom>
          <a:solidFill>
            <a:srgbClr val="0092CF"/>
          </a:solidFill>
        </p:spPr>
        <p:txBody>
          <a:bodyPr wrap="square" lIns="0" tIns="0" rIns="0" bIns="0" rtlCol="0"/>
          <a:lstStyle/>
          <a:p>
            <a:endParaRPr/>
          </a:p>
        </p:txBody>
      </p:sp>
      <p:sp>
        <p:nvSpPr>
          <p:cNvPr id="46" name="object 14">
            <a:extLst>
              <a:ext uri="{FF2B5EF4-FFF2-40B4-BE49-F238E27FC236}">
                <a16:creationId xmlns:a16="http://schemas.microsoft.com/office/drawing/2014/main" id="{E7A4C128-6E2E-459F-8F34-BA645B3576DF}"/>
              </a:ext>
            </a:extLst>
          </p:cNvPr>
          <p:cNvSpPr txBox="1"/>
          <p:nvPr/>
        </p:nvSpPr>
        <p:spPr>
          <a:xfrm>
            <a:off x="2449917" y="4562657"/>
            <a:ext cx="1205647" cy="894339"/>
          </a:xfrm>
          <a:prstGeom prst="rect">
            <a:avLst/>
          </a:prstGeom>
        </p:spPr>
        <p:txBody>
          <a:bodyPr vert="horz" wrap="square" lIns="0" tIns="16510" rIns="0" bIns="0" rtlCol="0">
            <a:spAutoFit/>
          </a:bodyPr>
          <a:lstStyle/>
          <a:p>
            <a:pPr marL="12700">
              <a:lnSpc>
                <a:spcPct val="100000"/>
              </a:lnSpc>
              <a:spcBef>
                <a:spcPts val="130"/>
              </a:spcBef>
            </a:pPr>
            <a:r>
              <a:rPr lang="de-DE" sz="1400" b="1" spc="5">
                <a:solidFill>
                  <a:srgbClr val="FFFFFF"/>
                </a:solidFill>
                <a:latin typeface="Calibri"/>
                <a:cs typeface="Calibri"/>
              </a:rPr>
              <a:t>Lagerhaltung und Kommissionier-ung</a:t>
            </a:r>
            <a:endParaRPr sz="1400" b="1" spc="5">
              <a:solidFill>
                <a:srgbClr val="FFFFFF"/>
              </a:solidFill>
              <a:latin typeface="Calibri"/>
              <a:cs typeface="Calibri"/>
            </a:endParaRPr>
          </a:p>
        </p:txBody>
      </p:sp>
      <p:sp>
        <p:nvSpPr>
          <p:cNvPr id="47" name="object 15">
            <a:extLst>
              <a:ext uri="{FF2B5EF4-FFF2-40B4-BE49-F238E27FC236}">
                <a16:creationId xmlns:a16="http://schemas.microsoft.com/office/drawing/2014/main" id="{F0841F06-A3C0-49EA-A7F7-EB9E4BD33571}"/>
              </a:ext>
            </a:extLst>
          </p:cNvPr>
          <p:cNvSpPr/>
          <p:nvPr/>
        </p:nvSpPr>
        <p:spPr>
          <a:xfrm>
            <a:off x="3768232" y="4418815"/>
            <a:ext cx="6311142" cy="13608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59598" marR="124081" algn="just">
              <a:lnSpc>
                <a:spcPct val="103200"/>
              </a:lnSpc>
            </a:pPr>
            <a:endParaRPr lang="de-DE" sz="1200">
              <a:latin typeface="Calibri"/>
              <a:cs typeface="Calibri"/>
            </a:endParaRPr>
          </a:p>
        </p:txBody>
      </p:sp>
      <p:sp>
        <p:nvSpPr>
          <p:cNvPr id="17" name="Textfeld 19">
            <a:extLst>
              <a:ext uri="{FF2B5EF4-FFF2-40B4-BE49-F238E27FC236}">
                <a16:creationId xmlns:a16="http://schemas.microsoft.com/office/drawing/2014/main" id="{B7F1A80A-59A7-48A0-98DC-D5F8A5685511}"/>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Foliennummernplatzhalter 3">
            <a:extLst>
              <a:ext uri="{FF2B5EF4-FFF2-40B4-BE49-F238E27FC236}">
                <a16:creationId xmlns:a16="http://schemas.microsoft.com/office/drawing/2014/main" id="{6AE88585-0224-4D72-83A6-9AB2BEA80FD9}"/>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17</a:t>
            </a:fld>
            <a:endParaRPr lang="de-DE"/>
          </a:p>
        </p:txBody>
      </p:sp>
      <p:sp>
        <p:nvSpPr>
          <p:cNvPr id="20" name="Textfeld 19">
            <a:extLst>
              <a:ext uri="{FF2B5EF4-FFF2-40B4-BE49-F238E27FC236}">
                <a16:creationId xmlns:a16="http://schemas.microsoft.com/office/drawing/2014/main" id="{6BB7BC4D-9A64-46E0-A171-2A304AF60289}"/>
              </a:ext>
            </a:extLst>
          </p:cNvPr>
          <p:cNvSpPr txBox="1"/>
          <p:nvPr/>
        </p:nvSpPr>
        <p:spPr>
          <a:xfrm>
            <a:off x="3655563" y="2924419"/>
            <a:ext cx="6491583" cy="1480085"/>
          </a:xfrm>
          <a:prstGeom prst="rect">
            <a:avLst/>
          </a:prstGeom>
          <a:noFill/>
        </p:spPr>
        <p:txBody>
          <a:bodyPr wrap="square">
            <a:spAutoFit/>
          </a:bodyPr>
          <a:lstStyle/>
          <a:p>
            <a:pPr marL="248403" marR="124081" indent="-97468" algn="just" defTabSz="668350">
              <a:lnSpc>
                <a:spcPct val="103200"/>
              </a:lnSpc>
              <a:buFont typeface="Arial" panose="020B0604020202020204" pitchFamily="34" charset="0"/>
              <a:buChar char="•"/>
              <a:tabLst>
                <a:tab pos="4800982" algn="l"/>
              </a:tabLst>
            </a:pPr>
            <a:r>
              <a:rPr lang="de-DE" sz="1200" spc="9">
                <a:latin typeface="Calibri"/>
                <a:cs typeface="Calibri"/>
              </a:rPr>
              <a:t>Seit der Zertifizierung als Entsorgungsfachbetrieb im Jahre 2016 ist Deliverit  für verschiedene Unternehmen und Ämter tätig.</a:t>
            </a:r>
          </a:p>
          <a:p>
            <a:pPr marL="248403" marR="124081" indent="-97468" algn="just" defTabSz="668350">
              <a:lnSpc>
                <a:spcPct val="103200"/>
              </a:lnSpc>
              <a:buFont typeface="Arial" panose="020B0604020202020204" pitchFamily="34" charset="0"/>
              <a:buChar char="•"/>
              <a:tabLst>
                <a:tab pos="4800982" algn="l"/>
              </a:tabLst>
            </a:pPr>
            <a:endParaRPr lang="de-DE" sz="100" spc="9">
              <a:latin typeface="Calibri"/>
              <a:cs typeface="Calibri"/>
            </a:endParaRPr>
          </a:p>
          <a:p>
            <a:pPr marL="248403" marR="124081" indent="-97468" algn="just" defTabSz="668350">
              <a:lnSpc>
                <a:spcPct val="103200"/>
              </a:lnSpc>
              <a:buFont typeface="Arial" panose="020B0604020202020204" pitchFamily="34" charset="0"/>
              <a:buChar char="•"/>
              <a:tabLst>
                <a:tab pos="4800982" algn="l"/>
              </a:tabLst>
            </a:pPr>
            <a:r>
              <a:rPr lang="de-DE" sz="1200" spc="9">
                <a:latin typeface="Calibri"/>
                <a:cs typeface="Calibri"/>
              </a:rPr>
              <a:t>Mittels Schubboden-Aufliegern werden jährlich ca. 320.000 Tonnen Müll und Abfall transportiert. </a:t>
            </a:r>
          </a:p>
          <a:p>
            <a:pPr marL="150935" marR="124081" algn="just" defTabSz="668350">
              <a:lnSpc>
                <a:spcPct val="103200"/>
              </a:lnSpc>
              <a:tabLst>
                <a:tab pos="4800982" algn="l"/>
              </a:tabLst>
            </a:pPr>
            <a:endParaRPr lang="de-DE" sz="100" spc="9">
              <a:latin typeface="Calibri"/>
              <a:cs typeface="Calibri"/>
            </a:endParaRPr>
          </a:p>
          <a:p>
            <a:pPr marL="248403" marR="124081" indent="-97468" algn="just" defTabSz="668350">
              <a:lnSpc>
                <a:spcPct val="103200"/>
              </a:lnSpc>
              <a:buFont typeface="Arial" panose="020B0604020202020204" pitchFamily="34" charset="0"/>
              <a:buChar char="•"/>
              <a:tabLst>
                <a:tab pos="4800982" algn="l"/>
              </a:tabLst>
            </a:pPr>
            <a:r>
              <a:rPr lang="de-DE" sz="1200" spc="9">
                <a:latin typeface="Calibri"/>
                <a:cs typeface="Calibri"/>
              </a:rPr>
              <a:t>Der Sektor bietet aufgrund der durch die nötige Zertifizierung geschaffenen Markteintrittsbarrieren ein moderates Wettbewerbsumfeld sowie eine gute Ertragskraft und ist im Fokus für das weitere Wachstum.</a:t>
            </a:r>
          </a:p>
        </p:txBody>
      </p:sp>
      <p:sp>
        <p:nvSpPr>
          <p:cNvPr id="24" name="Textfeld 23">
            <a:extLst>
              <a:ext uri="{FF2B5EF4-FFF2-40B4-BE49-F238E27FC236}">
                <a16:creationId xmlns:a16="http://schemas.microsoft.com/office/drawing/2014/main" id="{8B388399-0785-4E01-B74A-F4F504E38C10}"/>
              </a:ext>
            </a:extLst>
          </p:cNvPr>
          <p:cNvSpPr txBox="1"/>
          <p:nvPr/>
        </p:nvSpPr>
        <p:spPr>
          <a:xfrm>
            <a:off x="3713846" y="4398353"/>
            <a:ext cx="6491582" cy="1242391"/>
          </a:xfrm>
          <a:prstGeom prst="rect">
            <a:avLst/>
          </a:prstGeom>
          <a:noFill/>
        </p:spPr>
        <p:txBody>
          <a:bodyPr wrap="square">
            <a:spAutoFit/>
          </a:bodyPr>
          <a:lstStyle/>
          <a:p>
            <a:pPr marL="209977" marR="124081" indent="-150379" algn="just">
              <a:lnSpc>
                <a:spcPct val="103200"/>
              </a:lnSpc>
              <a:buFont typeface="Arial" panose="020B0604020202020204" pitchFamily="34" charset="0"/>
              <a:buChar char="•"/>
            </a:pPr>
            <a:r>
              <a:rPr lang="de-DE" sz="1200">
                <a:latin typeface="Calibri"/>
                <a:cs typeface="Calibri"/>
              </a:rPr>
              <a:t>Die Kommissionierung steht für das Zusammenstellen von vordefinierten Aufträgen aus einem Lagersortiment</a:t>
            </a:r>
            <a:r>
              <a:rPr lang="de-DE" sz="1200">
                <a:solidFill>
                  <a:srgbClr val="3E454C"/>
                </a:solidFill>
                <a:latin typeface="PT Sans"/>
              </a:rPr>
              <a:t>.</a:t>
            </a:r>
          </a:p>
          <a:p>
            <a:pPr marL="59598" marR="124081" algn="just">
              <a:lnSpc>
                <a:spcPct val="103200"/>
              </a:lnSpc>
            </a:pPr>
            <a:endParaRPr lang="de-DE" sz="100">
              <a:solidFill>
                <a:srgbClr val="3E454C"/>
              </a:solidFill>
              <a:latin typeface="PT Sans"/>
            </a:endParaRPr>
          </a:p>
          <a:p>
            <a:pPr marL="209977" marR="124081" indent="-150379" algn="just">
              <a:lnSpc>
                <a:spcPct val="103200"/>
              </a:lnSpc>
              <a:buFont typeface="Arial" panose="020B0604020202020204" pitchFamily="34" charset="0"/>
              <a:buChar char="•"/>
            </a:pPr>
            <a:r>
              <a:rPr lang="de-DE" sz="1200">
                <a:latin typeface="Calibri"/>
                <a:cs typeface="Calibri"/>
              </a:rPr>
              <a:t>Im Bereich der Lagerhaltung und Kommissionierung bietet die Deliverit GmbH  unter anderem Just-in-Time Logistik bzw. Distributionslogistik und die Dekonsolidierung von Überseecontainern an.</a:t>
            </a:r>
          </a:p>
          <a:p>
            <a:pPr marL="209977" marR="124081" indent="-150379" algn="just">
              <a:lnSpc>
                <a:spcPct val="103200"/>
              </a:lnSpc>
              <a:buFont typeface="Arial" panose="020B0604020202020204" pitchFamily="34" charset="0"/>
              <a:buChar char="•"/>
              <a:tabLst>
                <a:tab pos="4800600" algn="l"/>
                <a:tab pos="6276975" algn="l"/>
              </a:tabLst>
            </a:pPr>
            <a:r>
              <a:rPr lang="de-DE" sz="1200">
                <a:latin typeface="Calibri"/>
                <a:cs typeface="Calibri"/>
              </a:rPr>
              <a:t>Für die Leistungserbringung hat Deliverit Lagerhallen neben seinen Logistikzentren angemietet.</a:t>
            </a:r>
          </a:p>
        </p:txBody>
      </p:sp>
      <p:sp>
        <p:nvSpPr>
          <p:cNvPr id="26" name="object 14">
            <a:extLst>
              <a:ext uri="{FF2B5EF4-FFF2-40B4-BE49-F238E27FC236}">
                <a16:creationId xmlns:a16="http://schemas.microsoft.com/office/drawing/2014/main" id="{CF98E20D-4EC3-4493-A4E5-BE6EF00AC17E}"/>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77470"/>
            <a:r>
              <a:rPr lang="de-DE" sz="1200" spc="9">
                <a:solidFill>
                  <a:schemeClr val="bg1"/>
                </a:solidFill>
              </a:rPr>
              <a:t>Die </a:t>
            </a:r>
            <a:r>
              <a:rPr lang="de-DE" sz="1200" b="1" spc="9">
                <a:solidFill>
                  <a:schemeClr val="bg1"/>
                </a:solidFill>
              </a:rPr>
              <a:t>Sparte</a:t>
            </a:r>
            <a:r>
              <a:rPr lang="de-DE" sz="1200" spc="9">
                <a:solidFill>
                  <a:schemeClr val="bg1"/>
                </a:solidFill>
              </a:rPr>
              <a:t> der </a:t>
            </a:r>
            <a:r>
              <a:rPr lang="de-DE" sz="1200" b="1" spc="9">
                <a:solidFill>
                  <a:schemeClr val="bg1"/>
                </a:solidFill>
              </a:rPr>
              <a:t>Werkverkehre</a:t>
            </a:r>
            <a:r>
              <a:rPr lang="de-DE" sz="1200" spc="9">
                <a:solidFill>
                  <a:schemeClr val="bg1"/>
                </a:solidFill>
              </a:rPr>
              <a:t> unterteilt sich in </a:t>
            </a:r>
            <a:r>
              <a:rPr lang="de-DE" sz="1200" b="1" spc="9">
                <a:solidFill>
                  <a:schemeClr val="bg1"/>
                </a:solidFill>
              </a:rPr>
              <a:t>5 Unterbereiche</a:t>
            </a:r>
            <a:r>
              <a:rPr lang="de-DE" sz="1200" spc="9">
                <a:solidFill>
                  <a:schemeClr val="bg1"/>
                </a:solidFill>
              </a:rPr>
              <a:t>:  </a:t>
            </a:r>
          </a:p>
          <a:p>
            <a:pPr marL="248920" indent="-171450">
              <a:buFontTx/>
              <a:buChar char="-"/>
            </a:pPr>
            <a:r>
              <a:rPr lang="de-DE" sz="1200" spc="9">
                <a:solidFill>
                  <a:schemeClr val="bg1"/>
                </a:solidFill>
              </a:rPr>
              <a:t>IT-Transporte</a:t>
            </a:r>
          </a:p>
          <a:p>
            <a:pPr marL="248920" indent="-171450">
              <a:buFontTx/>
              <a:buChar char="-"/>
            </a:pPr>
            <a:r>
              <a:rPr lang="de-DE" sz="1200" spc="9">
                <a:solidFill>
                  <a:schemeClr val="bg1"/>
                </a:solidFill>
              </a:rPr>
              <a:t>Automobil</a:t>
            </a:r>
          </a:p>
          <a:p>
            <a:pPr marL="248920" indent="-171450">
              <a:buFontTx/>
              <a:buChar char="-"/>
            </a:pPr>
            <a:r>
              <a:rPr lang="de-DE" sz="1200" spc="9">
                <a:solidFill>
                  <a:schemeClr val="bg1"/>
                </a:solidFill>
              </a:rPr>
              <a:t>Medizinproben</a:t>
            </a:r>
          </a:p>
          <a:p>
            <a:pPr marL="248920" indent="-171450">
              <a:buFontTx/>
              <a:buChar char="-"/>
            </a:pPr>
            <a:r>
              <a:rPr lang="de-DE" sz="1200" spc="9">
                <a:solidFill>
                  <a:schemeClr val="bg1"/>
                </a:solidFill>
              </a:rPr>
              <a:t>Luftfracht  </a:t>
            </a:r>
          </a:p>
          <a:p>
            <a:pPr marL="248920" indent="-171450">
              <a:buFontTx/>
              <a:buChar char="-"/>
            </a:pPr>
            <a:r>
              <a:rPr lang="de-DE" sz="1200" spc="9">
                <a:solidFill>
                  <a:schemeClr val="bg1"/>
                </a:solidFill>
              </a:rPr>
              <a:t>Luftpost</a:t>
            </a:r>
          </a:p>
          <a:p>
            <a:pPr marL="77470"/>
            <a:endParaRPr lang="de-DE" sz="1200" spc="9">
              <a:solidFill>
                <a:schemeClr val="bg1"/>
              </a:solidFill>
            </a:endParaRPr>
          </a:p>
          <a:p>
            <a:pPr marL="92075"/>
            <a:r>
              <a:rPr lang="de-DE" sz="1200" b="1" spc="9">
                <a:solidFill>
                  <a:schemeClr val="bg1"/>
                </a:solidFill>
              </a:rPr>
              <a:t>Zeitkritische Sendungen </a:t>
            </a:r>
            <a:r>
              <a:rPr lang="de-DE" sz="1200" spc="9">
                <a:solidFill>
                  <a:schemeClr val="bg1"/>
                </a:solidFill>
              </a:rPr>
              <a:t>bis etwa 800 km werden mittels eines </a:t>
            </a:r>
            <a:r>
              <a:rPr lang="de-DE" sz="1200" b="1" spc="9">
                <a:solidFill>
                  <a:schemeClr val="bg1"/>
                </a:solidFill>
              </a:rPr>
              <a:t>3,5t Sprinters günstiger </a:t>
            </a:r>
            <a:r>
              <a:rPr lang="de-DE" sz="1200" spc="9">
                <a:solidFill>
                  <a:schemeClr val="bg1"/>
                </a:solidFill>
              </a:rPr>
              <a:t>und in </a:t>
            </a:r>
            <a:r>
              <a:rPr lang="de-DE" sz="1200" b="1" spc="9">
                <a:solidFill>
                  <a:schemeClr val="bg1"/>
                </a:solidFill>
              </a:rPr>
              <a:t>höherer Qualität gefahren</a:t>
            </a:r>
            <a:r>
              <a:rPr lang="de-DE" sz="1200" spc="9">
                <a:solidFill>
                  <a:schemeClr val="bg1"/>
                </a:solidFill>
              </a:rPr>
              <a:t> als geflogen.</a:t>
            </a:r>
          </a:p>
          <a:p>
            <a:endParaRPr lang="de-DE" sz="1200" spc="9">
              <a:solidFill>
                <a:schemeClr val="bg1"/>
              </a:solidFill>
            </a:endParaRPr>
          </a:p>
          <a:p>
            <a:pPr marL="92075"/>
            <a:r>
              <a:rPr lang="de-DE" sz="1200" spc="9">
                <a:solidFill>
                  <a:schemeClr val="bg1"/>
                </a:solidFill>
              </a:rPr>
              <a:t>Die </a:t>
            </a:r>
            <a:r>
              <a:rPr lang="de-DE" sz="1200" b="1" spc="9">
                <a:solidFill>
                  <a:schemeClr val="bg1"/>
                </a:solidFill>
              </a:rPr>
              <a:t>einzelnen Verkehre </a:t>
            </a:r>
            <a:r>
              <a:rPr lang="de-DE" sz="1200" spc="9">
                <a:solidFill>
                  <a:schemeClr val="bg1"/>
                </a:solidFill>
              </a:rPr>
              <a:t>der </a:t>
            </a:r>
            <a:r>
              <a:rPr lang="de-DE" sz="1200" b="1" spc="9">
                <a:solidFill>
                  <a:schemeClr val="bg1"/>
                </a:solidFill>
              </a:rPr>
              <a:t>Auftraggeber</a:t>
            </a:r>
            <a:r>
              <a:rPr lang="de-DE" sz="1200" spc="9">
                <a:solidFill>
                  <a:schemeClr val="bg1"/>
                </a:solidFill>
              </a:rPr>
              <a:t> werden zu </a:t>
            </a:r>
            <a:r>
              <a:rPr lang="de-DE" sz="1200" b="1" spc="9">
                <a:solidFill>
                  <a:schemeClr val="bg1"/>
                </a:solidFill>
              </a:rPr>
              <a:t>perfekt aufeinander abgestimmten Rundläufen </a:t>
            </a:r>
            <a:r>
              <a:rPr lang="de-DE" sz="1200" spc="9">
                <a:solidFill>
                  <a:schemeClr val="bg1"/>
                </a:solidFill>
              </a:rPr>
              <a:t>kombiniert.  Dadurch werden </a:t>
            </a:r>
            <a:r>
              <a:rPr lang="de-DE" sz="1200" b="1" spc="9">
                <a:solidFill>
                  <a:schemeClr val="bg1"/>
                </a:solidFill>
              </a:rPr>
              <a:t>nur</a:t>
            </a:r>
            <a:r>
              <a:rPr lang="de-DE" sz="1200" spc="9">
                <a:solidFill>
                  <a:schemeClr val="bg1"/>
                </a:solidFill>
              </a:rPr>
              <a:t> </a:t>
            </a:r>
            <a:r>
              <a:rPr lang="de-DE" sz="1200" b="1" spc="9">
                <a:solidFill>
                  <a:schemeClr val="bg1"/>
                </a:solidFill>
              </a:rPr>
              <a:t>etwa 3%</a:t>
            </a:r>
            <a:r>
              <a:rPr lang="de-DE" sz="1200" spc="9">
                <a:solidFill>
                  <a:schemeClr val="bg1"/>
                </a:solidFill>
              </a:rPr>
              <a:t> der täglichen </a:t>
            </a:r>
            <a:r>
              <a:rPr lang="de-DE" sz="1200" b="1" spc="9">
                <a:solidFill>
                  <a:schemeClr val="bg1"/>
                </a:solidFill>
              </a:rPr>
              <a:t>Strecke leer gefahren</a:t>
            </a:r>
            <a:r>
              <a:rPr lang="de-DE" sz="1200" spc="9">
                <a:solidFill>
                  <a:schemeClr val="bg1"/>
                </a:solidFill>
              </a:rPr>
              <a:t>.</a:t>
            </a:r>
          </a:p>
        </p:txBody>
      </p:sp>
    </p:spTree>
    <p:extLst>
      <p:ext uri="{BB962C8B-B14F-4D97-AF65-F5344CB8AC3E}">
        <p14:creationId xmlns:p14="http://schemas.microsoft.com/office/powerpoint/2010/main" val="2992616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838432" cy="684121"/>
          </a:xfrm>
        </p:spPr>
        <p:txBody>
          <a:bodyPr/>
          <a:lstStyle/>
          <a:p>
            <a:r>
              <a:rPr lang="de-DE"/>
              <a:t>SWOT Analyse der Geschäftstätigkeit </a:t>
            </a:r>
          </a:p>
        </p:txBody>
      </p:sp>
      <p:sp>
        <p:nvSpPr>
          <p:cNvPr id="148" name="Textfeld 19">
            <a:extLst>
              <a:ext uri="{FF2B5EF4-FFF2-40B4-BE49-F238E27FC236}">
                <a16:creationId xmlns:a16="http://schemas.microsoft.com/office/drawing/2014/main" id="{BDE7DDC4-7AE9-41D4-AC83-C8D595884A53}"/>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4" name="object 12">
            <a:extLst>
              <a:ext uri="{FF2B5EF4-FFF2-40B4-BE49-F238E27FC236}">
                <a16:creationId xmlns:a16="http://schemas.microsoft.com/office/drawing/2014/main" id="{67FE0D45-D3F1-40DF-B39D-33C41A602512}"/>
              </a:ext>
            </a:extLst>
          </p:cNvPr>
          <p:cNvSpPr/>
          <p:nvPr/>
        </p:nvSpPr>
        <p:spPr>
          <a:xfrm>
            <a:off x="302807" y="945244"/>
            <a:ext cx="4860000" cy="225080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156" name="object 15">
            <a:extLst>
              <a:ext uri="{FF2B5EF4-FFF2-40B4-BE49-F238E27FC236}">
                <a16:creationId xmlns:a16="http://schemas.microsoft.com/office/drawing/2014/main" id="{BCAA9927-71BC-48C5-A1CE-DAB6F75A295B}"/>
              </a:ext>
            </a:extLst>
          </p:cNvPr>
          <p:cNvSpPr/>
          <p:nvPr/>
        </p:nvSpPr>
        <p:spPr>
          <a:xfrm>
            <a:off x="388219" y="1311107"/>
            <a:ext cx="4716000" cy="1806562"/>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b="1" spc="9">
              <a:latin typeface="Calibri"/>
              <a:cs typeface="Calibri"/>
            </a:endParaRPr>
          </a:p>
          <a:p>
            <a:pPr marL="172085" algn="just"/>
            <a:endParaRPr lang="de-DE" sz="1100" spc="10">
              <a:latin typeface="Calibri"/>
              <a:cs typeface="Calibri"/>
            </a:endParaRPr>
          </a:p>
        </p:txBody>
      </p:sp>
      <p:sp>
        <p:nvSpPr>
          <p:cNvPr id="158" name="object 40">
            <a:extLst>
              <a:ext uri="{FF2B5EF4-FFF2-40B4-BE49-F238E27FC236}">
                <a16:creationId xmlns:a16="http://schemas.microsoft.com/office/drawing/2014/main" id="{578817D8-7A72-434C-A790-B289042F28E0}"/>
              </a:ext>
            </a:extLst>
          </p:cNvPr>
          <p:cNvSpPr/>
          <p:nvPr/>
        </p:nvSpPr>
        <p:spPr>
          <a:xfrm>
            <a:off x="302810" y="945243"/>
            <a:ext cx="4860000" cy="288000"/>
          </a:xfrm>
          <a:custGeom>
            <a:avLst/>
            <a:gdLst/>
            <a:ahLst/>
            <a:cxnLst/>
            <a:rect l="l" t="t" r="r" b="b"/>
            <a:pathLst>
              <a:path w="8057515" h="330834">
                <a:moveTo>
                  <a:pt x="0" y="0"/>
                </a:moveTo>
                <a:lnTo>
                  <a:pt x="8057388" y="0"/>
                </a:lnTo>
                <a:lnTo>
                  <a:pt x="8057388" y="330708"/>
                </a:lnTo>
                <a:lnTo>
                  <a:pt x="0" y="330708"/>
                </a:lnTo>
                <a:lnTo>
                  <a:pt x="0" y="0"/>
                </a:lnTo>
                <a:close/>
              </a:path>
            </a:pathLst>
          </a:custGeom>
          <a:solidFill>
            <a:srgbClr val="0092CF"/>
          </a:solidFill>
        </p:spPr>
        <p:txBody>
          <a:bodyPr wrap="square" lIns="0" tIns="0" rIns="0" bIns="0" rtlCol="0" anchor="ctr"/>
          <a:lstStyle/>
          <a:p>
            <a:r>
              <a:rPr lang="de-DE" sz="1400" b="1">
                <a:solidFill>
                  <a:schemeClr val="bg1"/>
                </a:solidFill>
              </a:rPr>
              <a:t>  Stärken</a:t>
            </a:r>
            <a:endParaRPr sz="1400" b="1">
              <a:solidFill>
                <a:schemeClr val="bg1"/>
              </a:solidFill>
            </a:endParaRPr>
          </a:p>
        </p:txBody>
      </p:sp>
      <p:sp>
        <p:nvSpPr>
          <p:cNvPr id="162" name="object 12">
            <a:extLst>
              <a:ext uri="{FF2B5EF4-FFF2-40B4-BE49-F238E27FC236}">
                <a16:creationId xmlns:a16="http://schemas.microsoft.com/office/drawing/2014/main" id="{3E840FD3-D0A1-4168-9266-E921D2F165DD}"/>
              </a:ext>
            </a:extLst>
          </p:cNvPr>
          <p:cNvSpPr/>
          <p:nvPr/>
        </p:nvSpPr>
        <p:spPr>
          <a:xfrm>
            <a:off x="5262439" y="945244"/>
            <a:ext cx="4860000" cy="225080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164" name="object 40">
            <a:extLst>
              <a:ext uri="{FF2B5EF4-FFF2-40B4-BE49-F238E27FC236}">
                <a16:creationId xmlns:a16="http://schemas.microsoft.com/office/drawing/2014/main" id="{E596CA36-C257-40C7-BE7F-7290CF834DE8}"/>
              </a:ext>
            </a:extLst>
          </p:cNvPr>
          <p:cNvSpPr/>
          <p:nvPr/>
        </p:nvSpPr>
        <p:spPr>
          <a:xfrm>
            <a:off x="5262439" y="945243"/>
            <a:ext cx="4860000" cy="288000"/>
          </a:xfrm>
          <a:custGeom>
            <a:avLst/>
            <a:gdLst/>
            <a:ahLst/>
            <a:cxnLst/>
            <a:rect l="l" t="t" r="r" b="b"/>
            <a:pathLst>
              <a:path w="8057515" h="330834">
                <a:moveTo>
                  <a:pt x="0" y="0"/>
                </a:moveTo>
                <a:lnTo>
                  <a:pt x="8057388" y="0"/>
                </a:lnTo>
                <a:lnTo>
                  <a:pt x="8057388" y="330708"/>
                </a:lnTo>
                <a:lnTo>
                  <a:pt x="0" y="330708"/>
                </a:lnTo>
                <a:lnTo>
                  <a:pt x="0" y="0"/>
                </a:lnTo>
                <a:close/>
              </a:path>
            </a:pathLst>
          </a:custGeom>
          <a:solidFill>
            <a:srgbClr val="0092CF"/>
          </a:solidFill>
        </p:spPr>
        <p:txBody>
          <a:bodyPr wrap="square" lIns="0" tIns="0" rIns="0" bIns="0" rtlCol="0" anchor="ctr"/>
          <a:lstStyle/>
          <a:p>
            <a:r>
              <a:rPr lang="de-DE" sz="1400" b="1">
                <a:solidFill>
                  <a:schemeClr val="bg1"/>
                </a:solidFill>
              </a:rPr>
              <a:t>  Schwächen</a:t>
            </a:r>
            <a:endParaRPr sz="1400" b="1">
              <a:solidFill>
                <a:schemeClr val="bg1"/>
              </a:solidFill>
            </a:endParaRPr>
          </a:p>
        </p:txBody>
      </p:sp>
      <p:sp>
        <p:nvSpPr>
          <p:cNvPr id="174" name="object 15">
            <a:extLst>
              <a:ext uri="{FF2B5EF4-FFF2-40B4-BE49-F238E27FC236}">
                <a16:creationId xmlns:a16="http://schemas.microsoft.com/office/drawing/2014/main" id="{1051DB07-3A5A-4B33-8AFD-75D5BD90443A}"/>
              </a:ext>
            </a:extLst>
          </p:cNvPr>
          <p:cNvSpPr/>
          <p:nvPr/>
        </p:nvSpPr>
        <p:spPr>
          <a:xfrm>
            <a:off x="5324194" y="1311107"/>
            <a:ext cx="4716000" cy="180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b="1" spc="9">
              <a:latin typeface="Calibri"/>
              <a:cs typeface="Calibri"/>
            </a:endParaRPr>
          </a:p>
          <a:p>
            <a:pPr marL="172085" algn="just"/>
            <a:endParaRPr lang="de-DE" sz="1100" spc="10">
              <a:latin typeface="Calibri"/>
              <a:cs typeface="Calibri"/>
            </a:endParaRPr>
          </a:p>
        </p:txBody>
      </p:sp>
      <p:sp>
        <p:nvSpPr>
          <p:cNvPr id="178" name="object 12">
            <a:extLst>
              <a:ext uri="{FF2B5EF4-FFF2-40B4-BE49-F238E27FC236}">
                <a16:creationId xmlns:a16="http://schemas.microsoft.com/office/drawing/2014/main" id="{6395C42F-CA6B-4C90-9D89-C3EC88B482B1}"/>
              </a:ext>
            </a:extLst>
          </p:cNvPr>
          <p:cNvSpPr/>
          <p:nvPr/>
        </p:nvSpPr>
        <p:spPr>
          <a:xfrm>
            <a:off x="302807" y="3296091"/>
            <a:ext cx="4860000" cy="225080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180" name="object 15">
            <a:extLst>
              <a:ext uri="{FF2B5EF4-FFF2-40B4-BE49-F238E27FC236}">
                <a16:creationId xmlns:a16="http://schemas.microsoft.com/office/drawing/2014/main" id="{63C559D0-234A-43B6-A3A9-5E4CF9E5CA20}"/>
              </a:ext>
            </a:extLst>
          </p:cNvPr>
          <p:cNvSpPr/>
          <p:nvPr/>
        </p:nvSpPr>
        <p:spPr>
          <a:xfrm>
            <a:off x="395839" y="3661954"/>
            <a:ext cx="4716000" cy="180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b="1" spc="9">
              <a:latin typeface="Calibri"/>
              <a:cs typeface="Calibri"/>
            </a:endParaRPr>
          </a:p>
          <a:p>
            <a:pPr marL="172085" algn="just"/>
            <a:endParaRPr lang="de-DE" sz="1100" spc="10">
              <a:latin typeface="Calibri"/>
              <a:cs typeface="Calibri"/>
            </a:endParaRPr>
          </a:p>
        </p:txBody>
      </p:sp>
      <p:sp>
        <p:nvSpPr>
          <p:cNvPr id="182" name="object 40">
            <a:extLst>
              <a:ext uri="{FF2B5EF4-FFF2-40B4-BE49-F238E27FC236}">
                <a16:creationId xmlns:a16="http://schemas.microsoft.com/office/drawing/2014/main" id="{7DD736B8-1BC8-41D6-BDB3-33213F7B40AE}"/>
              </a:ext>
            </a:extLst>
          </p:cNvPr>
          <p:cNvSpPr/>
          <p:nvPr/>
        </p:nvSpPr>
        <p:spPr>
          <a:xfrm>
            <a:off x="302810" y="3296090"/>
            <a:ext cx="4860000" cy="288000"/>
          </a:xfrm>
          <a:custGeom>
            <a:avLst/>
            <a:gdLst/>
            <a:ahLst/>
            <a:cxnLst/>
            <a:rect l="l" t="t" r="r" b="b"/>
            <a:pathLst>
              <a:path w="8057515" h="330834">
                <a:moveTo>
                  <a:pt x="0" y="0"/>
                </a:moveTo>
                <a:lnTo>
                  <a:pt x="8057388" y="0"/>
                </a:lnTo>
                <a:lnTo>
                  <a:pt x="8057388" y="330708"/>
                </a:lnTo>
                <a:lnTo>
                  <a:pt x="0" y="330708"/>
                </a:lnTo>
                <a:lnTo>
                  <a:pt x="0" y="0"/>
                </a:lnTo>
                <a:close/>
              </a:path>
            </a:pathLst>
          </a:custGeom>
          <a:solidFill>
            <a:srgbClr val="0092CF"/>
          </a:solidFill>
        </p:spPr>
        <p:txBody>
          <a:bodyPr wrap="square" lIns="0" tIns="0" rIns="0" bIns="0" rtlCol="0"/>
          <a:lstStyle/>
          <a:p>
            <a:r>
              <a:rPr lang="de-DE" b="1">
                <a:solidFill>
                  <a:schemeClr val="bg1"/>
                </a:solidFill>
              </a:rPr>
              <a:t>  </a:t>
            </a:r>
            <a:r>
              <a:rPr lang="de-DE" sz="1400" b="1">
                <a:solidFill>
                  <a:schemeClr val="bg1"/>
                </a:solidFill>
              </a:rPr>
              <a:t>Möglichkeiten</a:t>
            </a:r>
            <a:endParaRPr lang="de-DE" b="1">
              <a:solidFill>
                <a:schemeClr val="bg1"/>
              </a:solidFill>
            </a:endParaRPr>
          </a:p>
        </p:txBody>
      </p:sp>
      <p:sp>
        <p:nvSpPr>
          <p:cNvPr id="184" name="object 12">
            <a:extLst>
              <a:ext uri="{FF2B5EF4-FFF2-40B4-BE49-F238E27FC236}">
                <a16:creationId xmlns:a16="http://schemas.microsoft.com/office/drawing/2014/main" id="{6F753EA2-DA0D-450B-AD4B-AE4CA3D7C06F}"/>
              </a:ext>
            </a:extLst>
          </p:cNvPr>
          <p:cNvSpPr/>
          <p:nvPr/>
        </p:nvSpPr>
        <p:spPr>
          <a:xfrm>
            <a:off x="5262439" y="3296091"/>
            <a:ext cx="4860000" cy="2250802"/>
          </a:xfrm>
          <a:custGeom>
            <a:avLst/>
            <a:gdLst/>
            <a:ahLst/>
            <a:cxnLst/>
            <a:rect l="l" t="t" r="r" b="b"/>
            <a:pathLst>
              <a:path w="8051800" h="5481955">
                <a:moveTo>
                  <a:pt x="0" y="0"/>
                </a:moveTo>
                <a:lnTo>
                  <a:pt x="8051292" y="0"/>
                </a:lnTo>
                <a:lnTo>
                  <a:pt x="8051292" y="5481827"/>
                </a:lnTo>
                <a:lnTo>
                  <a:pt x="0" y="5481827"/>
                </a:lnTo>
                <a:lnTo>
                  <a:pt x="0" y="0"/>
                </a:lnTo>
                <a:close/>
              </a:path>
            </a:pathLst>
          </a:custGeom>
          <a:ln w="3175">
            <a:solidFill>
              <a:srgbClr val="A5A5A5"/>
            </a:solidFill>
          </a:ln>
        </p:spPr>
        <p:txBody>
          <a:bodyPr wrap="square" lIns="0" tIns="0" rIns="0" bIns="0" rtlCol="0"/>
          <a:lstStyle/>
          <a:p>
            <a:endParaRPr/>
          </a:p>
        </p:txBody>
      </p:sp>
      <p:sp>
        <p:nvSpPr>
          <p:cNvPr id="186" name="object 40">
            <a:extLst>
              <a:ext uri="{FF2B5EF4-FFF2-40B4-BE49-F238E27FC236}">
                <a16:creationId xmlns:a16="http://schemas.microsoft.com/office/drawing/2014/main" id="{F55D05B6-DE3F-491A-85B1-B58BA4368CF7}"/>
              </a:ext>
            </a:extLst>
          </p:cNvPr>
          <p:cNvSpPr/>
          <p:nvPr/>
        </p:nvSpPr>
        <p:spPr>
          <a:xfrm>
            <a:off x="5262439" y="3296090"/>
            <a:ext cx="4860000" cy="288000"/>
          </a:xfrm>
          <a:custGeom>
            <a:avLst/>
            <a:gdLst/>
            <a:ahLst/>
            <a:cxnLst/>
            <a:rect l="l" t="t" r="r" b="b"/>
            <a:pathLst>
              <a:path w="8057515" h="330834">
                <a:moveTo>
                  <a:pt x="0" y="0"/>
                </a:moveTo>
                <a:lnTo>
                  <a:pt x="8057388" y="0"/>
                </a:lnTo>
                <a:lnTo>
                  <a:pt x="8057388" y="330708"/>
                </a:lnTo>
                <a:lnTo>
                  <a:pt x="0" y="330708"/>
                </a:lnTo>
                <a:lnTo>
                  <a:pt x="0" y="0"/>
                </a:lnTo>
                <a:close/>
              </a:path>
            </a:pathLst>
          </a:custGeom>
          <a:solidFill>
            <a:srgbClr val="0092CF"/>
          </a:solidFill>
        </p:spPr>
        <p:txBody>
          <a:bodyPr wrap="square" lIns="0" tIns="0" rIns="0" bIns="0" rtlCol="0" anchor="ctr"/>
          <a:lstStyle/>
          <a:p>
            <a:r>
              <a:rPr lang="de-DE" sz="1400"/>
              <a:t>  </a:t>
            </a:r>
            <a:r>
              <a:rPr lang="de-DE" sz="1400" b="1">
                <a:solidFill>
                  <a:schemeClr val="bg1"/>
                </a:solidFill>
              </a:rPr>
              <a:t>Bedrohungen</a:t>
            </a:r>
            <a:endParaRPr sz="1400" b="1">
              <a:solidFill>
                <a:schemeClr val="bg1"/>
              </a:solidFill>
            </a:endParaRPr>
          </a:p>
        </p:txBody>
      </p:sp>
      <p:sp>
        <p:nvSpPr>
          <p:cNvPr id="188" name="object 15">
            <a:extLst>
              <a:ext uri="{FF2B5EF4-FFF2-40B4-BE49-F238E27FC236}">
                <a16:creationId xmlns:a16="http://schemas.microsoft.com/office/drawing/2014/main" id="{456F0AD5-AEA8-4DEC-A1C2-2FF6F441A909}"/>
              </a:ext>
            </a:extLst>
          </p:cNvPr>
          <p:cNvSpPr/>
          <p:nvPr/>
        </p:nvSpPr>
        <p:spPr>
          <a:xfrm>
            <a:off x="5324194" y="3661954"/>
            <a:ext cx="4716000" cy="1800000"/>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2085" algn="just"/>
            <a:endParaRPr lang="de-DE" sz="1100" b="1" spc="9">
              <a:latin typeface="Calibri"/>
              <a:cs typeface="Calibri"/>
            </a:endParaRPr>
          </a:p>
          <a:p>
            <a:pPr marL="172085" algn="just"/>
            <a:endParaRPr lang="de-DE" sz="1100" spc="10">
              <a:latin typeface="Calibri"/>
              <a:cs typeface="Calibri"/>
            </a:endParaRPr>
          </a:p>
        </p:txBody>
      </p:sp>
      <p:sp>
        <p:nvSpPr>
          <p:cNvPr id="190" name="Textfeld 189">
            <a:extLst>
              <a:ext uri="{FF2B5EF4-FFF2-40B4-BE49-F238E27FC236}">
                <a16:creationId xmlns:a16="http://schemas.microsoft.com/office/drawing/2014/main" id="{B36F91B8-CACB-4D52-86F5-3C4C5ADB9E75}"/>
              </a:ext>
            </a:extLst>
          </p:cNvPr>
          <p:cNvSpPr txBox="1"/>
          <p:nvPr/>
        </p:nvSpPr>
        <p:spPr>
          <a:xfrm>
            <a:off x="302807" y="1301365"/>
            <a:ext cx="4716000" cy="1800000"/>
          </a:xfrm>
          <a:prstGeom prst="rect">
            <a:avLst/>
          </a:prstGeom>
          <a:noFill/>
        </p:spPr>
        <p:txBody>
          <a:bodyPr wrap="square">
            <a:noAutofit/>
          </a:bodyPr>
          <a:lstStyle/>
          <a:p>
            <a:pPr marL="98425" marR="193675" algn="just">
              <a:lnSpc>
                <a:spcPct val="103499"/>
              </a:lnSpc>
              <a:spcBef>
                <a:spcPts val="105"/>
              </a:spcBef>
              <a:tabLst>
                <a:tab pos="284480" algn="l"/>
                <a:tab pos="285115" algn="l"/>
              </a:tabLst>
            </a:pPr>
            <a:r>
              <a:rPr lang="de-DE" sz="1200" spc="15">
                <a:latin typeface="Calibri"/>
                <a:cs typeface="Calibri"/>
              </a:rPr>
              <a:t>Geringe Kapitalbindung und langfristig niedriges Fixkostenniveau:</a:t>
            </a:r>
          </a:p>
          <a:p>
            <a:pPr marL="284480" marR="193675" indent="-186055" algn="just">
              <a:lnSpc>
                <a:spcPct val="103499"/>
              </a:lnSpc>
              <a:spcBef>
                <a:spcPts val="105"/>
              </a:spcBef>
              <a:buFont typeface="Arial"/>
              <a:buChar char="•"/>
              <a:tabLst>
                <a:tab pos="284480" algn="l"/>
                <a:tab pos="285115" algn="l"/>
              </a:tabLst>
            </a:pPr>
            <a:endParaRPr lang="de-DE" sz="1200" spc="15">
              <a:latin typeface="Calibri"/>
              <a:cs typeface="Calibri"/>
            </a:endParaRPr>
          </a:p>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Das Kostenrisiko ist zu einem großen Anteil an Subunternehmer ausgelagert.</a:t>
            </a:r>
          </a:p>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Dadurch kann das Unternehmen sehr flexibel auf die Auftragslage reagieren</a:t>
            </a:r>
          </a:p>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Das Dieselpreisrisiko ist größtenteils auf die Kunden ausgelagert. </a:t>
            </a:r>
          </a:p>
        </p:txBody>
      </p:sp>
      <p:sp>
        <p:nvSpPr>
          <p:cNvPr id="192" name="Textfeld 191">
            <a:extLst>
              <a:ext uri="{FF2B5EF4-FFF2-40B4-BE49-F238E27FC236}">
                <a16:creationId xmlns:a16="http://schemas.microsoft.com/office/drawing/2014/main" id="{621866F1-DD34-4D18-9772-2A5E97A09756}"/>
              </a:ext>
            </a:extLst>
          </p:cNvPr>
          <p:cNvSpPr txBox="1"/>
          <p:nvPr/>
        </p:nvSpPr>
        <p:spPr>
          <a:xfrm>
            <a:off x="5225134" y="1327330"/>
            <a:ext cx="4766969" cy="1868715"/>
          </a:xfrm>
          <a:prstGeom prst="rect">
            <a:avLst/>
          </a:prstGeom>
          <a:noFill/>
        </p:spPr>
        <p:txBody>
          <a:bodyPr wrap="square">
            <a:noAutofit/>
          </a:bodyPr>
          <a:lstStyle/>
          <a:p>
            <a:pPr marL="284480" marR="193675" indent="-186055">
              <a:lnSpc>
                <a:spcPct val="103499"/>
              </a:lnSpc>
              <a:spcBef>
                <a:spcPts val="105"/>
              </a:spcBef>
              <a:buFont typeface="Arial"/>
              <a:buChar char="•"/>
              <a:tabLst>
                <a:tab pos="284480" algn="l"/>
                <a:tab pos="285115" algn="l"/>
              </a:tabLst>
            </a:pPr>
            <a:r>
              <a:rPr lang="de-DE" sz="1200" spc="15">
                <a:latin typeface="Calibri"/>
                <a:cs typeface="Calibri"/>
              </a:rPr>
              <a:t>Investitionen in den Bereich der Digitalisierung notwendig (Neue ERP Software im September 2020 eingeführt)</a:t>
            </a:r>
          </a:p>
          <a:p>
            <a:pPr marL="284480" marR="193675" indent="-186055">
              <a:lnSpc>
                <a:spcPct val="103499"/>
              </a:lnSpc>
              <a:spcBef>
                <a:spcPts val="105"/>
              </a:spcBef>
              <a:buFont typeface="Arial"/>
              <a:buChar char="•"/>
              <a:tabLst>
                <a:tab pos="284480" algn="l"/>
                <a:tab pos="285115" algn="l"/>
              </a:tabLst>
            </a:pPr>
            <a:r>
              <a:rPr lang="de-DE" sz="1200" spc="15">
                <a:latin typeface="Calibri"/>
                <a:cs typeface="Calibri"/>
              </a:rPr>
              <a:t>Fehlende Kapazitäten von 40 t LKW bei Aufträgen von Großkunden</a:t>
            </a:r>
          </a:p>
        </p:txBody>
      </p:sp>
      <p:sp>
        <p:nvSpPr>
          <p:cNvPr id="194" name="Textfeld 193">
            <a:extLst>
              <a:ext uri="{FF2B5EF4-FFF2-40B4-BE49-F238E27FC236}">
                <a16:creationId xmlns:a16="http://schemas.microsoft.com/office/drawing/2014/main" id="{1A3DD6CF-FE04-4692-B441-E84FCE4C6E25}"/>
              </a:ext>
            </a:extLst>
          </p:cNvPr>
          <p:cNvSpPr txBox="1"/>
          <p:nvPr/>
        </p:nvSpPr>
        <p:spPr>
          <a:xfrm>
            <a:off x="327259" y="3668154"/>
            <a:ext cx="4716000" cy="1292466"/>
          </a:xfrm>
          <a:prstGeom prst="rect">
            <a:avLst/>
          </a:prstGeom>
          <a:noFill/>
        </p:spPr>
        <p:txBody>
          <a:bodyPr wrap="square">
            <a:spAutoFit/>
          </a:bodyPr>
          <a:lstStyle/>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Sehr attraktives Marktwachstum in den internationalen Märkten der Klein-Paketsendungen und Paketen bis 30kg.</a:t>
            </a:r>
          </a:p>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Stabiler Kundenstamm und unbefristete Lieferverträge mit langjährigen Stammkunden.</a:t>
            </a:r>
          </a:p>
          <a:p>
            <a:pPr marL="284480" marR="193675" indent="-186055" algn="just">
              <a:lnSpc>
                <a:spcPct val="103499"/>
              </a:lnSpc>
              <a:spcBef>
                <a:spcPts val="105"/>
              </a:spcBef>
              <a:buFont typeface="Arial"/>
              <a:buChar char="•"/>
              <a:tabLst>
                <a:tab pos="284480" algn="l"/>
                <a:tab pos="285115" algn="l"/>
              </a:tabLst>
            </a:pPr>
            <a:r>
              <a:rPr lang="de-DE" sz="1200" spc="15">
                <a:latin typeface="Calibri"/>
                <a:cs typeface="Calibri"/>
              </a:rPr>
              <a:t>Eine weitere Ausweitung des Logistikangebots und somit die Gewinnung neuer Zielgruppen sehr gut möglich. </a:t>
            </a:r>
          </a:p>
        </p:txBody>
      </p:sp>
      <p:sp>
        <p:nvSpPr>
          <p:cNvPr id="196" name="Textfeld 195">
            <a:extLst>
              <a:ext uri="{FF2B5EF4-FFF2-40B4-BE49-F238E27FC236}">
                <a16:creationId xmlns:a16="http://schemas.microsoft.com/office/drawing/2014/main" id="{88E5B558-559F-47F9-88B0-45A726266B83}"/>
              </a:ext>
            </a:extLst>
          </p:cNvPr>
          <p:cNvSpPr txBox="1"/>
          <p:nvPr/>
        </p:nvSpPr>
        <p:spPr>
          <a:xfrm>
            <a:off x="5324194" y="3661027"/>
            <a:ext cx="4667909" cy="760465"/>
          </a:xfrm>
          <a:prstGeom prst="rect">
            <a:avLst/>
          </a:prstGeom>
          <a:noFill/>
        </p:spPr>
        <p:txBody>
          <a:bodyPr wrap="square">
            <a:spAutoFit/>
          </a:bodyPr>
          <a:lstStyle/>
          <a:p>
            <a:pPr marL="284480" marR="455930" indent="-186055">
              <a:lnSpc>
                <a:spcPct val="103499"/>
              </a:lnSpc>
              <a:spcBef>
                <a:spcPts val="95"/>
              </a:spcBef>
              <a:buFont typeface="Arial"/>
              <a:buChar char="•"/>
              <a:tabLst>
                <a:tab pos="284480" algn="l"/>
                <a:tab pos="285115" algn="l"/>
              </a:tabLst>
            </a:pPr>
            <a:r>
              <a:rPr lang="de-DE" sz="1200" spc="10">
                <a:latin typeface="Calibri"/>
                <a:cs typeface="Calibri"/>
              </a:rPr>
              <a:t>Begrenzte Verfügbarkeit von Subunternehmern bei steigenden Auftragsvolumen</a:t>
            </a:r>
          </a:p>
          <a:p>
            <a:pPr marL="98425" marR="455930">
              <a:lnSpc>
                <a:spcPct val="103499"/>
              </a:lnSpc>
              <a:spcBef>
                <a:spcPts val="95"/>
              </a:spcBef>
              <a:tabLst>
                <a:tab pos="284480" algn="l"/>
                <a:tab pos="285115" algn="l"/>
              </a:tabLst>
            </a:pPr>
            <a:endParaRPr lang="de-DE" sz="1800" spc="10">
              <a:latin typeface="Calibri"/>
              <a:cs typeface="Calibri"/>
            </a:endParaRPr>
          </a:p>
        </p:txBody>
      </p:sp>
      <p:sp>
        <p:nvSpPr>
          <p:cNvPr id="198" name="Foliennummernplatzhalter 3">
            <a:extLst>
              <a:ext uri="{FF2B5EF4-FFF2-40B4-BE49-F238E27FC236}">
                <a16:creationId xmlns:a16="http://schemas.microsoft.com/office/drawing/2014/main" id="{BA43853D-E1EA-452B-A392-5257D0754C18}"/>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18</a:t>
            </a:fld>
            <a:endParaRPr lang="de-DE"/>
          </a:p>
        </p:txBody>
      </p:sp>
    </p:spTree>
    <p:extLst>
      <p:ext uri="{BB962C8B-B14F-4D97-AF65-F5344CB8AC3E}">
        <p14:creationId xmlns:p14="http://schemas.microsoft.com/office/powerpoint/2010/main" val="895173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5</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44966"/>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Kundengruppen und Partnerschaften</a:t>
            </a: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9583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Kundengruppen</a:t>
            </a:r>
          </a:p>
        </p:txBody>
      </p:sp>
      <p:sp>
        <p:nvSpPr>
          <p:cNvPr id="37" name="Textfeld 19">
            <a:extLst>
              <a:ext uri="{FF2B5EF4-FFF2-40B4-BE49-F238E27FC236}">
                <a16:creationId xmlns:a16="http://schemas.microsoft.com/office/drawing/2014/main" id="{1B22B0CB-5A4E-4309-82D4-5A0CD3CCC242}"/>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5" name="Foliennummernplatzhalter 3">
            <a:extLst>
              <a:ext uri="{FF2B5EF4-FFF2-40B4-BE49-F238E27FC236}">
                <a16:creationId xmlns:a16="http://schemas.microsoft.com/office/drawing/2014/main" id="{730B51CF-8528-4461-9B46-5543C3178EB5}"/>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20</a:t>
            </a:fld>
            <a:endParaRPr lang="de-DE"/>
          </a:p>
        </p:txBody>
      </p:sp>
      <p:sp>
        <p:nvSpPr>
          <p:cNvPr id="61" name="object 14">
            <a:extLst>
              <a:ext uri="{FF2B5EF4-FFF2-40B4-BE49-F238E27FC236}">
                <a16:creationId xmlns:a16="http://schemas.microsoft.com/office/drawing/2014/main" id="{1B449A55-0FA3-4BF1-8888-CBD9228F38E0}"/>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77470" marR="73660">
              <a:lnSpc>
                <a:spcPct val="103200"/>
              </a:lnSpc>
              <a:spcBef>
                <a:spcPts val="545"/>
              </a:spcBef>
            </a:pPr>
            <a:r>
              <a:rPr lang="de-DE" sz="1200" spc="15">
                <a:solidFill>
                  <a:schemeClr val="bg1"/>
                </a:solidFill>
                <a:latin typeface="Calibri"/>
                <a:cs typeface="Calibri"/>
              </a:rPr>
              <a:t>Die D</a:t>
            </a:r>
            <a:r>
              <a:rPr lang="de-DE" sz="1200" b="1" spc="15">
                <a:solidFill>
                  <a:schemeClr val="bg1"/>
                </a:solidFill>
                <a:latin typeface="Calibri"/>
                <a:cs typeface="Calibri"/>
              </a:rPr>
              <a:t>eliverit Logistics GmbH</a:t>
            </a:r>
            <a:r>
              <a:rPr lang="de-DE" sz="1200" spc="15">
                <a:solidFill>
                  <a:schemeClr val="bg1"/>
                </a:solidFill>
                <a:latin typeface="Calibri"/>
                <a:cs typeface="Calibri"/>
              </a:rPr>
              <a:t> verfügt über </a:t>
            </a:r>
            <a:r>
              <a:rPr lang="de-DE" sz="1200" b="1" spc="15">
                <a:solidFill>
                  <a:schemeClr val="bg1"/>
                </a:solidFill>
                <a:latin typeface="Calibri"/>
                <a:cs typeface="Calibri"/>
              </a:rPr>
              <a:t>namhafte Kunden </a:t>
            </a:r>
            <a:r>
              <a:rPr lang="de-DE" sz="1200" spc="15">
                <a:solidFill>
                  <a:schemeClr val="bg1"/>
                </a:solidFill>
                <a:latin typeface="Calibri"/>
                <a:cs typeface="Calibri"/>
              </a:rPr>
              <a:t>und </a:t>
            </a:r>
            <a:r>
              <a:rPr lang="de-DE" sz="1200" b="1" spc="15">
                <a:solidFill>
                  <a:schemeClr val="bg1"/>
                </a:solidFill>
                <a:latin typeface="Calibri"/>
                <a:cs typeface="Calibri"/>
              </a:rPr>
              <a:t>Kundenbeziehungen </a:t>
            </a:r>
            <a:r>
              <a:rPr lang="de-DE" sz="1200" spc="15">
                <a:solidFill>
                  <a:schemeClr val="bg1"/>
                </a:solidFill>
                <a:latin typeface="Calibri"/>
                <a:cs typeface="Calibri"/>
              </a:rPr>
              <a:t>welche </a:t>
            </a:r>
            <a:r>
              <a:rPr lang="de-DE" sz="1200" b="1" spc="15">
                <a:solidFill>
                  <a:schemeClr val="bg1"/>
                </a:solidFill>
                <a:latin typeface="Calibri"/>
                <a:cs typeface="Calibri"/>
              </a:rPr>
              <a:t>bis zu 25 Jahre </a:t>
            </a:r>
            <a:r>
              <a:rPr lang="de-DE" sz="1200" spc="15">
                <a:solidFill>
                  <a:schemeClr val="bg1"/>
                </a:solidFill>
                <a:latin typeface="Calibri"/>
                <a:cs typeface="Calibri"/>
              </a:rPr>
              <a:t>zurück reichen. </a:t>
            </a:r>
          </a:p>
          <a:p>
            <a:pPr marL="77470" marR="73660">
              <a:lnSpc>
                <a:spcPct val="103200"/>
              </a:lnSpc>
              <a:spcBef>
                <a:spcPts val="545"/>
              </a:spcBef>
            </a:pPr>
            <a:r>
              <a:rPr lang="de-DE" sz="1200" b="1" spc="15">
                <a:solidFill>
                  <a:schemeClr val="bg1"/>
                </a:solidFill>
                <a:latin typeface="Calibri"/>
                <a:cs typeface="Calibri"/>
              </a:rPr>
              <a:t>Es bestehen </a:t>
            </a:r>
            <a:r>
              <a:rPr lang="de-DE" sz="1200" spc="15">
                <a:solidFill>
                  <a:schemeClr val="bg1"/>
                </a:solidFill>
                <a:latin typeface="Calibri"/>
                <a:cs typeface="Calibri"/>
              </a:rPr>
              <a:t>mehrere </a:t>
            </a:r>
            <a:r>
              <a:rPr lang="de-DE" sz="1200" b="1" spc="15">
                <a:solidFill>
                  <a:schemeClr val="bg1"/>
                </a:solidFill>
                <a:latin typeface="Calibri"/>
                <a:cs typeface="Calibri"/>
              </a:rPr>
              <a:t>unbefristete Verträge </a:t>
            </a:r>
            <a:r>
              <a:rPr lang="de-DE" sz="1200" spc="15">
                <a:solidFill>
                  <a:schemeClr val="bg1"/>
                </a:solidFill>
                <a:latin typeface="Calibri"/>
                <a:cs typeface="Calibri"/>
              </a:rPr>
              <a:t>und </a:t>
            </a:r>
            <a:r>
              <a:rPr lang="de-DE" sz="1200" b="1" spc="15">
                <a:solidFill>
                  <a:schemeClr val="bg1"/>
                </a:solidFill>
                <a:latin typeface="Calibri"/>
                <a:cs typeface="Calibri"/>
              </a:rPr>
              <a:t>einige über</a:t>
            </a:r>
            <a:r>
              <a:rPr lang="de-DE" sz="1200" spc="15">
                <a:solidFill>
                  <a:schemeClr val="bg1"/>
                </a:solidFill>
                <a:latin typeface="Calibri"/>
                <a:cs typeface="Calibri"/>
              </a:rPr>
              <a:t> bis zu </a:t>
            </a:r>
            <a:r>
              <a:rPr lang="de-DE" sz="1200" b="1" spc="15">
                <a:solidFill>
                  <a:schemeClr val="bg1"/>
                </a:solidFill>
                <a:latin typeface="Calibri"/>
                <a:cs typeface="Calibri"/>
              </a:rPr>
              <a:t>10 Jahre</a:t>
            </a:r>
            <a:r>
              <a:rPr lang="de-DE" sz="1200" spc="15">
                <a:solidFill>
                  <a:schemeClr val="bg1"/>
                </a:solidFill>
                <a:latin typeface="Calibri"/>
                <a:cs typeface="Calibri"/>
              </a:rPr>
              <a:t>.</a:t>
            </a:r>
            <a:endParaRPr lang="de-DE" sz="100" spc="15">
              <a:solidFill>
                <a:schemeClr val="bg1"/>
              </a:solidFill>
              <a:latin typeface="Calibri"/>
              <a:cs typeface="Calibri"/>
            </a:endParaRPr>
          </a:p>
          <a:p>
            <a:pPr marL="77470" marR="73660">
              <a:lnSpc>
                <a:spcPct val="103200"/>
              </a:lnSpc>
              <a:spcBef>
                <a:spcPts val="545"/>
              </a:spcBef>
            </a:pPr>
            <a:r>
              <a:rPr lang="de-DE" sz="1200" b="1" spc="15">
                <a:solidFill>
                  <a:schemeClr val="bg1"/>
                </a:solidFill>
                <a:latin typeface="Calibri"/>
                <a:cs typeface="Calibri"/>
              </a:rPr>
              <a:t>Deliverit</a:t>
            </a:r>
            <a:r>
              <a:rPr lang="de-DE" sz="1200" spc="15">
                <a:solidFill>
                  <a:schemeClr val="bg1"/>
                </a:solidFill>
                <a:latin typeface="Calibri"/>
                <a:cs typeface="Calibri"/>
              </a:rPr>
              <a:t> hat es sich zum </a:t>
            </a:r>
            <a:r>
              <a:rPr lang="de-DE" sz="1200" b="1" spc="15">
                <a:solidFill>
                  <a:schemeClr val="bg1"/>
                </a:solidFill>
                <a:latin typeface="Calibri"/>
                <a:cs typeface="Calibri"/>
              </a:rPr>
              <a:t>Ziel</a:t>
            </a:r>
            <a:r>
              <a:rPr lang="de-DE" sz="1200" spc="15">
                <a:solidFill>
                  <a:schemeClr val="bg1"/>
                </a:solidFill>
                <a:latin typeface="Calibri"/>
                <a:cs typeface="Calibri"/>
              </a:rPr>
              <a:t> gemacht, sich </a:t>
            </a:r>
            <a:r>
              <a:rPr lang="de-DE" sz="1200" b="1" spc="15">
                <a:solidFill>
                  <a:schemeClr val="bg1"/>
                </a:solidFill>
                <a:latin typeface="Calibri"/>
                <a:cs typeface="Calibri"/>
              </a:rPr>
              <a:t>durch die Erschließung</a:t>
            </a:r>
            <a:r>
              <a:rPr lang="de-DE" sz="1200" spc="15">
                <a:solidFill>
                  <a:schemeClr val="bg1"/>
                </a:solidFill>
                <a:latin typeface="Calibri"/>
                <a:cs typeface="Calibri"/>
              </a:rPr>
              <a:t> neuer, </a:t>
            </a:r>
            <a:r>
              <a:rPr lang="de-DE" sz="1200" b="1" spc="15">
                <a:solidFill>
                  <a:schemeClr val="bg1"/>
                </a:solidFill>
                <a:latin typeface="Calibri"/>
                <a:cs typeface="Calibri"/>
              </a:rPr>
              <a:t>gewinnversprechender Geschäftsbereiche</a:t>
            </a:r>
            <a:r>
              <a:rPr lang="de-DE" sz="1200" spc="15">
                <a:solidFill>
                  <a:schemeClr val="bg1"/>
                </a:solidFill>
                <a:latin typeface="Calibri"/>
                <a:cs typeface="Calibri"/>
              </a:rPr>
              <a:t> </a:t>
            </a:r>
            <a:r>
              <a:rPr lang="de-DE" sz="1200" b="1" spc="15">
                <a:solidFill>
                  <a:schemeClr val="bg1"/>
                </a:solidFill>
                <a:latin typeface="Calibri"/>
                <a:cs typeface="Calibri"/>
              </a:rPr>
              <a:t>vor Clusterrisiken zu schützen.</a:t>
            </a:r>
            <a:endParaRPr lang="de-DE" sz="100" spc="15">
              <a:solidFill>
                <a:schemeClr val="bg1"/>
              </a:solidFill>
              <a:latin typeface="Calibri"/>
              <a:cs typeface="Calibri"/>
            </a:endParaRPr>
          </a:p>
          <a:p>
            <a:pPr marL="77470" marR="73660">
              <a:lnSpc>
                <a:spcPct val="103200"/>
              </a:lnSpc>
              <a:spcBef>
                <a:spcPts val="545"/>
              </a:spcBef>
            </a:pPr>
            <a:r>
              <a:rPr lang="de-DE" sz="1200" b="1" spc="15">
                <a:solidFill>
                  <a:schemeClr val="bg1"/>
                </a:solidFill>
                <a:latin typeface="Calibri"/>
                <a:cs typeface="Calibri"/>
              </a:rPr>
              <a:t>Aufgrund</a:t>
            </a:r>
            <a:r>
              <a:rPr lang="de-DE" sz="1200" spc="15">
                <a:solidFill>
                  <a:schemeClr val="bg1"/>
                </a:solidFill>
                <a:latin typeface="Calibri"/>
                <a:cs typeface="Calibri"/>
              </a:rPr>
              <a:t> </a:t>
            </a:r>
            <a:r>
              <a:rPr lang="de-DE" sz="1200" b="1" spc="15">
                <a:solidFill>
                  <a:schemeClr val="bg1"/>
                </a:solidFill>
                <a:latin typeface="Calibri"/>
                <a:cs typeface="Calibri"/>
              </a:rPr>
              <a:t>zahlreicher</a:t>
            </a:r>
            <a:r>
              <a:rPr lang="de-DE" sz="1200" spc="15">
                <a:solidFill>
                  <a:schemeClr val="bg1"/>
                </a:solidFill>
                <a:latin typeface="Calibri"/>
                <a:cs typeface="Calibri"/>
              </a:rPr>
              <a:t> </a:t>
            </a:r>
            <a:r>
              <a:rPr lang="de-DE" sz="1200" b="1" spc="15">
                <a:solidFill>
                  <a:schemeClr val="bg1"/>
                </a:solidFill>
                <a:latin typeface="Calibri"/>
                <a:cs typeface="Calibri"/>
              </a:rPr>
              <a:t>Kundenbeziehungen</a:t>
            </a:r>
            <a:r>
              <a:rPr lang="de-DE" sz="1200" spc="15">
                <a:solidFill>
                  <a:schemeClr val="bg1"/>
                </a:solidFill>
                <a:latin typeface="Calibri"/>
                <a:cs typeface="Calibri"/>
              </a:rPr>
              <a:t> ist </a:t>
            </a:r>
            <a:r>
              <a:rPr lang="de-DE" sz="1200" b="1" spc="15">
                <a:solidFill>
                  <a:schemeClr val="bg1"/>
                </a:solidFill>
                <a:latin typeface="Calibri"/>
                <a:cs typeface="Calibri"/>
              </a:rPr>
              <a:t>Deliverit</a:t>
            </a:r>
            <a:r>
              <a:rPr lang="de-DE" sz="1200" spc="15">
                <a:solidFill>
                  <a:schemeClr val="bg1"/>
                </a:solidFill>
                <a:latin typeface="Calibri"/>
                <a:cs typeface="Calibri"/>
              </a:rPr>
              <a:t> </a:t>
            </a:r>
            <a:r>
              <a:rPr lang="de-DE" sz="1200" b="1" spc="15">
                <a:solidFill>
                  <a:schemeClr val="bg1"/>
                </a:solidFill>
                <a:latin typeface="Calibri"/>
                <a:cs typeface="Calibri"/>
              </a:rPr>
              <a:t>nicht</a:t>
            </a:r>
            <a:r>
              <a:rPr lang="de-DE" sz="1200" spc="15">
                <a:solidFill>
                  <a:schemeClr val="bg1"/>
                </a:solidFill>
                <a:latin typeface="Calibri"/>
                <a:cs typeface="Calibri"/>
              </a:rPr>
              <a:t> in </a:t>
            </a:r>
            <a:r>
              <a:rPr lang="de-DE" sz="1200" b="1" spc="15">
                <a:solidFill>
                  <a:schemeClr val="bg1"/>
                </a:solidFill>
                <a:latin typeface="Calibri"/>
                <a:cs typeface="Calibri"/>
              </a:rPr>
              <a:t>Abhängigkeit</a:t>
            </a:r>
            <a:r>
              <a:rPr lang="de-DE" sz="1200" spc="15">
                <a:solidFill>
                  <a:schemeClr val="bg1"/>
                </a:solidFill>
                <a:latin typeface="Calibri"/>
                <a:cs typeface="Calibri"/>
              </a:rPr>
              <a:t> zu einem </a:t>
            </a:r>
            <a:r>
              <a:rPr lang="de-DE" sz="1200" b="1" spc="15">
                <a:solidFill>
                  <a:schemeClr val="bg1"/>
                </a:solidFill>
                <a:latin typeface="Calibri"/>
                <a:cs typeface="Calibri"/>
              </a:rPr>
              <a:t>einzelnen Kunden </a:t>
            </a:r>
            <a:r>
              <a:rPr lang="de-DE" sz="1200" spc="15">
                <a:solidFill>
                  <a:schemeClr val="bg1"/>
                </a:solidFill>
                <a:latin typeface="Calibri"/>
                <a:cs typeface="Calibri"/>
              </a:rPr>
              <a:t>oder </a:t>
            </a:r>
            <a:r>
              <a:rPr lang="de-DE" sz="1200" b="1" spc="15">
                <a:solidFill>
                  <a:schemeClr val="bg1"/>
                </a:solidFill>
                <a:latin typeface="Calibri"/>
                <a:cs typeface="Calibri"/>
              </a:rPr>
              <a:t>einer Kundengruppe.</a:t>
            </a:r>
          </a:p>
        </p:txBody>
      </p:sp>
      <p:sp>
        <p:nvSpPr>
          <p:cNvPr id="65" name="object 12">
            <a:extLst>
              <a:ext uri="{FF2B5EF4-FFF2-40B4-BE49-F238E27FC236}">
                <a16:creationId xmlns:a16="http://schemas.microsoft.com/office/drawing/2014/main" id="{9B6990D0-4653-4BC7-8739-842A5B7D2169}"/>
              </a:ext>
            </a:extLst>
          </p:cNvPr>
          <p:cNvSpPr/>
          <p:nvPr/>
        </p:nvSpPr>
        <p:spPr>
          <a:xfrm>
            <a:off x="6257744" y="921899"/>
            <a:ext cx="3897776" cy="2139119"/>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graphicFrame>
        <p:nvGraphicFramePr>
          <p:cNvPr id="99" name="Diagramm 98">
            <a:extLst>
              <a:ext uri="{FF2B5EF4-FFF2-40B4-BE49-F238E27FC236}">
                <a16:creationId xmlns:a16="http://schemas.microsoft.com/office/drawing/2014/main" id="{8DD585A7-CA93-4580-9985-9598DC394710}"/>
              </a:ext>
            </a:extLst>
          </p:cNvPr>
          <p:cNvGraphicFramePr/>
          <p:nvPr>
            <p:extLst>
              <p:ext uri="{D42A27DB-BD31-4B8C-83A1-F6EECF244321}">
                <p14:modId xmlns:p14="http://schemas.microsoft.com/office/powerpoint/2010/main" val="3278170652"/>
              </p:ext>
            </p:extLst>
          </p:nvPr>
        </p:nvGraphicFramePr>
        <p:xfrm>
          <a:off x="6498433" y="1292080"/>
          <a:ext cx="3358942" cy="1696973"/>
        </p:xfrm>
        <a:graphic>
          <a:graphicData uri="http://schemas.openxmlformats.org/drawingml/2006/chart">
            <c:chart xmlns:c="http://schemas.openxmlformats.org/drawingml/2006/chart" xmlns:r="http://schemas.openxmlformats.org/officeDocument/2006/relationships" r:id="rId2"/>
          </a:graphicData>
        </a:graphic>
      </p:graphicFrame>
      <p:sp>
        <p:nvSpPr>
          <p:cNvPr id="100" name="object 12">
            <a:extLst>
              <a:ext uri="{FF2B5EF4-FFF2-40B4-BE49-F238E27FC236}">
                <a16:creationId xmlns:a16="http://schemas.microsoft.com/office/drawing/2014/main" id="{ACBB60F7-0A80-45A4-A365-5E4E39929B21}"/>
              </a:ext>
            </a:extLst>
          </p:cNvPr>
          <p:cNvSpPr/>
          <p:nvPr/>
        </p:nvSpPr>
        <p:spPr>
          <a:xfrm>
            <a:off x="2253761" y="916659"/>
            <a:ext cx="3915410" cy="2139119"/>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101" name="object 18">
            <a:extLst>
              <a:ext uri="{FF2B5EF4-FFF2-40B4-BE49-F238E27FC236}">
                <a16:creationId xmlns:a16="http://schemas.microsoft.com/office/drawing/2014/main" id="{58AC4A36-F71C-4097-933B-0D4B2E40D6EC}"/>
              </a:ext>
            </a:extLst>
          </p:cNvPr>
          <p:cNvSpPr/>
          <p:nvPr/>
        </p:nvSpPr>
        <p:spPr>
          <a:xfrm>
            <a:off x="2334534" y="1288769"/>
            <a:ext cx="3761740" cy="664015"/>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endParaRPr/>
          </a:p>
        </p:txBody>
      </p:sp>
      <p:sp>
        <p:nvSpPr>
          <p:cNvPr id="102" name="Textfeld 101">
            <a:extLst>
              <a:ext uri="{FF2B5EF4-FFF2-40B4-BE49-F238E27FC236}">
                <a16:creationId xmlns:a16="http://schemas.microsoft.com/office/drawing/2014/main" id="{A23FD5C7-247E-459A-BE5F-DE29A4C64485}"/>
              </a:ext>
            </a:extLst>
          </p:cNvPr>
          <p:cNvSpPr txBox="1"/>
          <p:nvPr/>
        </p:nvSpPr>
        <p:spPr>
          <a:xfrm>
            <a:off x="2185566" y="1281022"/>
            <a:ext cx="4232909" cy="656013"/>
          </a:xfrm>
          <a:prstGeom prst="rect">
            <a:avLst/>
          </a:prstGeom>
          <a:noFill/>
        </p:spPr>
        <p:txBody>
          <a:bodyPr wrap="square">
            <a:spAutoFit/>
          </a:bodyPr>
          <a:lstStyle/>
          <a:p>
            <a:pPr marL="347980" marR="264160" indent="-171450" algn="just">
              <a:lnSpc>
                <a:spcPct val="103299"/>
              </a:lnSpc>
              <a:spcBef>
                <a:spcPts val="1070"/>
              </a:spcBef>
              <a:buFont typeface="Arial" panose="020B0604020202020204" pitchFamily="34" charset="0"/>
              <a:buChar char="•"/>
            </a:pPr>
            <a:r>
              <a:rPr lang="de-DE" sz="1200">
                <a:latin typeface="Calibri"/>
                <a:cs typeface="Calibri"/>
              </a:rPr>
              <a:t>64% des Umsatzes mit den Top 5 Kunden.</a:t>
            </a:r>
          </a:p>
          <a:p>
            <a:pPr marL="347980" marR="264160" indent="-171450" algn="just">
              <a:lnSpc>
                <a:spcPct val="103299"/>
              </a:lnSpc>
              <a:spcBef>
                <a:spcPts val="0"/>
              </a:spcBef>
              <a:buFont typeface="Arial" panose="020B0604020202020204" pitchFamily="34" charset="0"/>
              <a:buChar char="•"/>
            </a:pPr>
            <a:r>
              <a:rPr lang="de-DE" sz="1200">
                <a:latin typeface="Calibri"/>
                <a:cs typeface="Calibri"/>
              </a:rPr>
              <a:t>Größtenteils langfristige oder unbefristete Verträge </a:t>
            </a:r>
          </a:p>
          <a:p>
            <a:pPr marL="347980" marR="264160" indent="-171450" algn="just">
              <a:lnSpc>
                <a:spcPct val="103299"/>
              </a:lnSpc>
              <a:spcBef>
                <a:spcPts val="0"/>
              </a:spcBef>
              <a:buFont typeface="Arial" panose="020B0604020202020204" pitchFamily="34" charset="0"/>
              <a:buChar char="•"/>
            </a:pPr>
            <a:r>
              <a:rPr lang="de-DE" sz="1200">
                <a:latin typeface="Calibri"/>
                <a:cs typeface="Calibri"/>
              </a:rPr>
              <a:t>Neukundengewinnung durch stetige Diversifizierung</a:t>
            </a:r>
          </a:p>
        </p:txBody>
      </p:sp>
      <p:sp>
        <p:nvSpPr>
          <p:cNvPr id="103" name="object 18">
            <a:extLst>
              <a:ext uri="{FF2B5EF4-FFF2-40B4-BE49-F238E27FC236}">
                <a16:creationId xmlns:a16="http://schemas.microsoft.com/office/drawing/2014/main" id="{CF1F547E-C236-436B-B96A-ACDE80AB0B35}"/>
              </a:ext>
            </a:extLst>
          </p:cNvPr>
          <p:cNvSpPr/>
          <p:nvPr/>
        </p:nvSpPr>
        <p:spPr>
          <a:xfrm>
            <a:off x="2334533" y="2048479"/>
            <a:ext cx="3740898" cy="924195"/>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endParaRPr/>
          </a:p>
        </p:txBody>
      </p:sp>
      <p:sp>
        <p:nvSpPr>
          <p:cNvPr id="104" name="Textfeld 103">
            <a:extLst>
              <a:ext uri="{FF2B5EF4-FFF2-40B4-BE49-F238E27FC236}">
                <a16:creationId xmlns:a16="http://schemas.microsoft.com/office/drawing/2014/main" id="{E7C016EC-2949-48DA-8EDC-72C92A00612D}"/>
              </a:ext>
            </a:extLst>
          </p:cNvPr>
          <p:cNvSpPr txBox="1"/>
          <p:nvPr/>
        </p:nvSpPr>
        <p:spPr>
          <a:xfrm>
            <a:off x="2168463" y="2029855"/>
            <a:ext cx="4000708" cy="846194"/>
          </a:xfrm>
          <a:prstGeom prst="rect">
            <a:avLst/>
          </a:prstGeom>
          <a:noFill/>
        </p:spPr>
        <p:txBody>
          <a:bodyPr wrap="square">
            <a:spAutoFit/>
          </a:bodyPr>
          <a:lstStyle/>
          <a:p>
            <a:pPr marL="176530" marR="238125" algn="just">
              <a:lnSpc>
                <a:spcPct val="103200"/>
              </a:lnSpc>
            </a:pPr>
            <a:r>
              <a:rPr lang="de-DE" sz="1200" spc="10">
                <a:latin typeface="Calibri"/>
                <a:cs typeface="Calibri"/>
              </a:rPr>
              <a:t>Deliverit besitzt ein ausgeglichenes Kundenportfolio mit </a:t>
            </a:r>
            <a:r>
              <a:rPr lang="de-DE" sz="1200" spc="10">
                <a:latin typeface="+mn-lt"/>
                <a:cs typeface="Calibri"/>
              </a:rPr>
              <a:t>langfristigen </a:t>
            </a:r>
            <a:r>
              <a:rPr lang="de-DE" sz="1200" spc="10">
                <a:latin typeface="Calibri"/>
                <a:cs typeface="Calibri"/>
              </a:rPr>
              <a:t>Verträgen. Dies verschafft dem Unternehmen und potentiellen Investoren gesteigerte Sicherheit in der Finanzplanung.</a:t>
            </a:r>
            <a:endParaRPr lang="de-DE" sz="1200">
              <a:latin typeface="Calibri"/>
              <a:cs typeface="Calibri"/>
            </a:endParaRPr>
          </a:p>
        </p:txBody>
      </p:sp>
      <p:sp>
        <p:nvSpPr>
          <p:cNvPr id="117" name="object 15">
            <a:extLst>
              <a:ext uri="{FF2B5EF4-FFF2-40B4-BE49-F238E27FC236}">
                <a16:creationId xmlns:a16="http://schemas.microsoft.com/office/drawing/2014/main" id="{AB290114-02A5-4A1E-88C8-49DD53CA9DC5}"/>
              </a:ext>
            </a:extLst>
          </p:cNvPr>
          <p:cNvSpPr txBox="1"/>
          <p:nvPr/>
        </p:nvSpPr>
        <p:spPr>
          <a:xfrm>
            <a:off x="6265437" y="920490"/>
            <a:ext cx="3888992" cy="288000"/>
          </a:xfrm>
          <a:prstGeom prst="rect">
            <a:avLst/>
          </a:prstGeom>
          <a:solidFill>
            <a:srgbClr val="0092CF"/>
          </a:solidFill>
          <a:ln>
            <a:solidFill>
              <a:srgbClr val="0081C5"/>
            </a:solidFill>
          </a:ln>
        </p:spPr>
        <p:txBody>
          <a:bodyPr vert="horz" wrap="square" lIns="0" tIns="69215" rIns="0" bIns="0" rtlCol="0">
            <a:spAutoFit/>
          </a:bodyPr>
          <a:lstStyle/>
          <a:p>
            <a:pPr marL="77470" marR="73660">
              <a:lnSpc>
                <a:spcPct val="103200"/>
              </a:lnSpc>
              <a:spcBef>
                <a:spcPts val="545"/>
              </a:spcBef>
            </a:pPr>
            <a:endParaRPr lang="de-DE" sz="1150" b="1" spc="15">
              <a:solidFill>
                <a:schemeClr val="bg1"/>
              </a:solidFill>
              <a:latin typeface="Calibri"/>
              <a:cs typeface="Calibri"/>
            </a:endParaRPr>
          </a:p>
        </p:txBody>
      </p:sp>
      <p:grpSp>
        <p:nvGrpSpPr>
          <p:cNvPr id="118" name="Gruppieren 117">
            <a:extLst>
              <a:ext uri="{FF2B5EF4-FFF2-40B4-BE49-F238E27FC236}">
                <a16:creationId xmlns:a16="http://schemas.microsoft.com/office/drawing/2014/main" id="{B05B7D2B-4327-46A2-9F33-D9525B97B0AE}"/>
              </a:ext>
            </a:extLst>
          </p:cNvPr>
          <p:cNvGrpSpPr/>
          <p:nvPr/>
        </p:nvGrpSpPr>
        <p:grpSpPr>
          <a:xfrm>
            <a:off x="2243830" y="907418"/>
            <a:ext cx="3925341" cy="307777"/>
            <a:chOff x="2164915" y="892299"/>
            <a:chExt cx="3928704" cy="307777"/>
          </a:xfrm>
        </p:grpSpPr>
        <p:sp>
          <p:nvSpPr>
            <p:cNvPr id="119" name="object 19">
              <a:extLst>
                <a:ext uri="{FF2B5EF4-FFF2-40B4-BE49-F238E27FC236}">
                  <a16:creationId xmlns:a16="http://schemas.microsoft.com/office/drawing/2014/main" id="{866E3796-9483-4C8D-B2ED-A9985DF0EDD1}"/>
                </a:ext>
              </a:extLst>
            </p:cNvPr>
            <p:cNvSpPr txBox="1"/>
            <p:nvPr/>
          </p:nvSpPr>
          <p:spPr>
            <a:xfrm>
              <a:off x="2176370" y="904875"/>
              <a:ext cx="3917249" cy="288000"/>
            </a:xfrm>
            <a:prstGeom prst="rect">
              <a:avLst/>
            </a:prstGeom>
            <a:solidFill>
              <a:srgbClr val="0092CF"/>
            </a:solidFill>
          </p:spPr>
          <p:txBody>
            <a:bodyPr vert="horz" wrap="square" lIns="0" tIns="67310" rIns="0" bIns="0" rtlCol="0">
              <a:spAutoFit/>
            </a:bodyPr>
            <a:lstStyle>
              <a:defPPr>
                <a:defRPr lang="de-DE"/>
              </a:defPPr>
              <a:lvl1pPr marL="100330">
                <a:lnSpc>
                  <a:spcPct val="100000"/>
                </a:lnSpc>
                <a:spcBef>
                  <a:spcPts val="530"/>
                </a:spcBef>
                <a:defRPr sz="1150" b="1" spc="15">
                  <a:solidFill>
                    <a:srgbClr val="FFFFFF"/>
                  </a:solidFill>
                  <a:latin typeface="Calibri"/>
                  <a:cs typeface="Calibri"/>
                </a:defRPr>
              </a:lvl1pPr>
            </a:lstStyle>
            <a:p>
              <a:endParaRPr sz="1200"/>
            </a:p>
          </p:txBody>
        </p:sp>
        <p:sp>
          <p:nvSpPr>
            <p:cNvPr id="120" name="Textfeld 119">
              <a:extLst>
                <a:ext uri="{FF2B5EF4-FFF2-40B4-BE49-F238E27FC236}">
                  <a16:creationId xmlns:a16="http://schemas.microsoft.com/office/drawing/2014/main" id="{7330C23B-A3C8-41CC-9B9D-2AD2CDAF0643}"/>
                </a:ext>
              </a:extLst>
            </p:cNvPr>
            <p:cNvSpPr txBox="1"/>
            <p:nvPr/>
          </p:nvSpPr>
          <p:spPr>
            <a:xfrm>
              <a:off x="2164915" y="892299"/>
              <a:ext cx="3476790" cy="307777"/>
            </a:xfrm>
            <a:prstGeom prst="rect">
              <a:avLst/>
            </a:prstGeom>
            <a:noFill/>
          </p:spPr>
          <p:txBody>
            <a:bodyPr wrap="square">
              <a:spAutoFit/>
            </a:bodyPr>
            <a:lstStyle/>
            <a:p>
              <a:r>
                <a:rPr lang="de-DE" sz="1400" b="1">
                  <a:solidFill>
                    <a:schemeClr val="bg1"/>
                  </a:solidFill>
                </a:rPr>
                <a:t>Übersicht</a:t>
              </a:r>
            </a:p>
          </p:txBody>
        </p:sp>
      </p:grpSp>
      <p:sp>
        <p:nvSpPr>
          <p:cNvPr id="82" name="Textfeld 81">
            <a:extLst>
              <a:ext uri="{FF2B5EF4-FFF2-40B4-BE49-F238E27FC236}">
                <a16:creationId xmlns:a16="http://schemas.microsoft.com/office/drawing/2014/main" id="{241773CD-10E7-4905-B123-431CB68C2374}"/>
              </a:ext>
            </a:extLst>
          </p:cNvPr>
          <p:cNvSpPr txBox="1"/>
          <p:nvPr/>
        </p:nvSpPr>
        <p:spPr>
          <a:xfrm>
            <a:off x="6174935" y="921747"/>
            <a:ext cx="3912365" cy="307777"/>
          </a:xfrm>
          <a:prstGeom prst="rect">
            <a:avLst/>
          </a:prstGeom>
          <a:noFill/>
        </p:spPr>
        <p:txBody>
          <a:bodyPr wrap="square">
            <a:spAutoFit/>
          </a:bodyPr>
          <a:lstStyle/>
          <a:p>
            <a:pPr marL="100330">
              <a:lnSpc>
                <a:spcPct val="100000"/>
              </a:lnSpc>
              <a:spcBef>
                <a:spcPts val="555"/>
              </a:spcBef>
            </a:pPr>
            <a:r>
              <a:rPr lang="de-DE" sz="1400" b="1" spc="10">
                <a:solidFill>
                  <a:srgbClr val="FFFFFF"/>
                </a:solidFill>
                <a:latin typeface="Calibri"/>
                <a:cs typeface="Calibri"/>
              </a:rPr>
              <a:t>Top 6 Kunden (Anteil am Umsatz in 2020, in %)</a:t>
            </a:r>
            <a:endParaRPr lang="de-DE" sz="1200">
              <a:latin typeface="Calibri"/>
              <a:cs typeface="Calibri"/>
            </a:endParaRPr>
          </a:p>
        </p:txBody>
      </p:sp>
      <p:sp>
        <p:nvSpPr>
          <p:cNvPr id="122" name="object 13">
            <a:extLst>
              <a:ext uri="{FF2B5EF4-FFF2-40B4-BE49-F238E27FC236}">
                <a16:creationId xmlns:a16="http://schemas.microsoft.com/office/drawing/2014/main" id="{3A7F78FA-31BF-4742-ADF6-3CC7A1413912}"/>
              </a:ext>
            </a:extLst>
          </p:cNvPr>
          <p:cNvSpPr/>
          <p:nvPr/>
        </p:nvSpPr>
        <p:spPr>
          <a:xfrm>
            <a:off x="6258575" y="3119112"/>
            <a:ext cx="3891608" cy="2726610"/>
          </a:xfrm>
          <a:custGeom>
            <a:avLst/>
            <a:gdLst/>
            <a:ahLst/>
            <a:cxnLst/>
            <a:rect l="l" t="t" r="r" b="b"/>
            <a:pathLst>
              <a:path w="3915409" h="2642870">
                <a:moveTo>
                  <a:pt x="0" y="0"/>
                </a:moveTo>
                <a:lnTo>
                  <a:pt x="3915156" y="0"/>
                </a:lnTo>
                <a:lnTo>
                  <a:pt x="3915156" y="2642615"/>
                </a:lnTo>
                <a:lnTo>
                  <a:pt x="0" y="2642615"/>
                </a:lnTo>
                <a:lnTo>
                  <a:pt x="0" y="0"/>
                </a:lnTo>
                <a:close/>
              </a:path>
            </a:pathLst>
          </a:custGeom>
          <a:ln w="3175">
            <a:solidFill>
              <a:srgbClr val="A5A5A5"/>
            </a:solidFill>
          </a:ln>
        </p:spPr>
        <p:txBody>
          <a:bodyPr wrap="square" lIns="0" tIns="0" rIns="0" bIns="0" rtlCol="0"/>
          <a:lstStyle/>
          <a:p>
            <a:endParaRPr/>
          </a:p>
        </p:txBody>
      </p:sp>
      <p:sp>
        <p:nvSpPr>
          <p:cNvPr id="123" name="object 14">
            <a:extLst>
              <a:ext uri="{FF2B5EF4-FFF2-40B4-BE49-F238E27FC236}">
                <a16:creationId xmlns:a16="http://schemas.microsoft.com/office/drawing/2014/main" id="{0F57522B-7EE6-4E4B-A687-E229148CA5B4}"/>
              </a:ext>
            </a:extLst>
          </p:cNvPr>
          <p:cNvSpPr/>
          <p:nvPr/>
        </p:nvSpPr>
        <p:spPr>
          <a:xfrm>
            <a:off x="6325560" y="3476065"/>
            <a:ext cx="3761740" cy="2304921"/>
          </a:xfrm>
          <a:custGeom>
            <a:avLst/>
            <a:gdLst/>
            <a:ahLst/>
            <a:cxnLst/>
            <a:rect l="l" t="t" r="r" b="b"/>
            <a:pathLst>
              <a:path w="3761740" h="2164079">
                <a:moveTo>
                  <a:pt x="0" y="0"/>
                </a:moveTo>
                <a:lnTo>
                  <a:pt x="3761231" y="0"/>
                </a:lnTo>
                <a:lnTo>
                  <a:pt x="3761231" y="2164080"/>
                </a:lnTo>
                <a:lnTo>
                  <a:pt x="0" y="2164080"/>
                </a:lnTo>
                <a:lnTo>
                  <a:pt x="0" y="0"/>
                </a:lnTo>
                <a:close/>
              </a:path>
            </a:pathLst>
          </a:custGeom>
          <a:solidFill>
            <a:srgbClr val="F2F2F2"/>
          </a:solidFill>
        </p:spPr>
        <p:txBody>
          <a:bodyPr wrap="square" lIns="0" tIns="0" rIns="0" bIns="0" rtlCol="0"/>
          <a:lstStyle/>
          <a:p>
            <a:endParaRPr/>
          </a:p>
        </p:txBody>
      </p:sp>
      <p:sp>
        <p:nvSpPr>
          <p:cNvPr id="124" name="object 15">
            <a:extLst>
              <a:ext uri="{FF2B5EF4-FFF2-40B4-BE49-F238E27FC236}">
                <a16:creationId xmlns:a16="http://schemas.microsoft.com/office/drawing/2014/main" id="{32991508-9C70-458B-B99C-8AC099C0E8D1}"/>
              </a:ext>
            </a:extLst>
          </p:cNvPr>
          <p:cNvSpPr/>
          <p:nvPr/>
        </p:nvSpPr>
        <p:spPr>
          <a:xfrm>
            <a:off x="6668459" y="3600697"/>
            <a:ext cx="554990" cy="553720"/>
          </a:xfrm>
          <a:custGeom>
            <a:avLst/>
            <a:gdLst/>
            <a:ahLst/>
            <a:cxnLst/>
            <a:rect l="l" t="t" r="r" b="b"/>
            <a:pathLst>
              <a:path w="554990" h="553720">
                <a:moveTo>
                  <a:pt x="277368" y="553212"/>
                </a:moveTo>
                <a:lnTo>
                  <a:pt x="227717" y="548769"/>
                </a:lnTo>
                <a:lnTo>
                  <a:pt x="180902" y="535960"/>
                </a:lnTo>
                <a:lnTo>
                  <a:pt x="137724" y="515563"/>
                </a:lnTo>
                <a:lnTo>
                  <a:pt x="98986" y="488355"/>
                </a:lnTo>
                <a:lnTo>
                  <a:pt x="65492" y="455113"/>
                </a:lnTo>
                <a:lnTo>
                  <a:pt x="38043" y="416616"/>
                </a:lnTo>
                <a:lnTo>
                  <a:pt x="17443" y="373641"/>
                </a:lnTo>
                <a:lnTo>
                  <a:pt x="4494" y="326965"/>
                </a:lnTo>
                <a:lnTo>
                  <a:pt x="0" y="277368"/>
                </a:lnTo>
                <a:lnTo>
                  <a:pt x="4494" y="227316"/>
                </a:lnTo>
                <a:lnTo>
                  <a:pt x="17443" y="180287"/>
                </a:lnTo>
                <a:lnTo>
                  <a:pt x="38043" y="137047"/>
                </a:lnTo>
                <a:lnTo>
                  <a:pt x="65492" y="98359"/>
                </a:lnTo>
                <a:lnTo>
                  <a:pt x="98986" y="64990"/>
                </a:lnTo>
                <a:lnTo>
                  <a:pt x="137724" y="37704"/>
                </a:lnTo>
                <a:lnTo>
                  <a:pt x="180902" y="17267"/>
                </a:lnTo>
                <a:lnTo>
                  <a:pt x="227717" y="4444"/>
                </a:lnTo>
                <a:lnTo>
                  <a:pt x="277368" y="0"/>
                </a:lnTo>
                <a:lnTo>
                  <a:pt x="327419" y="4444"/>
                </a:lnTo>
                <a:lnTo>
                  <a:pt x="374448" y="17267"/>
                </a:lnTo>
                <a:lnTo>
                  <a:pt x="417688" y="37704"/>
                </a:lnTo>
                <a:lnTo>
                  <a:pt x="456376" y="64990"/>
                </a:lnTo>
                <a:lnTo>
                  <a:pt x="489745" y="98359"/>
                </a:lnTo>
                <a:lnTo>
                  <a:pt x="517031" y="137047"/>
                </a:lnTo>
                <a:lnTo>
                  <a:pt x="537468" y="180287"/>
                </a:lnTo>
                <a:lnTo>
                  <a:pt x="550291" y="227316"/>
                </a:lnTo>
                <a:lnTo>
                  <a:pt x="554736" y="277368"/>
                </a:lnTo>
                <a:lnTo>
                  <a:pt x="550291" y="326965"/>
                </a:lnTo>
                <a:lnTo>
                  <a:pt x="537468" y="373641"/>
                </a:lnTo>
                <a:lnTo>
                  <a:pt x="517031" y="416616"/>
                </a:lnTo>
                <a:lnTo>
                  <a:pt x="489745" y="455113"/>
                </a:lnTo>
                <a:lnTo>
                  <a:pt x="456376" y="488355"/>
                </a:lnTo>
                <a:lnTo>
                  <a:pt x="417688" y="515563"/>
                </a:lnTo>
                <a:lnTo>
                  <a:pt x="374448" y="535960"/>
                </a:lnTo>
                <a:lnTo>
                  <a:pt x="327419" y="548769"/>
                </a:lnTo>
                <a:lnTo>
                  <a:pt x="277368" y="553212"/>
                </a:lnTo>
                <a:close/>
              </a:path>
            </a:pathLst>
          </a:custGeom>
          <a:solidFill>
            <a:srgbClr val="0092CF"/>
          </a:solidFill>
        </p:spPr>
        <p:txBody>
          <a:bodyPr wrap="square" lIns="0" tIns="0" rIns="0" bIns="0" rtlCol="0"/>
          <a:lstStyle/>
          <a:p>
            <a:endParaRPr/>
          </a:p>
        </p:txBody>
      </p:sp>
      <p:sp>
        <p:nvSpPr>
          <p:cNvPr id="125" name="object 16">
            <a:extLst>
              <a:ext uri="{FF2B5EF4-FFF2-40B4-BE49-F238E27FC236}">
                <a16:creationId xmlns:a16="http://schemas.microsoft.com/office/drawing/2014/main" id="{0F9CA085-1C6B-486E-8F01-764FA649A11B}"/>
              </a:ext>
            </a:extLst>
          </p:cNvPr>
          <p:cNvSpPr/>
          <p:nvPr/>
        </p:nvSpPr>
        <p:spPr>
          <a:xfrm>
            <a:off x="7962335" y="3600697"/>
            <a:ext cx="554990" cy="553720"/>
          </a:xfrm>
          <a:custGeom>
            <a:avLst/>
            <a:gdLst/>
            <a:ahLst/>
            <a:cxnLst/>
            <a:rect l="l" t="t" r="r" b="b"/>
            <a:pathLst>
              <a:path w="554990" h="553720">
                <a:moveTo>
                  <a:pt x="277368" y="553212"/>
                </a:moveTo>
                <a:lnTo>
                  <a:pt x="227717" y="548769"/>
                </a:lnTo>
                <a:lnTo>
                  <a:pt x="180902" y="535960"/>
                </a:lnTo>
                <a:lnTo>
                  <a:pt x="137724" y="515563"/>
                </a:lnTo>
                <a:lnTo>
                  <a:pt x="98986" y="488355"/>
                </a:lnTo>
                <a:lnTo>
                  <a:pt x="65492" y="455113"/>
                </a:lnTo>
                <a:lnTo>
                  <a:pt x="38043" y="416616"/>
                </a:lnTo>
                <a:lnTo>
                  <a:pt x="17443" y="373641"/>
                </a:lnTo>
                <a:lnTo>
                  <a:pt x="4494" y="326965"/>
                </a:lnTo>
                <a:lnTo>
                  <a:pt x="0" y="277368"/>
                </a:lnTo>
                <a:lnTo>
                  <a:pt x="4494" y="227316"/>
                </a:lnTo>
                <a:lnTo>
                  <a:pt x="17443" y="180287"/>
                </a:lnTo>
                <a:lnTo>
                  <a:pt x="38043" y="137047"/>
                </a:lnTo>
                <a:lnTo>
                  <a:pt x="65492" y="98359"/>
                </a:lnTo>
                <a:lnTo>
                  <a:pt x="98986" y="64990"/>
                </a:lnTo>
                <a:lnTo>
                  <a:pt x="137724" y="37704"/>
                </a:lnTo>
                <a:lnTo>
                  <a:pt x="180902" y="17267"/>
                </a:lnTo>
                <a:lnTo>
                  <a:pt x="227717" y="4444"/>
                </a:lnTo>
                <a:lnTo>
                  <a:pt x="277368" y="0"/>
                </a:lnTo>
                <a:lnTo>
                  <a:pt x="327018" y="4444"/>
                </a:lnTo>
                <a:lnTo>
                  <a:pt x="373833" y="17267"/>
                </a:lnTo>
                <a:lnTo>
                  <a:pt x="417011" y="37704"/>
                </a:lnTo>
                <a:lnTo>
                  <a:pt x="455749" y="64990"/>
                </a:lnTo>
                <a:lnTo>
                  <a:pt x="489243" y="98359"/>
                </a:lnTo>
                <a:lnTo>
                  <a:pt x="516692" y="137047"/>
                </a:lnTo>
                <a:lnTo>
                  <a:pt x="537292" y="180287"/>
                </a:lnTo>
                <a:lnTo>
                  <a:pt x="550241" y="227316"/>
                </a:lnTo>
                <a:lnTo>
                  <a:pt x="554736" y="277368"/>
                </a:lnTo>
                <a:lnTo>
                  <a:pt x="550241" y="326965"/>
                </a:lnTo>
                <a:lnTo>
                  <a:pt x="537292" y="373641"/>
                </a:lnTo>
                <a:lnTo>
                  <a:pt x="516692" y="416616"/>
                </a:lnTo>
                <a:lnTo>
                  <a:pt x="489243" y="455113"/>
                </a:lnTo>
                <a:lnTo>
                  <a:pt x="455749" y="488355"/>
                </a:lnTo>
                <a:lnTo>
                  <a:pt x="417011" y="515563"/>
                </a:lnTo>
                <a:lnTo>
                  <a:pt x="373833" y="535960"/>
                </a:lnTo>
                <a:lnTo>
                  <a:pt x="327018" y="548769"/>
                </a:lnTo>
                <a:lnTo>
                  <a:pt x="277368" y="553212"/>
                </a:lnTo>
                <a:close/>
              </a:path>
            </a:pathLst>
          </a:custGeom>
          <a:solidFill>
            <a:srgbClr val="0092CF"/>
          </a:solidFill>
        </p:spPr>
        <p:txBody>
          <a:bodyPr wrap="square" lIns="0" tIns="0" rIns="0" bIns="0" rtlCol="0"/>
          <a:lstStyle/>
          <a:p>
            <a:endParaRPr/>
          </a:p>
        </p:txBody>
      </p:sp>
      <p:sp>
        <p:nvSpPr>
          <p:cNvPr id="126" name="object 17">
            <a:extLst>
              <a:ext uri="{FF2B5EF4-FFF2-40B4-BE49-F238E27FC236}">
                <a16:creationId xmlns:a16="http://schemas.microsoft.com/office/drawing/2014/main" id="{EA637F7C-D2BB-4DBF-9AB7-F6193D83E13E}"/>
              </a:ext>
            </a:extLst>
          </p:cNvPr>
          <p:cNvSpPr/>
          <p:nvPr/>
        </p:nvSpPr>
        <p:spPr>
          <a:xfrm>
            <a:off x="9215064" y="3600697"/>
            <a:ext cx="554990" cy="553720"/>
          </a:xfrm>
          <a:custGeom>
            <a:avLst/>
            <a:gdLst/>
            <a:ahLst/>
            <a:cxnLst/>
            <a:rect l="l" t="t" r="r" b="b"/>
            <a:pathLst>
              <a:path w="554990" h="553720">
                <a:moveTo>
                  <a:pt x="277368" y="553212"/>
                </a:moveTo>
                <a:lnTo>
                  <a:pt x="227717" y="548769"/>
                </a:lnTo>
                <a:lnTo>
                  <a:pt x="180902" y="535960"/>
                </a:lnTo>
                <a:lnTo>
                  <a:pt x="137724" y="515563"/>
                </a:lnTo>
                <a:lnTo>
                  <a:pt x="98986" y="488355"/>
                </a:lnTo>
                <a:lnTo>
                  <a:pt x="65492" y="455113"/>
                </a:lnTo>
                <a:lnTo>
                  <a:pt x="38043" y="416616"/>
                </a:lnTo>
                <a:lnTo>
                  <a:pt x="17443" y="373641"/>
                </a:lnTo>
                <a:lnTo>
                  <a:pt x="4494" y="326965"/>
                </a:lnTo>
                <a:lnTo>
                  <a:pt x="0" y="277368"/>
                </a:lnTo>
                <a:lnTo>
                  <a:pt x="4494" y="227316"/>
                </a:lnTo>
                <a:lnTo>
                  <a:pt x="17443" y="180287"/>
                </a:lnTo>
                <a:lnTo>
                  <a:pt x="38043" y="137047"/>
                </a:lnTo>
                <a:lnTo>
                  <a:pt x="65492" y="98359"/>
                </a:lnTo>
                <a:lnTo>
                  <a:pt x="98986" y="64990"/>
                </a:lnTo>
                <a:lnTo>
                  <a:pt x="137724" y="37704"/>
                </a:lnTo>
                <a:lnTo>
                  <a:pt x="180902" y="17267"/>
                </a:lnTo>
                <a:lnTo>
                  <a:pt x="227717" y="4444"/>
                </a:lnTo>
                <a:lnTo>
                  <a:pt x="277368" y="0"/>
                </a:lnTo>
                <a:lnTo>
                  <a:pt x="327018" y="4444"/>
                </a:lnTo>
                <a:lnTo>
                  <a:pt x="373833" y="17267"/>
                </a:lnTo>
                <a:lnTo>
                  <a:pt x="417011" y="37704"/>
                </a:lnTo>
                <a:lnTo>
                  <a:pt x="455749" y="64990"/>
                </a:lnTo>
                <a:lnTo>
                  <a:pt x="489243" y="98359"/>
                </a:lnTo>
                <a:lnTo>
                  <a:pt x="516692" y="137047"/>
                </a:lnTo>
                <a:lnTo>
                  <a:pt x="537292" y="180287"/>
                </a:lnTo>
                <a:lnTo>
                  <a:pt x="550241" y="227316"/>
                </a:lnTo>
                <a:lnTo>
                  <a:pt x="554736" y="277368"/>
                </a:lnTo>
                <a:lnTo>
                  <a:pt x="550241" y="326965"/>
                </a:lnTo>
                <a:lnTo>
                  <a:pt x="537292" y="373641"/>
                </a:lnTo>
                <a:lnTo>
                  <a:pt x="516692" y="416616"/>
                </a:lnTo>
                <a:lnTo>
                  <a:pt x="489243" y="455113"/>
                </a:lnTo>
                <a:lnTo>
                  <a:pt x="455749" y="488355"/>
                </a:lnTo>
                <a:lnTo>
                  <a:pt x="417011" y="515563"/>
                </a:lnTo>
                <a:lnTo>
                  <a:pt x="373833" y="535960"/>
                </a:lnTo>
                <a:lnTo>
                  <a:pt x="327018" y="548769"/>
                </a:lnTo>
                <a:lnTo>
                  <a:pt x="277368" y="553212"/>
                </a:lnTo>
                <a:close/>
              </a:path>
            </a:pathLst>
          </a:custGeom>
          <a:solidFill>
            <a:srgbClr val="0092CF"/>
          </a:solidFill>
        </p:spPr>
        <p:txBody>
          <a:bodyPr wrap="square" lIns="0" tIns="0" rIns="0" bIns="0" rtlCol="0"/>
          <a:lstStyle/>
          <a:p>
            <a:endParaRPr/>
          </a:p>
        </p:txBody>
      </p:sp>
      <p:sp>
        <p:nvSpPr>
          <p:cNvPr id="127" name="object 20">
            <a:extLst>
              <a:ext uri="{FF2B5EF4-FFF2-40B4-BE49-F238E27FC236}">
                <a16:creationId xmlns:a16="http://schemas.microsoft.com/office/drawing/2014/main" id="{CE57ED13-0561-4B3F-A3EF-308CCEC06A05}"/>
              </a:ext>
            </a:extLst>
          </p:cNvPr>
          <p:cNvSpPr txBox="1"/>
          <p:nvPr/>
        </p:nvSpPr>
        <p:spPr>
          <a:xfrm>
            <a:off x="6260100" y="3120634"/>
            <a:ext cx="3890084" cy="288000"/>
          </a:xfrm>
          <a:prstGeom prst="rect">
            <a:avLst/>
          </a:prstGeom>
          <a:solidFill>
            <a:srgbClr val="0092CF"/>
          </a:solidFill>
          <a:ln>
            <a:solidFill>
              <a:srgbClr val="0081C5"/>
            </a:solidFill>
          </a:ln>
        </p:spPr>
        <p:txBody>
          <a:bodyPr vert="horz" wrap="square" lIns="0" tIns="67310" rIns="0" bIns="0" rtlCol="0">
            <a:spAutoFit/>
          </a:bodyPr>
          <a:lstStyle/>
          <a:p>
            <a:pPr marL="100330">
              <a:lnSpc>
                <a:spcPct val="100000"/>
              </a:lnSpc>
              <a:spcBef>
                <a:spcPts val="530"/>
              </a:spcBef>
            </a:pPr>
            <a:endParaRPr sz="1150">
              <a:latin typeface="Calibri"/>
              <a:cs typeface="Calibri"/>
            </a:endParaRPr>
          </a:p>
        </p:txBody>
      </p:sp>
      <p:graphicFrame>
        <p:nvGraphicFramePr>
          <p:cNvPr id="128" name="object 32">
            <a:extLst>
              <a:ext uri="{FF2B5EF4-FFF2-40B4-BE49-F238E27FC236}">
                <a16:creationId xmlns:a16="http://schemas.microsoft.com/office/drawing/2014/main" id="{13194993-46B3-4AA1-ACD6-E6D46B44955F}"/>
              </a:ext>
            </a:extLst>
          </p:cNvPr>
          <p:cNvGraphicFramePr>
            <a:graphicFrameLocks noGrp="1"/>
          </p:cNvGraphicFramePr>
          <p:nvPr>
            <p:extLst>
              <p:ext uri="{D42A27DB-BD31-4B8C-83A1-F6EECF244321}">
                <p14:modId xmlns:p14="http://schemas.microsoft.com/office/powerpoint/2010/main" val="2799624393"/>
              </p:ext>
            </p:extLst>
          </p:nvPr>
        </p:nvGraphicFramePr>
        <p:xfrm>
          <a:off x="9029700" y="4577159"/>
          <a:ext cx="827674" cy="858004"/>
        </p:xfrm>
        <a:graphic>
          <a:graphicData uri="http://schemas.openxmlformats.org/drawingml/2006/table">
            <a:tbl>
              <a:tblPr firstRow="1" bandRow="1">
                <a:tableStyleId>{2D5ABB26-0587-4C30-8999-92F81FD0307C}</a:tableStyleId>
              </a:tblPr>
              <a:tblGrid>
                <a:gridCol w="430800">
                  <a:extLst>
                    <a:ext uri="{9D8B030D-6E8A-4147-A177-3AD203B41FA5}">
                      <a16:colId xmlns:a16="http://schemas.microsoft.com/office/drawing/2014/main" val="20000"/>
                    </a:ext>
                  </a:extLst>
                </a:gridCol>
                <a:gridCol w="396874">
                  <a:extLst>
                    <a:ext uri="{9D8B030D-6E8A-4147-A177-3AD203B41FA5}">
                      <a16:colId xmlns:a16="http://schemas.microsoft.com/office/drawing/2014/main" val="20001"/>
                    </a:ext>
                  </a:extLst>
                </a:gridCol>
              </a:tblGrid>
              <a:tr h="269767">
                <a:tc>
                  <a:txBody>
                    <a:bodyPr/>
                    <a:lstStyle/>
                    <a:p>
                      <a:pPr marL="34290">
                        <a:lnSpc>
                          <a:spcPct val="100000"/>
                        </a:lnSpc>
                        <a:spcBef>
                          <a:spcPts val="290"/>
                        </a:spcBef>
                      </a:pPr>
                      <a:r>
                        <a:rPr sz="1150" spc="15">
                          <a:latin typeface="Calibri"/>
                          <a:cs typeface="Calibri"/>
                        </a:rPr>
                        <a:t>2018</a:t>
                      </a:r>
                      <a:endParaRPr sz="1150">
                        <a:latin typeface="Calibri"/>
                        <a:cs typeface="Calibri"/>
                      </a:endParaRPr>
                    </a:p>
                  </a:txBody>
                  <a:tcPr marL="0" marR="0" marT="36830" marB="0">
                    <a:solidFill>
                      <a:srgbClr val="F2F2F2"/>
                    </a:solidFill>
                  </a:tcPr>
                </a:tc>
                <a:tc>
                  <a:txBody>
                    <a:bodyPr/>
                    <a:lstStyle/>
                    <a:p>
                      <a:pPr marR="29845" algn="r">
                        <a:lnSpc>
                          <a:spcPts val="2025"/>
                        </a:lnSpc>
                      </a:pPr>
                      <a:r>
                        <a:rPr lang="de-DE" sz="2150" spc="5">
                          <a:solidFill>
                            <a:srgbClr val="162844"/>
                          </a:solidFill>
                          <a:latin typeface="Calibri"/>
                          <a:cs typeface="Calibri"/>
                        </a:rPr>
                        <a:t>60</a:t>
                      </a:r>
                      <a:endParaRPr sz="2150">
                        <a:latin typeface="Calibri"/>
                        <a:cs typeface="Calibri"/>
                      </a:endParaRPr>
                    </a:p>
                  </a:txBody>
                  <a:tcPr marL="0" marR="0" marT="0" marB="0">
                    <a:solidFill>
                      <a:srgbClr val="F2F2F2"/>
                    </a:solidFill>
                  </a:tcPr>
                </a:tc>
                <a:extLst>
                  <a:ext uri="{0D108BD9-81ED-4DB2-BD59-A6C34878D82A}">
                    <a16:rowId xmlns:a16="http://schemas.microsoft.com/office/drawing/2014/main" val="10000"/>
                  </a:ext>
                </a:extLst>
              </a:tr>
              <a:tr h="265212">
                <a:tc>
                  <a:txBody>
                    <a:bodyPr/>
                    <a:lstStyle/>
                    <a:p>
                      <a:pPr marL="31750">
                        <a:lnSpc>
                          <a:spcPct val="100000"/>
                        </a:lnSpc>
                        <a:spcBef>
                          <a:spcPts val="250"/>
                        </a:spcBef>
                      </a:pPr>
                      <a:r>
                        <a:rPr sz="1150" spc="15">
                          <a:latin typeface="Calibri"/>
                          <a:cs typeface="Calibri"/>
                        </a:rPr>
                        <a:t>2019</a:t>
                      </a:r>
                      <a:endParaRPr sz="1150">
                        <a:latin typeface="Calibri"/>
                        <a:cs typeface="Calibri"/>
                      </a:endParaRPr>
                    </a:p>
                  </a:txBody>
                  <a:tcPr marL="0" marR="0" marT="31750" marB="0">
                    <a:solidFill>
                      <a:srgbClr val="F2F2F2"/>
                    </a:solidFill>
                  </a:tcPr>
                </a:tc>
                <a:tc>
                  <a:txBody>
                    <a:bodyPr/>
                    <a:lstStyle/>
                    <a:p>
                      <a:pPr marR="24130" algn="r">
                        <a:lnSpc>
                          <a:spcPts val="1989"/>
                        </a:lnSpc>
                      </a:pPr>
                      <a:r>
                        <a:rPr lang="de-DE" sz="2150" spc="5">
                          <a:solidFill>
                            <a:srgbClr val="162844"/>
                          </a:solidFill>
                          <a:latin typeface="Calibri"/>
                          <a:cs typeface="Calibri"/>
                        </a:rPr>
                        <a:t>63</a:t>
                      </a:r>
                      <a:endParaRPr sz="2150">
                        <a:latin typeface="Calibri"/>
                        <a:cs typeface="Calibri"/>
                      </a:endParaRPr>
                    </a:p>
                  </a:txBody>
                  <a:tcPr marL="0" marR="0" marT="0" marB="0">
                    <a:solidFill>
                      <a:srgbClr val="F2F2F2"/>
                    </a:solidFill>
                  </a:tcPr>
                </a:tc>
                <a:extLst>
                  <a:ext uri="{0D108BD9-81ED-4DB2-BD59-A6C34878D82A}">
                    <a16:rowId xmlns:a16="http://schemas.microsoft.com/office/drawing/2014/main" val="10001"/>
                  </a:ext>
                </a:extLst>
              </a:tr>
              <a:tr h="323025">
                <a:tc>
                  <a:txBody>
                    <a:bodyPr/>
                    <a:lstStyle/>
                    <a:p>
                      <a:pPr marL="31750">
                        <a:lnSpc>
                          <a:spcPct val="100000"/>
                        </a:lnSpc>
                        <a:spcBef>
                          <a:spcPts val="250"/>
                        </a:spcBef>
                      </a:pPr>
                      <a:r>
                        <a:rPr sz="1150" spc="15">
                          <a:latin typeface="Calibri"/>
                          <a:cs typeface="Calibri"/>
                        </a:rPr>
                        <a:t>2020</a:t>
                      </a:r>
                      <a:r>
                        <a:rPr lang="de-DE" sz="1150" spc="15">
                          <a:latin typeface="Calibri"/>
                          <a:cs typeface="Calibri"/>
                        </a:rPr>
                        <a:t>P</a:t>
                      </a:r>
                      <a:endParaRPr sz="1150">
                        <a:latin typeface="Calibri"/>
                        <a:cs typeface="Calibri"/>
                      </a:endParaRPr>
                    </a:p>
                  </a:txBody>
                  <a:tcPr marL="0" marR="0" marT="31750" marB="0">
                    <a:solidFill>
                      <a:srgbClr val="F2F2F2"/>
                    </a:solidFill>
                  </a:tcPr>
                </a:tc>
                <a:tc>
                  <a:txBody>
                    <a:bodyPr/>
                    <a:lstStyle/>
                    <a:p>
                      <a:pPr marR="24130" algn="r">
                        <a:lnSpc>
                          <a:spcPts val="2014"/>
                        </a:lnSpc>
                      </a:pPr>
                      <a:r>
                        <a:rPr lang="de-DE" sz="2150" spc="5">
                          <a:solidFill>
                            <a:srgbClr val="162844"/>
                          </a:solidFill>
                          <a:latin typeface="Calibri"/>
                          <a:cs typeface="Calibri"/>
                        </a:rPr>
                        <a:t>67</a:t>
                      </a:r>
                      <a:endParaRPr sz="2150">
                        <a:latin typeface="Calibri"/>
                        <a:cs typeface="Calibri"/>
                      </a:endParaRPr>
                    </a:p>
                  </a:txBody>
                  <a:tcPr marL="0" marR="0" marT="0" marB="0">
                    <a:solidFill>
                      <a:srgbClr val="F2F2F2"/>
                    </a:solidFill>
                  </a:tcPr>
                </a:tc>
                <a:extLst>
                  <a:ext uri="{0D108BD9-81ED-4DB2-BD59-A6C34878D82A}">
                    <a16:rowId xmlns:a16="http://schemas.microsoft.com/office/drawing/2014/main" val="10002"/>
                  </a:ext>
                </a:extLst>
              </a:tr>
            </a:tbl>
          </a:graphicData>
        </a:graphic>
      </p:graphicFrame>
      <p:sp>
        <p:nvSpPr>
          <p:cNvPr id="129" name="object 33">
            <a:extLst>
              <a:ext uri="{FF2B5EF4-FFF2-40B4-BE49-F238E27FC236}">
                <a16:creationId xmlns:a16="http://schemas.microsoft.com/office/drawing/2014/main" id="{6B0D2245-C9D5-4272-8831-8FFD7834EF7F}"/>
              </a:ext>
            </a:extLst>
          </p:cNvPr>
          <p:cNvSpPr txBox="1"/>
          <p:nvPr/>
        </p:nvSpPr>
        <p:spPr>
          <a:xfrm>
            <a:off x="9034596" y="5450121"/>
            <a:ext cx="1108710" cy="201978"/>
          </a:xfrm>
          <a:prstGeom prst="rect">
            <a:avLst/>
          </a:prstGeom>
        </p:spPr>
        <p:txBody>
          <a:bodyPr vert="horz" wrap="square" lIns="0" tIns="17145" rIns="0" bIns="0" rtlCol="0">
            <a:spAutoFit/>
          </a:bodyPr>
          <a:lstStyle/>
          <a:p>
            <a:pPr>
              <a:lnSpc>
                <a:spcPct val="100000"/>
              </a:lnSpc>
              <a:spcBef>
                <a:spcPts val="135"/>
              </a:spcBef>
            </a:pPr>
            <a:r>
              <a:rPr lang="de-DE" sz="1200" spc="15">
                <a:latin typeface="Calibri"/>
                <a:cs typeface="Calibri"/>
              </a:rPr>
              <a:t>Kundenanzahl</a:t>
            </a:r>
            <a:endParaRPr sz="1150">
              <a:latin typeface="Calibri"/>
              <a:cs typeface="Calibri"/>
            </a:endParaRPr>
          </a:p>
        </p:txBody>
      </p:sp>
      <p:sp>
        <p:nvSpPr>
          <p:cNvPr id="130" name="object 34">
            <a:extLst>
              <a:ext uri="{FF2B5EF4-FFF2-40B4-BE49-F238E27FC236}">
                <a16:creationId xmlns:a16="http://schemas.microsoft.com/office/drawing/2014/main" id="{60B2EF86-73BF-4450-93A2-DE287FC1503C}"/>
              </a:ext>
            </a:extLst>
          </p:cNvPr>
          <p:cNvSpPr txBox="1"/>
          <p:nvPr/>
        </p:nvSpPr>
        <p:spPr>
          <a:xfrm>
            <a:off x="6310758" y="4404442"/>
            <a:ext cx="1261608" cy="1084912"/>
          </a:xfrm>
          <a:prstGeom prst="rect">
            <a:avLst/>
          </a:prstGeom>
        </p:spPr>
        <p:txBody>
          <a:bodyPr vert="horz" wrap="square" lIns="0" tIns="121920" rIns="0" bIns="0" rtlCol="0">
            <a:spAutoFit/>
          </a:bodyPr>
          <a:lstStyle/>
          <a:p>
            <a:pPr marR="26034" algn="ctr">
              <a:lnSpc>
                <a:spcPct val="100000"/>
              </a:lnSpc>
              <a:spcBef>
                <a:spcPts val="600"/>
              </a:spcBef>
            </a:pPr>
            <a:r>
              <a:rPr lang="de-DE" sz="2150">
                <a:latin typeface="Calibri"/>
                <a:cs typeface="Calibri"/>
              </a:rPr>
              <a:t>257</a:t>
            </a:r>
            <a:endParaRPr sz="1150">
              <a:latin typeface="Calibri"/>
              <a:cs typeface="Calibri"/>
            </a:endParaRPr>
          </a:p>
          <a:p>
            <a:pPr marR="5080" algn="ctr">
              <a:lnSpc>
                <a:spcPct val="100000"/>
              </a:lnSpc>
              <a:spcBef>
                <a:spcPts val="600"/>
              </a:spcBef>
            </a:pPr>
            <a:r>
              <a:rPr lang="de-DE" sz="1200" spc="15">
                <a:latin typeface="Calibri"/>
                <a:cs typeface="Calibri"/>
              </a:rPr>
              <a:t>Durchschnittliches Auftragsvolumen</a:t>
            </a:r>
          </a:p>
          <a:p>
            <a:pPr marR="5080" algn="ctr">
              <a:lnSpc>
                <a:spcPct val="100000"/>
              </a:lnSpc>
              <a:spcBef>
                <a:spcPts val="45"/>
              </a:spcBef>
            </a:pPr>
            <a:r>
              <a:rPr sz="1200" spc="15">
                <a:latin typeface="Calibri"/>
                <a:cs typeface="Calibri"/>
              </a:rPr>
              <a:t>(in </a:t>
            </a:r>
            <a:r>
              <a:rPr lang="de-DE" sz="1200" spc="20">
                <a:latin typeface="Calibri"/>
                <a:cs typeface="Calibri"/>
              </a:rPr>
              <a:t>TEUR</a:t>
            </a:r>
            <a:r>
              <a:rPr sz="1200" spc="20">
                <a:latin typeface="Calibri"/>
                <a:cs typeface="Calibri"/>
              </a:rPr>
              <a:t>)</a:t>
            </a:r>
            <a:endParaRPr sz="1200">
              <a:latin typeface="Calibri"/>
              <a:cs typeface="Calibri"/>
            </a:endParaRPr>
          </a:p>
        </p:txBody>
      </p:sp>
      <p:sp>
        <p:nvSpPr>
          <p:cNvPr id="131" name="object 35">
            <a:extLst>
              <a:ext uri="{FF2B5EF4-FFF2-40B4-BE49-F238E27FC236}">
                <a16:creationId xmlns:a16="http://schemas.microsoft.com/office/drawing/2014/main" id="{9D1650A7-42DF-452A-A7D8-13C0441F5015}"/>
              </a:ext>
            </a:extLst>
          </p:cNvPr>
          <p:cNvSpPr txBox="1"/>
          <p:nvPr/>
        </p:nvSpPr>
        <p:spPr>
          <a:xfrm>
            <a:off x="7646025" y="4400893"/>
            <a:ext cx="1206258" cy="1094595"/>
          </a:xfrm>
          <a:prstGeom prst="rect">
            <a:avLst/>
          </a:prstGeom>
        </p:spPr>
        <p:txBody>
          <a:bodyPr vert="horz" wrap="square" lIns="0" tIns="121920" rIns="0" bIns="0" rtlCol="0">
            <a:spAutoFit/>
          </a:bodyPr>
          <a:lstStyle/>
          <a:p>
            <a:pPr marR="12065" algn="ctr">
              <a:lnSpc>
                <a:spcPct val="100000"/>
              </a:lnSpc>
              <a:spcBef>
                <a:spcPts val="600"/>
              </a:spcBef>
            </a:pPr>
            <a:r>
              <a:rPr lang="de-DE" sz="2150" spc="5">
                <a:solidFill>
                  <a:srgbClr val="162844"/>
                </a:solidFill>
                <a:latin typeface="Calibri"/>
                <a:cs typeface="Calibri"/>
              </a:rPr>
              <a:t>65</a:t>
            </a:r>
            <a:r>
              <a:rPr sz="2150" spc="-30">
                <a:solidFill>
                  <a:srgbClr val="162844"/>
                </a:solidFill>
                <a:latin typeface="Calibri"/>
                <a:cs typeface="Calibri"/>
              </a:rPr>
              <a:t> </a:t>
            </a:r>
            <a:r>
              <a:rPr sz="2150" spc="5">
                <a:solidFill>
                  <a:srgbClr val="162844"/>
                </a:solidFill>
                <a:latin typeface="Calibri"/>
                <a:cs typeface="Calibri"/>
              </a:rPr>
              <a:t>%</a:t>
            </a:r>
            <a:endParaRPr sz="2150">
              <a:latin typeface="Calibri"/>
              <a:cs typeface="Calibri"/>
            </a:endParaRPr>
          </a:p>
          <a:p>
            <a:pPr marR="5080" indent="-2540" algn="ctr">
              <a:lnSpc>
                <a:spcPct val="103200"/>
              </a:lnSpc>
              <a:spcBef>
                <a:spcPts val="600"/>
              </a:spcBef>
            </a:pPr>
            <a:r>
              <a:rPr lang="de-DE" sz="1200" spc="10">
                <a:latin typeface="Calibri"/>
                <a:cs typeface="Calibri"/>
              </a:rPr>
              <a:t>Anteil wiederkehrender Umsätze in 2020</a:t>
            </a:r>
            <a:endParaRPr sz="1200">
              <a:latin typeface="Calibri"/>
              <a:cs typeface="Calibri"/>
            </a:endParaRPr>
          </a:p>
        </p:txBody>
      </p:sp>
      <p:sp>
        <p:nvSpPr>
          <p:cNvPr id="132" name="object 36">
            <a:extLst>
              <a:ext uri="{FF2B5EF4-FFF2-40B4-BE49-F238E27FC236}">
                <a16:creationId xmlns:a16="http://schemas.microsoft.com/office/drawing/2014/main" id="{80E01CAA-19E3-4C29-98EE-DBE54755821B}"/>
              </a:ext>
            </a:extLst>
          </p:cNvPr>
          <p:cNvSpPr/>
          <p:nvPr/>
        </p:nvSpPr>
        <p:spPr>
          <a:xfrm>
            <a:off x="6805619" y="3737856"/>
            <a:ext cx="280670" cy="279400"/>
          </a:xfrm>
          <a:custGeom>
            <a:avLst/>
            <a:gdLst/>
            <a:ahLst/>
            <a:cxnLst/>
            <a:rect l="l" t="t" r="r" b="b"/>
            <a:pathLst>
              <a:path w="280670" h="279400">
                <a:moveTo>
                  <a:pt x="53340" y="103631"/>
                </a:moveTo>
                <a:lnTo>
                  <a:pt x="50553" y="101512"/>
                </a:lnTo>
                <a:lnTo>
                  <a:pt x="36409" y="87558"/>
                </a:lnTo>
                <a:lnTo>
                  <a:pt x="25907" y="77724"/>
                </a:lnTo>
                <a:lnTo>
                  <a:pt x="0" y="51816"/>
                </a:lnTo>
                <a:lnTo>
                  <a:pt x="25907" y="25907"/>
                </a:lnTo>
                <a:lnTo>
                  <a:pt x="36409" y="16073"/>
                </a:lnTo>
                <a:lnTo>
                  <a:pt x="50553" y="2119"/>
                </a:lnTo>
                <a:lnTo>
                  <a:pt x="53340" y="0"/>
                </a:lnTo>
                <a:lnTo>
                  <a:pt x="54864" y="6095"/>
                </a:lnTo>
                <a:lnTo>
                  <a:pt x="54864" y="25907"/>
                </a:lnTo>
                <a:lnTo>
                  <a:pt x="126492" y="25907"/>
                </a:lnTo>
                <a:lnTo>
                  <a:pt x="126492" y="50292"/>
                </a:lnTo>
                <a:lnTo>
                  <a:pt x="117348" y="51816"/>
                </a:lnTo>
                <a:lnTo>
                  <a:pt x="108394" y="55125"/>
                </a:lnTo>
                <a:lnTo>
                  <a:pt x="98298" y="60007"/>
                </a:lnTo>
                <a:lnTo>
                  <a:pt x="88201" y="65746"/>
                </a:lnTo>
                <a:lnTo>
                  <a:pt x="79248" y="71628"/>
                </a:lnTo>
                <a:lnTo>
                  <a:pt x="71628" y="79248"/>
                </a:lnTo>
                <a:lnTo>
                  <a:pt x="54864" y="79248"/>
                </a:lnTo>
                <a:lnTo>
                  <a:pt x="54864" y="97536"/>
                </a:lnTo>
                <a:lnTo>
                  <a:pt x="53340" y="103631"/>
                </a:lnTo>
                <a:close/>
              </a:path>
              <a:path w="280670" h="279400">
                <a:moveTo>
                  <a:pt x="140208" y="221742"/>
                </a:moveTo>
                <a:lnTo>
                  <a:pt x="100393" y="211431"/>
                </a:lnTo>
                <a:lnTo>
                  <a:pt x="68961" y="179379"/>
                </a:lnTo>
                <a:lnTo>
                  <a:pt x="58292" y="137802"/>
                </a:lnTo>
                <a:lnTo>
                  <a:pt x="61340" y="117538"/>
                </a:lnTo>
                <a:lnTo>
                  <a:pt x="69532" y="98702"/>
                </a:lnTo>
                <a:lnTo>
                  <a:pt x="82296" y="82295"/>
                </a:lnTo>
                <a:lnTo>
                  <a:pt x="110037" y="63436"/>
                </a:lnTo>
                <a:lnTo>
                  <a:pt x="140779" y="57150"/>
                </a:lnTo>
                <a:lnTo>
                  <a:pt x="171235" y="63436"/>
                </a:lnTo>
                <a:lnTo>
                  <a:pt x="193775" y="79248"/>
                </a:lnTo>
                <a:lnTo>
                  <a:pt x="135636" y="79248"/>
                </a:lnTo>
                <a:lnTo>
                  <a:pt x="135636" y="92964"/>
                </a:lnTo>
                <a:lnTo>
                  <a:pt x="132588" y="94488"/>
                </a:lnTo>
                <a:lnTo>
                  <a:pt x="125229" y="97202"/>
                </a:lnTo>
                <a:lnTo>
                  <a:pt x="119443" y="102489"/>
                </a:lnTo>
                <a:lnTo>
                  <a:pt x="115657" y="109489"/>
                </a:lnTo>
                <a:lnTo>
                  <a:pt x="114300" y="117348"/>
                </a:lnTo>
                <a:lnTo>
                  <a:pt x="115276" y="124587"/>
                </a:lnTo>
                <a:lnTo>
                  <a:pt x="118681" y="130683"/>
                </a:lnTo>
                <a:lnTo>
                  <a:pt x="125229" y="136207"/>
                </a:lnTo>
                <a:lnTo>
                  <a:pt x="135636" y="141732"/>
                </a:lnTo>
                <a:lnTo>
                  <a:pt x="144303" y="146708"/>
                </a:lnTo>
                <a:lnTo>
                  <a:pt x="150114" y="150685"/>
                </a:lnTo>
                <a:lnTo>
                  <a:pt x="153638" y="154376"/>
                </a:lnTo>
                <a:lnTo>
                  <a:pt x="155448" y="158496"/>
                </a:lnTo>
                <a:lnTo>
                  <a:pt x="153662" y="167520"/>
                </a:lnTo>
                <a:lnTo>
                  <a:pt x="150094" y="170688"/>
                </a:lnTo>
                <a:lnTo>
                  <a:pt x="115824" y="170688"/>
                </a:lnTo>
                <a:lnTo>
                  <a:pt x="114300" y="172212"/>
                </a:lnTo>
                <a:lnTo>
                  <a:pt x="114300" y="175260"/>
                </a:lnTo>
                <a:lnTo>
                  <a:pt x="112776" y="178308"/>
                </a:lnTo>
                <a:lnTo>
                  <a:pt x="112776" y="179832"/>
                </a:lnTo>
                <a:lnTo>
                  <a:pt x="114300" y="181356"/>
                </a:lnTo>
                <a:lnTo>
                  <a:pt x="117348" y="182880"/>
                </a:lnTo>
                <a:lnTo>
                  <a:pt x="126492" y="185928"/>
                </a:lnTo>
                <a:lnTo>
                  <a:pt x="134112" y="185928"/>
                </a:lnTo>
                <a:lnTo>
                  <a:pt x="134112" y="201168"/>
                </a:lnTo>
                <a:lnTo>
                  <a:pt x="193119" y="201168"/>
                </a:lnTo>
                <a:lnTo>
                  <a:pt x="180022" y="211431"/>
                </a:lnTo>
                <a:lnTo>
                  <a:pt x="160020" y="219456"/>
                </a:lnTo>
                <a:lnTo>
                  <a:pt x="150828" y="221170"/>
                </a:lnTo>
                <a:lnTo>
                  <a:pt x="140208" y="221742"/>
                </a:lnTo>
                <a:close/>
              </a:path>
              <a:path w="280670" h="279400">
                <a:moveTo>
                  <a:pt x="214352" y="106680"/>
                </a:moveTo>
                <a:lnTo>
                  <a:pt x="160020" y="106680"/>
                </a:lnTo>
                <a:lnTo>
                  <a:pt x="161544" y="105156"/>
                </a:lnTo>
                <a:lnTo>
                  <a:pt x="163068" y="102107"/>
                </a:lnTo>
                <a:lnTo>
                  <a:pt x="164592" y="97536"/>
                </a:lnTo>
                <a:lnTo>
                  <a:pt x="161544" y="96012"/>
                </a:lnTo>
                <a:lnTo>
                  <a:pt x="160020" y="94488"/>
                </a:lnTo>
                <a:lnTo>
                  <a:pt x="155448" y="92964"/>
                </a:lnTo>
                <a:lnTo>
                  <a:pt x="146304" y="92964"/>
                </a:lnTo>
                <a:lnTo>
                  <a:pt x="146304" y="79248"/>
                </a:lnTo>
                <a:lnTo>
                  <a:pt x="193775" y="79248"/>
                </a:lnTo>
                <a:lnTo>
                  <a:pt x="198120" y="82295"/>
                </a:lnTo>
                <a:lnTo>
                  <a:pt x="210883" y="98702"/>
                </a:lnTo>
                <a:lnTo>
                  <a:pt x="214352" y="106680"/>
                </a:lnTo>
                <a:close/>
              </a:path>
              <a:path w="280670" h="279400">
                <a:moveTo>
                  <a:pt x="193119" y="201168"/>
                </a:moveTo>
                <a:lnTo>
                  <a:pt x="144780" y="201168"/>
                </a:lnTo>
                <a:lnTo>
                  <a:pt x="144780" y="185928"/>
                </a:lnTo>
                <a:lnTo>
                  <a:pt x="147828" y="184404"/>
                </a:lnTo>
                <a:lnTo>
                  <a:pt x="158805" y="179331"/>
                </a:lnTo>
                <a:lnTo>
                  <a:pt x="165925" y="170116"/>
                </a:lnTo>
                <a:lnTo>
                  <a:pt x="143256" y="131064"/>
                </a:lnTo>
                <a:lnTo>
                  <a:pt x="132969" y="125563"/>
                </a:lnTo>
                <a:lnTo>
                  <a:pt x="127254" y="120205"/>
                </a:lnTo>
                <a:lnTo>
                  <a:pt x="126111" y="114561"/>
                </a:lnTo>
                <a:lnTo>
                  <a:pt x="129540" y="108204"/>
                </a:lnTo>
                <a:lnTo>
                  <a:pt x="134302" y="104536"/>
                </a:lnTo>
                <a:lnTo>
                  <a:pt x="140208" y="102869"/>
                </a:lnTo>
                <a:lnTo>
                  <a:pt x="148399" y="103489"/>
                </a:lnTo>
                <a:lnTo>
                  <a:pt x="160020" y="106680"/>
                </a:lnTo>
                <a:lnTo>
                  <a:pt x="214352" y="106680"/>
                </a:lnTo>
                <a:lnTo>
                  <a:pt x="219075" y="117538"/>
                </a:lnTo>
                <a:lnTo>
                  <a:pt x="222123" y="137802"/>
                </a:lnTo>
                <a:lnTo>
                  <a:pt x="219456" y="158496"/>
                </a:lnTo>
                <a:lnTo>
                  <a:pt x="211455" y="179379"/>
                </a:lnTo>
                <a:lnTo>
                  <a:pt x="197739" y="197548"/>
                </a:lnTo>
                <a:lnTo>
                  <a:pt x="193119" y="201168"/>
                </a:lnTo>
                <a:close/>
              </a:path>
              <a:path w="280670" h="279400">
                <a:moveTo>
                  <a:pt x="136374" y="175855"/>
                </a:moveTo>
                <a:lnTo>
                  <a:pt x="123444" y="173736"/>
                </a:lnTo>
                <a:lnTo>
                  <a:pt x="118872" y="172212"/>
                </a:lnTo>
                <a:lnTo>
                  <a:pt x="115824" y="170688"/>
                </a:lnTo>
                <a:lnTo>
                  <a:pt x="150094" y="170688"/>
                </a:lnTo>
                <a:lnTo>
                  <a:pt x="146875" y="173545"/>
                </a:lnTo>
                <a:lnTo>
                  <a:pt x="136374" y="175855"/>
                </a:lnTo>
                <a:close/>
              </a:path>
              <a:path w="280670" h="279400">
                <a:moveTo>
                  <a:pt x="227076" y="278892"/>
                </a:moveTo>
                <a:lnTo>
                  <a:pt x="227076" y="252984"/>
                </a:lnTo>
                <a:lnTo>
                  <a:pt x="153924" y="252984"/>
                </a:lnTo>
                <a:lnTo>
                  <a:pt x="153924" y="242316"/>
                </a:lnTo>
                <a:lnTo>
                  <a:pt x="155448" y="230124"/>
                </a:lnTo>
                <a:lnTo>
                  <a:pt x="163068" y="227076"/>
                </a:lnTo>
                <a:lnTo>
                  <a:pt x="172235" y="224623"/>
                </a:lnTo>
                <a:lnTo>
                  <a:pt x="182689" y="220027"/>
                </a:lnTo>
                <a:lnTo>
                  <a:pt x="192857" y="214002"/>
                </a:lnTo>
                <a:lnTo>
                  <a:pt x="201168" y="207264"/>
                </a:lnTo>
                <a:lnTo>
                  <a:pt x="208788" y="199644"/>
                </a:lnTo>
                <a:lnTo>
                  <a:pt x="227076" y="199644"/>
                </a:lnTo>
                <a:lnTo>
                  <a:pt x="227076" y="175260"/>
                </a:lnTo>
                <a:lnTo>
                  <a:pt x="230076" y="177379"/>
                </a:lnTo>
                <a:lnTo>
                  <a:pt x="236220" y="183070"/>
                </a:lnTo>
                <a:lnTo>
                  <a:pt x="244649" y="191333"/>
                </a:lnTo>
                <a:lnTo>
                  <a:pt x="280416" y="227076"/>
                </a:lnTo>
                <a:lnTo>
                  <a:pt x="244649" y="262818"/>
                </a:lnTo>
                <a:lnTo>
                  <a:pt x="236220" y="271081"/>
                </a:lnTo>
                <a:lnTo>
                  <a:pt x="230076" y="276772"/>
                </a:lnTo>
                <a:lnTo>
                  <a:pt x="227076" y="278892"/>
                </a:lnTo>
                <a:close/>
              </a:path>
            </a:pathLst>
          </a:custGeom>
          <a:solidFill>
            <a:srgbClr val="FFFFFF"/>
          </a:solidFill>
        </p:spPr>
        <p:txBody>
          <a:bodyPr wrap="square" lIns="0" tIns="0" rIns="0" bIns="0" rtlCol="0"/>
          <a:lstStyle/>
          <a:p>
            <a:endParaRPr/>
          </a:p>
        </p:txBody>
      </p:sp>
      <p:sp>
        <p:nvSpPr>
          <p:cNvPr id="133" name="object 37">
            <a:extLst>
              <a:ext uri="{FF2B5EF4-FFF2-40B4-BE49-F238E27FC236}">
                <a16:creationId xmlns:a16="http://schemas.microsoft.com/office/drawing/2014/main" id="{8931F78F-01B3-470E-B75C-022FEF0D9A16}"/>
              </a:ext>
            </a:extLst>
          </p:cNvPr>
          <p:cNvSpPr/>
          <p:nvPr/>
        </p:nvSpPr>
        <p:spPr>
          <a:xfrm>
            <a:off x="8081208" y="3721093"/>
            <a:ext cx="317500" cy="314325"/>
          </a:xfrm>
          <a:custGeom>
            <a:avLst/>
            <a:gdLst/>
            <a:ahLst/>
            <a:cxnLst/>
            <a:rect l="l" t="t" r="r" b="b"/>
            <a:pathLst>
              <a:path w="317500" h="314325">
                <a:moveTo>
                  <a:pt x="103632" y="129540"/>
                </a:moveTo>
                <a:lnTo>
                  <a:pt x="80772" y="129540"/>
                </a:lnTo>
                <a:lnTo>
                  <a:pt x="80772" y="7620"/>
                </a:lnTo>
                <a:lnTo>
                  <a:pt x="82296" y="4572"/>
                </a:lnTo>
                <a:lnTo>
                  <a:pt x="85344" y="3048"/>
                </a:lnTo>
                <a:lnTo>
                  <a:pt x="88582" y="1285"/>
                </a:lnTo>
                <a:lnTo>
                  <a:pt x="98679" y="381"/>
                </a:lnTo>
                <a:lnTo>
                  <a:pt x="123063" y="47"/>
                </a:lnTo>
                <a:lnTo>
                  <a:pt x="169164" y="0"/>
                </a:lnTo>
                <a:lnTo>
                  <a:pt x="249936" y="0"/>
                </a:lnTo>
                <a:lnTo>
                  <a:pt x="272796" y="22860"/>
                </a:lnTo>
                <a:lnTo>
                  <a:pt x="103632" y="22860"/>
                </a:lnTo>
                <a:lnTo>
                  <a:pt x="103632" y="129540"/>
                </a:lnTo>
                <a:close/>
              </a:path>
              <a:path w="317500" h="314325">
                <a:moveTo>
                  <a:pt x="310896" y="313944"/>
                </a:moveTo>
                <a:lnTo>
                  <a:pt x="88392" y="313944"/>
                </a:lnTo>
                <a:lnTo>
                  <a:pt x="85344" y="309372"/>
                </a:lnTo>
                <a:lnTo>
                  <a:pt x="82296" y="307848"/>
                </a:lnTo>
                <a:lnTo>
                  <a:pt x="80772" y="304800"/>
                </a:lnTo>
                <a:lnTo>
                  <a:pt x="80772" y="291084"/>
                </a:lnTo>
                <a:lnTo>
                  <a:pt x="187452" y="289560"/>
                </a:lnTo>
                <a:lnTo>
                  <a:pt x="295656" y="289560"/>
                </a:lnTo>
                <a:lnTo>
                  <a:pt x="295656" y="83820"/>
                </a:lnTo>
                <a:lnTo>
                  <a:pt x="253841" y="83772"/>
                </a:lnTo>
                <a:lnTo>
                  <a:pt x="245745" y="83439"/>
                </a:lnTo>
                <a:lnTo>
                  <a:pt x="241649" y="82534"/>
                </a:lnTo>
                <a:lnTo>
                  <a:pt x="239268" y="80772"/>
                </a:lnTo>
                <a:lnTo>
                  <a:pt x="234696" y="77724"/>
                </a:lnTo>
                <a:lnTo>
                  <a:pt x="234696" y="22860"/>
                </a:lnTo>
                <a:lnTo>
                  <a:pt x="272796" y="22860"/>
                </a:lnTo>
                <a:lnTo>
                  <a:pt x="316992" y="67055"/>
                </a:lnTo>
                <a:lnTo>
                  <a:pt x="316992" y="306324"/>
                </a:lnTo>
                <a:lnTo>
                  <a:pt x="313944" y="310896"/>
                </a:lnTo>
                <a:lnTo>
                  <a:pt x="310896" y="313944"/>
                </a:lnTo>
                <a:close/>
              </a:path>
              <a:path w="317500" h="314325">
                <a:moveTo>
                  <a:pt x="208788" y="99060"/>
                </a:moveTo>
                <a:lnTo>
                  <a:pt x="129540" y="99060"/>
                </a:lnTo>
                <a:lnTo>
                  <a:pt x="129540" y="76200"/>
                </a:lnTo>
                <a:lnTo>
                  <a:pt x="208788" y="76200"/>
                </a:lnTo>
                <a:lnTo>
                  <a:pt x="208788" y="99060"/>
                </a:lnTo>
                <a:close/>
              </a:path>
              <a:path w="317500" h="314325">
                <a:moveTo>
                  <a:pt x="88392" y="243840"/>
                </a:moveTo>
                <a:lnTo>
                  <a:pt x="48768" y="242316"/>
                </a:lnTo>
                <a:lnTo>
                  <a:pt x="34028" y="188737"/>
                </a:lnTo>
                <a:lnTo>
                  <a:pt x="28674" y="166116"/>
                </a:lnTo>
                <a:lnTo>
                  <a:pt x="25503" y="152828"/>
                </a:lnTo>
                <a:lnTo>
                  <a:pt x="24384" y="146303"/>
                </a:lnTo>
                <a:lnTo>
                  <a:pt x="22860" y="140208"/>
                </a:lnTo>
                <a:lnTo>
                  <a:pt x="0" y="140208"/>
                </a:lnTo>
                <a:lnTo>
                  <a:pt x="0" y="135636"/>
                </a:lnTo>
                <a:lnTo>
                  <a:pt x="1524" y="132588"/>
                </a:lnTo>
                <a:lnTo>
                  <a:pt x="28956" y="132588"/>
                </a:lnTo>
                <a:lnTo>
                  <a:pt x="30480" y="141732"/>
                </a:lnTo>
                <a:lnTo>
                  <a:pt x="33528" y="149352"/>
                </a:lnTo>
                <a:lnTo>
                  <a:pt x="91440" y="149352"/>
                </a:lnTo>
                <a:lnTo>
                  <a:pt x="120657" y="149613"/>
                </a:lnTo>
                <a:lnTo>
                  <a:pt x="138874" y="150304"/>
                </a:lnTo>
                <a:lnTo>
                  <a:pt x="148232" y="151280"/>
                </a:lnTo>
                <a:lnTo>
                  <a:pt x="150876" y="152400"/>
                </a:lnTo>
                <a:lnTo>
                  <a:pt x="150004" y="155448"/>
                </a:lnTo>
                <a:lnTo>
                  <a:pt x="148209" y="162115"/>
                </a:lnTo>
                <a:lnTo>
                  <a:pt x="145732" y="172331"/>
                </a:lnTo>
                <a:lnTo>
                  <a:pt x="143256" y="184404"/>
                </a:lnTo>
                <a:lnTo>
                  <a:pt x="135636" y="214884"/>
                </a:lnTo>
                <a:lnTo>
                  <a:pt x="92964" y="216408"/>
                </a:lnTo>
                <a:lnTo>
                  <a:pt x="76652" y="216431"/>
                </a:lnTo>
                <a:lnTo>
                  <a:pt x="63055" y="216598"/>
                </a:lnTo>
                <a:lnTo>
                  <a:pt x="53744" y="217050"/>
                </a:lnTo>
                <a:lnTo>
                  <a:pt x="50292" y="217932"/>
                </a:lnTo>
                <a:lnTo>
                  <a:pt x="51816" y="222504"/>
                </a:lnTo>
                <a:lnTo>
                  <a:pt x="51816" y="227076"/>
                </a:lnTo>
                <a:lnTo>
                  <a:pt x="53340" y="234696"/>
                </a:lnTo>
                <a:lnTo>
                  <a:pt x="91440" y="234696"/>
                </a:lnTo>
                <a:lnTo>
                  <a:pt x="112204" y="234957"/>
                </a:lnTo>
                <a:lnTo>
                  <a:pt x="123825" y="235648"/>
                </a:lnTo>
                <a:lnTo>
                  <a:pt x="129159" y="236624"/>
                </a:lnTo>
                <a:lnTo>
                  <a:pt x="131064" y="237744"/>
                </a:lnTo>
                <a:lnTo>
                  <a:pt x="130611" y="241268"/>
                </a:lnTo>
                <a:lnTo>
                  <a:pt x="125158" y="243078"/>
                </a:lnTo>
                <a:lnTo>
                  <a:pt x="111990" y="243744"/>
                </a:lnTo>
                <a:lnTo>
                  <a:pt x="88392" y="243840"/>
                </a:lnTo>
                <a:close/>
              </a:path>
              <a:path w="317500" h="314325">
                <a:moveTo>
                  <a:pt x="268224" y="167640"/>
                </a:moveTo>
                <a:lnTo>
                  <a:pt x="220980" y="167640"/>
                </a:lnTo>
                <a:lnTo>
                  <a:pt x="187642" y="167449"/>
                </a:lnTo>
                <a:lnTo>
                  <a:pt x="177474" y="166997"/>
                </a:lnTo>
                <a:lnTo>
                  <a:pt x="173736" y="166116"/>
                </a:lnTo>
                <a:lnTo>
                  <a:pt x="175260" y="160020"/>
                </a:lnTo>
                <a:lnTo>
                  <a:pt x="176784" y="155448"/>
                </a:lnTo>
                <a:lnTo>
                  <a:pt x="179832" y="144779"/>
                </a:lnTo>
                <a:lnTo>
                  <a:pt x="268224" y="144779"/>
                </a:lnTo>
                <a:lnTo>
                  <a:pt x="268224" y="167640"/>
                </a:lnTo>
                <a:close/>
              </a:path>
              <a:path w="317500" h="314325">
                <a:moveTo>
                  <a:pt x="268224" y="236220"/>
                </a:moveTo>
                <a:lnTo>
                  <a:pt x="213360" y="236220"/>
                </a:lnTo>
                <a:lnTo>
                  <a:pt x="166306" y="236029"/>
                </a:lnTo>
                <a:lnTo>
                  <a:pt x="158710" y="235577"/>
                </a:lnTo>
                <a:lnTo>
                  <a:pt x="156972" y="234696"/>
                </a:lnTo>
                <a:lnTo>
                  <a:pt x="156972" y="233172"/>
                </a:lnTo>
                <a:lnTo>
                  <a:pt x="158496" y="228600"/>
                </a:lnTo>
                <a:lnTo>
                  <a:pt x="158496" y="222504"/>
                </a:lnTo>
                <a:lnTo>
                  <a:pt x="161544" y="213360"/>
                </a:lnTo>
                <a:lnTo>
                  <a:pt x="268224" y="213360"/>
                </a:lnTo>
                <a:lnTo>
                  <a:pt x="268224" y="236220"/>
                </a:lnTo>
                <a:close/>
              </a:path>
              <a:path w="317500" h="314325">
                <a:moveTo>
                  <a:pt x="59436" y="274320"/>
                </a:moveTo>
                <a:lnTo>
                  <a:pt x="54864" y="272796"/>
                </a:lnTo>
                <a:lnTo>
                  <a:pt x="51816" y="271272"/>
                </a:lnTo>
                <a:lnTo>
                  <a:pt x="50292" y="265176"/>
                </a:lnTo>
                <a:lnTo>
                  <a:pt x="51816" y="260604"/>
                </a:lnTo>
                <a:lnTo>
                  <a:pt x="51816" y="256032"/>
                </a:lnTo>
                <a:lnTo>
                  <a:pt x="59436" y="252984"/>
                </a:lnTo>
                <a:lnTo>
                  <a:pt x="62484" y="254508"/>
                </a:lnTo>
                <a:lnTo>
                  <a:pt x="71628" y="256032"/>
                </a:lnTo>
                <a:lnTo>
                  <a:pt x="73152" y="266700"/>
                </a:lnTo>
                <a:lnTo>
                  <a:pt x="68580" y="271272"/>
                </a:lnTo>
                <a:lnTo>
                  <a:pt x="65532" y="272796"/>
                </a:lnTo>
                <a:lnTo>
                  <a:pt x="59436" y="274320"/>
                </a:lnTo>
                <a:close/>
              </a:path>
              <a:path w="317500" h="314325">
                <a:moveTo>
                  <a:pt x="115824" y="274320"/>
                </a:moveTo>
                <a:lnTo>
                  <a:pt x="112776" y="274320"/>
                </a:lnTo>
                <a:lnTo>
                  <a:pt x="109728" y="272796"/>
                </a:lnTo>
                <a:lnTo>
                  <a:pt x="109728" y="271272"/>
                </a:lnTo>
                <a:lnTo>
                  <a:pt x="106680" y="264152"/>
                </a:lnTo>
                <a:lnTo>
                  <a:pt x="108204" y="257746"/>
                </a:lnTo>
                <a:lnTo>
                  <a:pt x="113157" y="253912"/>
                </a:lnTo>
                <a:lnTo>
                  <a:pt x="120396" y="254508"/>
                </a:lnTo>
                <a:lnTo>
                  <a:pt x="125039" y="259532"/>
                </a:lnTo>
                <a:lnTo>
                  <a:pt x="125539" y="266128"/>
                </a:lnTo>
                <a:lnTo>
                  <a:pt x="122324" y="271867"/>
                </a:lnTo>
                <a:lnTo>
                  <a:pt x="115824" y="274320"/>
                </a:lnTo>
                <a:close/>
              </a:path>
            </a:pathLst>
          </a:custGeom>
          <a:solidFill>
            <a:srgbClr val="FFFFFF"/>
          </a:solidFill>
        </p:spPr>
        <p:txBody>
          <a:bodyPr wrap="square" lIns="0" tIns="0" rIns="0" bIns="0" rtlCol="0"/>
          <a:lstStyle/>
          <a:p>
            <a:endParaRPr/>
          </a:p>
        </p:txBody>
      </p:sp>
      <p:sp>
        <p:nvSpPr>
          <p:cNvPr id="134" name="object 38">
            <a:extLst>
              <a:ext uri="{FF2B5EF4-FFF2-40B4-BE49-F238E27FC236}">
                <a16:creationId xmlns:a16="http://schemas.microsoft.com/office/drawing/2014/main" id="{A5FCC581-6C30-4FE7-8E50-9C196F4C4562}"/>
              </a:ext>
            </a:extLst>
          </p:cNvPr>
          <p:cNvSpPr/>
          <p:nvPr/>
        </p:nvSpPr>
        <p:spPr>
          <a:xfrm>
            <a:off x="9414708" y="3710424"/>
            <a:ext cx="155448" cy="188976"/>
          </a:xfrm>
          <a:prstGeom prst="rect">
            <a:avLst/>
          </a:prstGeom>
          <a:blipFill>
            <a:blip r:embed="rId3" cstate="print"/>
            <a:stretch>
              <a:fillRect/>
            </a:stretch>
          </a:blipFill>
        </p:spPr>
        <p:txBody>
          <a:bodyPr wrap="square" lIns="0" tIns="0" rIns="0" bIns="0" rtlCol="0"/>
          <a:lstStyle/>
          <a:p>
            <a:endParaRPr/>
          </a:p>
        </p:txBody>
      </p:sp>
      <p:sp>
        <p:nvSpPr>
          <p:cNvPr id="135" name="object 39">
            <a:extLst>
              <a:ext uri="{FF2B5EF4-FFF2-40B4-BE49-F238E27FC236}">
                <a16:creationId xmlns:a16="http://schemas.microsoft.com/office/drawing/2014/main" id="{E02E325D-46FD-429B-A6C9-599511ADC525}"/>
              </a:ext>
            </a:extLst>
          </p:cNvPr>
          <p:cNvSpPr/>
          <p:nvPr/>
        </p:nvSpPr>
        <p:spPr>
          <a:xfrm>
            <a:off x="9349176" y="3890257"/>
            <a:ext cx="287020" cy="154305"/>
          </a:xfrm>
          <a:custGeom>
            <a:avLst/>
            <a:gdLst/>
            <a:ahLst/>
            <a:cxnLst/>
            <a:rect l="l" t="t" r="r" b="b"/>
            <a:pathLst>
              <a:path w="287020" h="154304">
                <a:moveTo>
                  <a:pt x="192023" y="152400"/>
                </a:moveTo>
                <a:lnTo>
                  <a:pt x="94487" y="152400"/>
                </a:lnTo>
                <a:lnTo>
                  <a:pt x="71627" y="147828"/>
                </a:lnTo>
                <a:lnTo>
                  <a:pt x="47243" y="141732"/>
                </a:lnTo>
                <a:lnTo>
                  <a:pt x="38099" y="138684"/>
                </a:lnTo>
                <a:lnTo>
                  <a:pt x="33527" y="135636"/>
                </a:lnTo>
                <a:lnTo>
                  <a:pt x="28955" y="134112"/>
                </a:lnTo>
                <a:lnTo>
                  <a:pt x="25907" y="132588"/>
                </a:lnTo>
                <a:lnTo>
                  <a:pt x="21336" y="129540"/>
                </a:lnTo>
                <a:lnTo>
                  <a:pt x="18288" y="128016"/>
                </a:lnTo>
                <a:lnTo>
                  <a:pt x="13715" y="123444"/>
                </a:lnTo>
                <a:lnTo>
                  <a:pt x="10667" y="121920"/>
                </a:lnTo>
                <a:lnTo>
                  <a:pt x="3048" y="114300"/>
                </a:lnTo>
                <a:lnTo>
                  <a:pt x="3048" y="112776"/>
                </a:lnTo>
                <a:lnTo>
                  <a:pt x="1524" y="111252"/>
                </a:lnTo>
                <a:lnTo>
                  <a:pt x="1524" y="109728"/>
                </a:lnTo>
                <a:lnTo>
                  <a:pt x="0" y="108204"/>
                </a:lnTo>
                <a:lnTo>
                  <a:pt x="0" y="103632"/>
                </a:lnTo>
                <a:lnTo>
                  <a:pt x="1524" y="100584"/>
                </a:lnTo>
                <a:lnTo>
                  <a:pt x="1524" y="94488"/>
                </a:lnTo>
                <a:lnTo>
                  <a:pt x="3048" y="91440"/>
                </a:lnTo>
                <a:lnTo>
                  <a:pt x="4571" y="86868"/>
                </a:lnTo>
                <a:lnTo>
                  <a:pt x="4571" y="82296"/>
                </a:lnTo>
                <a:lnTo>
                  <a:pt x="10667" y="64008"/>
                </a:lnTo>
                <a:lnTo>
                  <a:pt x="13715" y="59436"/>
                </a:lnTo>
                <a:lnTo>
                  <a:pt x="15239" y="54864"/>
                </a:lnTo>
                <a:lnTo>
                  <a:pt x="18288" y="50292"/>
                </a:lnTo>
                <a:lnTo>
                  <a:pt x="19812" y="47244"/>
                </a:lnTo>
                <a:lnTo>
                  <a:pt x="22859" y="42672"/>
                </a:lnTo>
                <a:lnTo>
                  <a:pt x="25907" y="39624"/>
                </a:lnTo>
                <a:lnTo>
                  <a:pt x="28955" y="38100"/>
                </a:lnTo>
                <a:lnTo>
                  <a:pt x="30479" y="36576"/>
                </a:lnTo>
                <a:lnTo>
                  <a:pt x="36575" y="33528"/>
                </a:lnTo>
                <a:lnTo>
                  <a:pt x="39623" y="30480"/>
                </a:lnTo>
                <a:lnTo>
                  <a:pt x="42671" y="28956"/>
                </a:lnTo>
                <a:lnTo>
                  <a:pt x="47243" y="27432"/>
                </a:lnTo>
                <a:lnTo>
                  <a:pt x="51815" y="24384"/>
                </a:lnTo>
                <a:lnTo>
                  <a:pt x="54863" y="22860"/>
                </a:lnTo>
                <a:lnTo>
                  <a:pt x="64007" y="16764"/>
                </a:lnTo>
                <a:lnTo>
                  <a:pt x="68579" y="15240"/>
                </a:lnTo>
                <a:lnTo>
                  <a:pt x="73151" y="12192"/>
                </a:lnTo>
                <a:lnTo>
                  <a:pt x="77723" y="10668"/>
                </a:lnTo>
                <a:lnTo>
                  <a:pt x="80771" y="7620"/>
                </a:lnTo>
                <a:lnTo>
                  <a:pt x="85343" y="6096"/>
                </a:lnTo>
                <a:lnTo>
                  <a:pt x="88391" y="4572"/>
                </a:lnTo>
                <a:lnTo>
                  <a:pt x="92963" y="1524"/>
                </a:lnTo>
                <a:lnTo>
                  <a:pt x="94487" y="0"/>
                </a:lnTo>
                <a:lnTo>
                  <a:pt x="99059" y="0"/>
                </a:lnTo>
                <a:lnTo>
                  <a:pt x="100583" y="1524"/>
                </a:lnTo>
                <a:lnTo>
                  <a:pt x="106679" y="4572"/>
                </a:lnTo>
                <a:lnTo>
                  <a:pt x="111251" y="7620"/>
                </a:lnTo>
                <a:lnTo>
                  <a:pt x="123443" y="13716"/>
                </a:lnTo>
                <a:lnTo>
                  <a:pt x="129539" y="15240"/>
                </a:lnTo>
                <a:lnTo>
                  <a:pt x="131063" y="15240"/>
                </a:lnTo>
                <a:lnTo>
                  <a:pt x="132587" y="16764"/>
                </a:lnTo>
                <a:lnTo>
                  <a:pt x="132587" y="18288"/>
                </a:lnTo>
                <a:lnTo>
                  <a:pt x="143255" y="45720"/>
                </a:lnTo>
                <a:lnTo>
                  <a:pt x="265937" y="45720"/>
                </a:lnTo>
                <a:lnTo>
                  <a:pt x="266699" y="47244"/>
                </a:lnTo>
                <a:lnTo>
                  <a:pt x="269747" y="50292"/>
                </a:lnTo>
                <a:lnTo>
                  <a:pt x="272795" y="54864"/>
                </a:lnTo>
                <a:lnTo>
                  <a:pt x="277367" y="68580"/>
                </a:lnTo>
                <a:lnTo>
                  <a:pt x="280415" y="74676"/>
                </a:lnTo>
                <a:lnTo>
                  <a:pt x="280415" y="77724"/>
                </a:lnTo>
                <a:lnTo>
                  <a:pt x="179831" y="77724"/>
                </a:lnTo>
                <a:lnTo>
                  <a:pt x="179831" y="89916"/>
                </a:lnTo>
                <a:lnTo>
                  <a:pt x="204215" y="97536"/>
                </a:lnTo>
                <a:lnTo>
                  <a:pt x="284987" y="97536"/>
                </a:lnTo>
                <a:lnTo>
                  <a:pt x="284987" y="100584"/>
                </a:lnTo>
                <a:lnTo>
                  <a:pt x="286511" y="105156"/>
                </a:lnTo>
                <a:lnTo>
                  <a:pt x="286511" y="108204"/>
                </a:lnTo>
                <a:lnTo>
                  <a:pt x="284987" y="109728"/>
                </a:lnTo>
                <a:lnTo>
                  <a:pt x="284987" y="111252"/>
                </a:lnTo>
                <a:lnTo>
                  <a:pt x="283463" y="112776"/>
                </a:lnTo>
                <a:lnTo>
                  <a:pt x="283463" y="114300"/>
                </a:lnTo>
                <a:lnTo>
                  <a:pt x="275843" y="121920"/>
                </a:lnTo>
                <a:lnTo>
                  <a:pt x="272795" y="123444"/>
                </a:lnTo>
                <a:lnTo>
                  <a:pt x="271271" y="126492"/>
                </a:lnTo>
                <a:lnTo>
                  <a:pt x="265175" y="129540"/>
                </a:lnTo>
                <a:lnTo>
                  <a:pt x="262127" y="132588"/>
                </a:lnTo>
                <a:lnTo>
                  <a:pt x="257555" y="134112"/>
                </a:lnTo>
                <a:lnTo>
                  <a:pt x="254507" y="135636"/>
                </a:lnTo>
                <a:lnTo>
                  <a:pt x="249935" y="138684"/>
                </a:lnTo>
                <a:lnTo>
                  <a:pt x="245363" y="140208"/>
                </a:lnTo>
                <a:lnTo>
                  <a:pt x="239267" y="141732"/>
                </a:lnTo>
                <a:lnTo>
                  <a:pt x="234695" y="143256"/>
                </a:lnTo>
                <a:lnTo>
                  <a:pt x="222503" y="146304"/>
                </a:lnTo>
                <a:lnTo>
                  <a:pt x="192023" y="152400"/>
                </a:lnTo>
                <a:close/>
              </a:path>
              <a:path w="287020" h="154304">
                <a:moveTo>
                  <a:pt x="265937" y="45720"/>
                </a:moveTo>
                <a:lnTo>
                  <a:pt x="143255" y="45720"/>
                </a:lnTo>
                <a:lnTo>
                  <a:pt x="153923" y="18288"/>
                </a:lnTo>
                <a:lnTo>
                  <a:pt x="153923" y="16764"/>
                </a:lnTo>
                <a:lnTo>
                  <a:pt x="155447" y="15240"/>
                </a:lnTo>
                <a:lnTo>
                  <a:pt x="156971" y="15240"/>
                </a:lnTo>
                <a:lnTo>
                  <a:pt x="163067" y="13716"/>
                </a:lnTo>
                <a:lnTo>
                  <a:pt x="175259" y="7620"/>
                </a:lnTo>
                <a:lnTo>
                  <a:pt x="179831" y="4572"/>
                </a:lnTo>
                <a:lnTo>
                  <a:pt x="185927" y="1524"/>
                </a:lnTo>
                <a:lnTo>
                  <a:pt x="187451" y="0"/>
                </a:lnTo>
                <a:lnTo>
                  <a:pt x="192023" y="0"/>
                </a:lnTo>
                <a:lnTo>
                  <a:pt x="192023" y="1524"/>
                </a:lnTo>
                <a:lnTo>
                  <a:pt x="201167" y="6096"/>
                </a:lnTo>
                <a:lnTo>
                  <a:pt x="205739" y="7620"/>
                </a:lnTo>
                <a:lnTo>
                  <a:pt x="210311" y="10668"/>
                </a:lnTo>
                <a:lnTo>
                  <a:pt x="213359" y="12192"/>
                </a:lnTo>
                <a:lnTo>
                  <a:pt x="217931" y="15240"/>
                </a:lnTo>
                <a:lnTo>
                  <a:pt x="222503" y="16764"/>
                </a:lnTo>
                <a:lnTo>
                  <a:pt x="231647" y="22860"/>
                </a:lnTo>
                <a:lnTo>
                  <a:pt x="236219" y="24384"/>
                </a:lnTo>
                <a:lnTo>
                  <a:pt x="239267" y="27432"/>
                </a:lnTo>
                <a:lnTo>
                  <a:pt x="243839" y="28956"/>
                </a:lnTo>
                <a:lnTo>
                  <a:pt x="246887" y="30480"/>
                </a:lnTo>
                <a:lnTo>
                  <a:pt x="251459" y="33528"/>
                </a:lnTo>
                <a:lnTo>
                  <a:pt x="252983" y="35052"/>
                </a:lnTo>
                <a:lnTo>
                  <a:pt x="259079" y="38100"/>
                </a:lnTo>
                <a:lnTo>
                  <a:pt x="265175" y="44196"/>
                </a:lnTo>
                <a:lnTo>
                  <a:pt x="265937" y="45720"/>
                </a:lnTo>
                <a:close/>
              </a:path>
              <a:path w="287020" h="154304">
                <a:moveTo>
                  <a:pt x="284987" y="97536"/>
                </a:moveTo>
                <a:lnTo>
                  <a:pt x="204215" y="97536"/>
                </a:lnTo>
                <a:lnTo>
                  <a:pt x="228599" y="89916"/>
                </a:lnTo>
                <a:lnTo>
                  <a:pt x="228599" y="77724"/>
                </a:lnTo>
                <a:lnTo>
                  <a:pt x="280415" y="77724"/>
                </a:lnTo>
                <a:lnTo>
                  <a:pt x="280415" y="79248"/>
                </a:lnTo>
                <a:lnTo>
                  <a:pt x="281939" y="85344"/>
                </a:lnTo>
                <a:lnTo>
                  <a:pt x="284987" y="94488"/>
                </a:lnTo>
                <a:lnTo>
                  <a:pt x="284987" y="97536"/>
                </a:lnTo>
                <a:close/>
              </a:path>
              <a:path w="287020" h="154304">
                <a:moveTo>
                  <a:pt x="173735" y="153924"/>
                </a:moveTo>
                <a:lnTo>
                  <a:pt x="112775" y="153924"/>
                </a:lnTo>
                <a:lnTo>
                  <a:pt x="103631" y="152400"/>
                </a:lnTo>
                <a:lnTo>
                  <a:pt x="182879" y="152400"/>
                </a:lnTo>
                <a:lnTo>
                  <a:pt x="173735" y="153924"/>
                </a:lnTo>
                <a:close/>
              </a:path>
            </a:pathLst>
          </a:custGeom>
          <a:solidFill>
            <a:srgbClr val="FFFFFF"/>
          </a:solidFill>
        </p:spPr>
        <p:txBody>
          <a:bodyPr wrap="square" lIns="0" tIns="0" rIns="0" bIns="0" rtlCol="0"/>
          <a:lstStyle/>
          <a:p>
            <a:endParaRPr/>
          </a:p>
        </p:txBody>
      </p:sp>
      <p:sp>
        <p:nvSpPr>
          <p:cNvPr id="136" name="object 40">
            <a:extLst>
              <a:ext uri="{FF2B5EF4-FFF2-40B4-BE49-F238E27FC236}">
                <a16:creationId xmlns:a16="http://schemas.microsoft.com/office/drawing/2014/main" id="{F63E94D3-02BF-4E93-A87F-3BCEE64FCFF0}"/>
              </a:ext>
            </a:extLst>
          </p:cNvPr>
          <p:cNvSpPr/>
          <p:nvPr/>
        </p:nvSpPr>
        <p:spPr>
          <a:xfrm>
            <a:off x="6904679" y="4153909"/>
            <a:ext cx="82550" cy="311150"/>
          </a:xfrm>
          <a:custGeom>
            <a:avLst/>
            <a:gdLst/>
            <a:ahLst/>
            <a:cxnLst/>
            <a:rect l="l" t="t" r="r" b="b"/>
            <a:pathLst>
              <a:path w="82550" h="311150">
                <a:moveTo>
                  <a:pt x="45720" y="41148"/>
                </a:moveTo>
                <a:lnTo>
                  <a:pt x="36576" y="41148"/>
                </a:lnTo>
                <a:lnTo>
                  <a:pt x="36576" y="0"/>
                </a:lnTo>
                <a:lnTo>
                  <a:pt x="45720" y="0"/>
                </a:lnTo>
                <a:lnTo>
                  <a:pt x="45720" y="41148"/>
                </a:lnTo>
                <a:close/>
              </a:path>
              <a:path w="82550" h="311150">
                <a:moveTo>
                  <a:pt x="45720" y="114300"/>
                </a:moveTo>
                <a:lnTo>
                  <a:pt x="36576" y="114300"/>
                </a:lnTo>
                <a:lnTo>
                  <a:pt x="36576" y="73152"/>
                </a:lnTo>
                <a:lnTo>
                  <a:pt x="45720" y="73152"/>
                </a:lnTo>
                <a:lnTo>
                  <a:pt x="45720" y="114300"/>
                </a:lnTo>
                <a:close/>
              </a:path>
              <a:path w="82550" h="311150">
                <a:moveTo>
                  <a:pt x="45720" y="185928"/>
                </a:moveTo>
                <a:lnTo>
                  <a:pt x="36576" y="185928"/>
                </a:lnTo>
                <a:lnTo>
                  <a:pt x="36576" y="144780"/>
                </a:lnTo>
                <a:lnTo>
                  <a:pt x="45720" y="144780"/>
                </a:lnTo>
                <a:lnTo>
                  <a:pt x="45720" y="185928"/>
                </a:lnTo>
                <a:close/>
              </a:path>
              <a:path w="82550" h="311150">
                <a:moveTo>
                  <a:pt x="36576" y="229514"/>
                </a:moveTo>
                <a:lnTo>
                  <a:pt x="36576" y="216407"/>
                </a:lnTo>
                <a:lnTo>
                  <a:pt x="45720" y="216407"/>
                </a:lnTo>
                <a:lnTo>
                  <a:pt x="45720" y="228600"/>
                </a:lnTo>
                <a:lnTo>
                  <a:pt x="41148" y="228600"/>
                </a:lnTo>
                <a:lnTo>
                  <a:pt x="36576" y="229514"/>
                </a:lnTo>
                <a:close/>
              </a:path>
              <a:path w="82550" h="311150">
                <a:moveTo>
                  <a:pt x="45720" y="257556"/>
                </a:moveTo>
                <a:lnTo>
                  <a:pt x="36576" y="257556"/>
                </a:lnTo>
                <a:lnTo>
                  <a:pt x="36576" y="229514"/>
                </a:lnTo>
                <a:lnTo>
                  <a:pt x="41148" y="228600"/>
                </a:lnTo>
                <a:lnTo>
                  <a:pt x="45720" y="229514"/>
                </a:lnTo>
                <a:lnTo>
                  <a:pt x="45720" y="257556"/>
                </a:lnTo>
                <a:close/>
              </a:path>
              <a:path w="82550" h="311150">
                <a:moveTo>
                  <a:pt x="45720" y="229514"/>
                </a:moveTo>
                <a:lnTo>
                  <a:pt x="41148" y="228600"/>
                </a:lnTo>
                <a:lnTo>
                  <a:pt x="45720" y="228600"/>
                </a:lnTo>
                <a:lnTo>
                  <a:pt x="45720" y="229514"/>
                </a:lnTo>
                <a:close/>
              </a:path>
              <a:path w="82550" h="311150">
                <a:moveTo>
                  <a:pt x="41148" y="310895"/>
                </a:moveTo>
                <a:lnTo>
                  <a:pt x="25074" y="307681"/>
                </a:lnTo>
                <a:lnTo>
                  <a:pt x="12001" y="298894"/>
                </a:lnTo>
                <a:lnTo>
                  <a:pt x="3214" y="285821"/>
                </a:lnTo>
                <a:lnTo>
                  <a:pt x="0" y="269748"/>
                </a:lnTo>
                <a:lnTo>
                  <a:pt x="3214" y="253674"/>
                </a:lnTo>
                <a:lnTo>
                  <a:pt x="12001" y="240601"/>
                </a:lnTo>
                <a:lnTo>
                  <a:pt x="25074" y="231814"/>
                </a:lnTo>
                <a:lnTo>
                  <a:pt x="36576" y="229514"/>
                </a:lnTo>
                <a:lnTo>
                  <a:pt x="36576" y="257556"/>
                </a:lnTo>
                <a:lnTo>
                  <a:pt x="79857" y="257556"/>
                </a:lnTo>
                <a:lnTo>
                  <a:pt x="82296" y="269748"/>
                </a:lnTo>
                <a:lnTo>
                  <a:pt x="79081" y="285821"/>
                </a:lnTo>
                <a:lnTo>
                  <a:pt x="70294" y="298894"/>
                </a:lnTo>
                <a:lnTo>
                  <a:pt x="57221" y="307681"/>
                </a:lnTo>
                <a:lnTo>
                  <a:pt x="41148" y="310895"/>
                </a:lnTo>
                <a:close/>
              </a:path>
              <a:path w="82550" h="311150">
                <a:moveTo>
                  <a:pt x="79857" y="257556"/>
                </a:moveTo>
                <a:lnTo>
                  <a:pt x="45720" y="257556"/>
                </a:lnTo>
                <a:lnTo>
                  <a:pt x="45720" y="229514"/>
                </a:lnTo>
                <a:lnTo>
                  <a:pt x="57221" y="231814"/>
                </a:lnTo>
                <a:lnTo>
                  <a:pt x="70294" y="240601"/>
                </a:lnTo>
                <a:lnTo>
                  <a:pt x="79081" y="253674"/>
                </a:lnTo>
                <a:lnTo>
                  <a:pt x="79857" y="257556"/>
                </a:lnTo>
                <a:close/>
              </a:path>
            </a:pathLst>
          </a:custGeom>
          <a:solidFill>
            <a:srgbClr val="162844"/>
          </a:solidFill>
        </p:spPr>
        <p:txBody>
          <a:bodyPr wrap="square" lIns="0" tIns="0" rIns="0" bIns="0" rtlCol="0"/>
          <a:lstStyle/>
          <a:p>
            <a:endParaRPr/>
          </a:p>
        </p:txBody>
      </p:sp>
      <p:sp>
        <p:nvSpPr>
          <p:cNvPr id="137" name="object 41">
            <a:extLst>
              <a:ext uri="{FF2B5EF4-FFF2-40B4-BE49-F238E27FC236}">
                <a16:creationId xmlns:a16="http://schemas.microsoft.com/office/drawing/2014/main" id="{C9AB813B-7B5B-480F-A06F-E7F619A822C9}"/>
              </a:ext>
            </a:extLst>
          </p:cNvPr>
          <p:cNvSpPr/>
          <p:nvPr/>
        </p:nvSpPr>
        <p:spPr>
          <a:xfrm>
            <a:off x="8198556" y="4153909"/>
            <a:ext cx="82550" cy="311150"/>
          </a:xfrm>
          <a:custGeom>
            <a:avLst/>
            <a:gdLst/>
            <a:ahLst/>
            <a:cxnLst/>
            <a:rect l="l" t="t" r="r" b="b"/>
            <a:pathLst>
              <a:path w="82550" h="311150">
                <a:moveTo>
                  <a:pt x="45720" y="41148"/>
                </a:moveTo>
                <a:lnTo>
                  <a:pt x="36576" y="41148"/>
                </a:lnTo>
                <a:lnTo>
                  <a:pt x="36576" y="0"/>
                </a:lnTo>
                <a:lnTo>
                  <a:pt x="45720" y="0"/>
                </a:lnTo>
                <a:lnTo>
                  <a:pt x="45720" y="41148"/>
                </a:lnTo>
                <a:close/>
              </a:path>
              <a:path w="82550" h="311150">
                <a:moveTo>
                  <a:pt x="45720" y="114300"/>
                </a:moveTo>
                <a:lnTo>
                  <a:pt x="36576" y="114300"/>
                </a:lnTo>
                <a:lnTo>
                  <a:pt x="36576" y="73152"/>
                </a:lnTo>
                <a:lnTo>
                  <a:pt x="45720" y="73152"/>
                </a:lnTo>
                <a:lnTo>
                  <a:pt x="45720" y="114300"/>
                </a:lnTo>
                <a:close/>
              </a:path>
              <a:path w="82550" h="311150">
                <a:moveTo>
                  <a:pt x="45720" y="185928"/>
                </a:moveTo>
                <a:lnTo>
                  <a:pt x="36576" y="185928"/>
                </a:lnTo>
                <a:lnTo>
                  <a:pt x="36576" y="144780"/>
                </a:lnTo>
                <a:lnTo>
                  <a:pt x="45720" y="144780"/>
                </a:lnTo>
                <a:lnTo>
                  <a:pt x="45720" y="185928"/>
                </a:lnTo>
                <a:close/>
              </a:path>
              <a:path w="82550" h="311150">
                <a:moveTo>
                  <a:pt x="36576" y="229514"/>
                </a:moveTo>
                <a:lnTo>
                  <a:pt x="36576" y="216407"/>
                </a:lnTo>
                <a:lnTo>
                  <a:pt x="45720" y="216407"/>
                </a:lnTo>
                <a:lnTo>
                  <a:pt x="45720" y="228600"/>
                </a:lnTo>
                <a:lnTo>
                  <a:pt x="41148" y="228600"/>
                </a:lnTo>
                <a:lnTo>
                  <a:pt x="36576" y="229514"/>
                </a:lnTo>
                <a:close/>
              </a:path>
              <a:path w="82550" h="311150">
                <a:moveTo>
                  <a:pt x="45720" y="257556"/>
                </a:moveTo>
                <a:lnTo>
                  <a:pt x="36576" y="257556"/>
                </a:lnTo>
                <a:lnTo>
                  <a:pt x="36576" y="229514"/>
                </a:lnTo>
                <a:lnTo>
                  <a:pt x="41148" y="228600"/>
                </a:lnTo>
                <a:lnTo>
                  <a:pt x="45720" y="229514"/>
                </a:lnTo>
                <a:lnTo>
                  <a:pt x="45720" y="257556"/>
                </a:lnTo>
                <a:close/>
              </a:path>
              <a:path w="82550" h="311150">
                <a:moveTo>
                  <a:pt x="45720" y="229514"/>
                </a:moveTo>
                <a:lnTo>
                  <a:pt x="41148" y="228600"/>
                </a:lnTo>
                <a:lnTo>
                  <a:pt x="45720" y="228600"/>
                </a:lnTo>
                <a:lnTo>
                  <a:pt x="45720" y="229514"/>
                </a:lnTo>
                <a:close/>
              </a:path>
              <a:path w="82550" h="311150">
                <a:moveTo>
                  <a:pt x="41148" y="310895"/>
                </a:moveTo>
                <a:lnTo>
                  <a:pt x="25074" y="307681"/>
                </a:lnTo>
                <a:lnTo>
                  <a:pt x="12001" y="298894"/>
                </a:lnTo>
                <a:lnTo>
                  <a:pt x="3214" y="285821"/>
                </a:lnTo>
                <a:lnTo>
                  <a:pt x="0" y="269748"/>
                </a:lnTo>
                <a:lnTo>
                  <a:pt x="3214" y="253674"/>
                </a:lnTo>
                <a:lnTo>
                  <a:pt x="12001" y="240601"/>
                </a:lnTo>
                <a:lnTo>
                  <a:pt x="25074" y="231814"/>
                </a:lnTo>
                <a:lnTo>
                  <a:pt x="36576" y="229514"/>
                </a:lnTo>
                <a:lnTo>
                  <a:pt x="36576" y="257556"/>
                </a:lnTo>
                <a:lnTo>
                  <a:pt x="79857" y="257556"/>
                </a:lnTo>
                <a:lnTo>
                  <a:pt x="82296" y="269748"/>
                </a:lnTo>
                <a:lnTo>
                  <a:pt x="79081" y="285821"/>
                </a:lnTo>
                <a:lnTo>
                  <a:pt x="70294" y="298894"/>
                </a:lnTo>
                <a:lnTo>
                  <a:pt x="57221" y="307681"/>
                </a:lnTo>
                <a:lnTo>
                  <a:pt x="41148" y="310895"/>
                </a:lnTo>
                <a:close/>
              </a:path>
              <a:path w="82550" h="311150">
                <a:moveTo>
                  <a:pt x="79857" y="257556"/>
                </a:moveTo>
                <a:lnTo>
                  <a:pt x="45720" y="257556"/>
                </a:lnTo>
                <a:lnTo>
                  <a:pt x="45720" y="229514"/>
                </a:lnTo>
                <a:lnTo>
                  <a:pt x="57221" y="231814"/>
                </a:lnTo>
                <a:lnTo>
                  <a:pt x="70294" y="240601"/>
                </a:lnTo>
                <a:lnTo>
                  <a:pt x="79081" y="253674"/>
                </a:lnTo>
                <a:lnTo>
                  <a:pt x="79857" y="257556"/>
                </a:lnTo>
                <a:close/>
              </a:path>
            </a:pathLst>
          </a:custGeom>
          <a:solidFill>
            <a:srgbClr val="162844"/>
          </a:solidFill>
        </p:spPr>
        <p:txBody>
          <a:bodyPr wrap="square" lIns="0" tIns="0" rIns="0" bIns="0" rtlCol="0"/>
          <a:lstStyle/>
          <a:p>
            <a:endParaRPr/>
          </a:p>
        </p:txBody>
      </p:sp>
      <p:sp>
        <p:nvSpPr>
          <p:cNvPr id="138" name="object 42">
            <a:extLst>
              <a:ext uri="{FF2B5EF4-FFF2-40B4-BE49-F238E27FC236}">
                <a16:creationId xmlns:a16="http://schemas.microsoft.com/office/drawing/2014/main" id="{882405DB-C446-458A-8B83-3CB39B7ABA46}"/>
              </a:ext>
            </a:extLst>
          </p:cNvPr>
          <p:cNvSpPr/>
          <p:nvPr/>
        </p:nvSpPr>
        <p:spPr>
          <a:xfrm>
            <a:off x="9451284" y="4153909"/>
            <a:ext cx="82550" cy="311150"/>
          </a:xfrm>
          <a:custGeom>
            <a:avLst/>
            <a:gdLst/>
            <a:ahLst/>
            <a:cxnLst/>
            <a:rect l="l" t="t" r="r" b="b"/>
            <a:pathLst>
              <a:path w="82550" h="311150">
                <a:moveTo>
                  <a:pt x="45720" y="41148"/>
                </a:moveTo>
                <a:lnTo>
                  <a:pt x="36576" y="41148"/>
                </a:lnTo>
                <a:lnTo>
                  <a:pt x="36576" y="0"/>
                </a:lnTo>
                <a:lnTo>
                  <a:pt x="45720" y="0"/>
                </a:lnTo>
                <a:lnTo>
                  <a:pt x="45720" y="41148"/>
                </a:lnTo>
                <a:close/>
              </a:path>
              <a:path w="82550" h="311150">
                <a:moveTo>
                  <a:pt x="45720" y="114300"/>
                </a:moveTo>
                <a:lnTo>
                  <a:pt x="36576" y="114300"/>
                </a:lnTo>
                <a:lnTo>
                  <a:pt x="36576" y="73152"/>
                </a:lnTo>
                <a:lnTo>
                  <a:pt x="45720" y="73152"/>
                </a:lnTo>
                <a:lnTo>
                  <a:pt x="45720" y="114300"/>
                </a:lnTo>
                <a:close/>
              </a:path>
              <a:path w="82550" h="311150">
                <a:moveTo>
                  <a:pt x="45720" y="185928"/>
                </a:moveTo>
                <a:lnTo>
                  <a:pt x="36576" y="185928"/>
                </a:lnTo>
                <a:lnTo>
                  <a:pt x="36576" y="144780"/>
                </a:lnTo>
                <a:lnTo>
                  <a:pt x="45720" y="144780"/>
                </a:lnTo>
                <a:lnTo>
                  <a:pt x="45720" y="185928"/>
                </a:lnTo>
                <a:close/>
              </a:path>
              <a:path w="82550" h="311150">
                <a:moveTo>
                  <a:pt x="36576" y="229514"/>
                </a:moveTo>
                <a:lnTo>
                  <a:pt x="36576" y="216407"/>
                </a:lnTo>
                <a:lnTo>
                  <a:pt x="45720" y="216407"/>
                </a:lnTo>
                <a:lnTo>
                  <a:pt x="45720" y="228600"/>
                </a:lnTo>
                <a:lnTo>
                  <a:pt x="41148" y="228600"/>
                </a:lnTo>
                <a:lnTo>
                  <a:pt x="36576" y="229514"/>
                </a:lnTo>
                <a:close/>
              </a:path>
              <a:path w="82550" h="311150">
                <a:moveTo>
                  <a:pt x="45720" y="257556"/>
                </a:moveTo>
                <a:lnTo>
                  <a:pt x="36576" y="257556"/>
                </a:lnTo>
                <a:lnTo>
                  <a:pt x="36576" y="229514"/>
                </a:lnTo>
                <a:lnTo>
                  <a:pt x="41148" y="228600"/>
                </a:lnTo>
                <a:lnTo>
                  <a:pt x="45720" y="229514"/>
                </a:lnTo>
                <a:lnTo>
                  <a:pt x="45720" y="257556"/>
                </a:lnTo>
                <a:close/>
              </a:path>
              <a:path w="82550" h="311150">
                <a:moveTo>
                  <a:pt x="45720" y="229514"/>
                </a:moveTo>
                <a:lnTo>
                  <a:pt x="41148" y="228600"/>
                </a:lnTo>
                <a:lnTo>
                  <a:pt x="45720" y="228600"/>
                </a:lnTo>
                <a:lnTo>
                  <a:pt x="45720" y="229514"/>
                </a:lnTo>
                <a:close/>
              </a:path>
              <a:path w="82550" h="311150">
                <a:moveTo>
                  <a:pt x="41148" y="310895"/>
                </a:moveTo>
                <a:lnTo>
                  <a:pt x="25074" y="307681"/>
                </a:lnTo>
                <a:lnTo>
                  <a:pt x="12001" y="298894"/>
                </a:lnTo>
                <a:lnTo>
                  <a:pt x="3214" y="285821"/>
                </a:lnTo>
                <a:lnTo>
                  <a:pt x="0" y="269748"/>
                </a:lnTo>
                <a:lnTo>
                  <a:pt x="3214" y="253674"/>
                </a:lnTo>
                <a:lnTo>
                  <a:pt x="12001" y="240601"/>
                </a:lnTo>
                <a:lnTo>
                  <a:pt x="25074" y="231814"/>
                </a:lnTo>
                <a:lnTo>
                  <a:pt x="36576" y="229514"/>
                </a:lnTo>
                <a:lnTo>
                  <a:pt x="36576" y="257556"/>
                </a:lnTo>
                <a:lnTo>
                  <a:pt x="79857" y="257556"/>
                </a:lnTo>
                <a:lnTo>
                  <a:pt x="82296" y="269748"/>
                </a:lnTo>
                <a:lnTo>
                  <a:pt x="79081" y="285821"/>
                </a:lnTo>
                <a:lnTo>
                  <a:pt x="70294" y="298894"/>
                </a:lnTo>
                <a:lnTo>
                  <a:pt x="57221" y="307681"/>
                </a:lnTo>
                <a:lnTo>
                  <a:pt x="41148" y="310895"/>
                </a:lnTo>
                <a:close/>
              </a:path>
              <a:path w="82550" h="311150">
                <a:moveTo>
                  <a:pt x="79857" y="257556"/>
                </a:moveTo>
                <a:lnTo>
                  <a:pt x="45720" y="257556"/>
                </a:lnTo>
                <a:lnTo>
                  <a:pt x="45720" y="229514"/>
                </a:lnTo>
                <a:lnTo>
                  <a:pt x="57221" y="231814"/>
                </a:lnTo>
                <a:lnTo>
                  <a:pt x="70294" y="240601"/>
                </a:lnTo>
                <a:lnTo>
                  <a:pt x="79081" y="253674"/>
                </a:lnTo>
                <a:lnTo>
                  <a:pt x="79857" y="257556"/>
                </a:lnTo>
                <a:close/>
              </a:path>
            </a:pathLst>
          </a:custGeom>
          <a:solidFill>
            <a:srgbClr val="162844"/>
          </a:solidFill>
        </p:spPr>
        <p:txBody>
          <a:bodyPr wrap="square" lIns="0" tIns="0" rIns="0" bIns="0" rtlCol="0"/>
          <a:lstStyle/>
          <a:p>
            <a:endParaRPr/>
          </a:p>
        </p:txBody>
      </p:sp>
      <p:cxnSp>
        <p:nvCxnSpPr>
          <p:cNvPr id="139" name="Gerader Verbinder 138">
            <a:extLst>
              <a:ext uri="{FF2B5EF4-FFF2-40B4-BE49-F238E27FC236}">
                <a16:creationId xmlns:a16="http://schemas.microsoft.com/office/drawing/2014/main" id="{52C6CC20-F0AC-45A9-8BC4-445BEF443BD8}"/>
              </a:ext>
            </a:extLst>
          </p:cNvPr>
          <p:cNvCxnSpPr>
            <a:cxnSpLocks/>
          </p:cNvCxnSpPr>
          <p:nvPr/>
        </p:nvCxnSpPr>
        <p:spPr>
          <a:xfrm>
            <a:off x="5209998" y="4775245"/>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40" name="Tabelle 139">
            <a:extLst>
              <a:ext uri="{FF2B5EF4-FFF2-40B4-BE49-F238E27FC236}">
                <a16:creationId xmlns:a16="http://schemas.microsoft.com/office/drawing/2014/main" id="{397D30DF-FA7E-4A72-95D7-C66AFBAF2A30}"/>
              </a:ext>
            </a:extLst>
          </p:cNvPr>
          <p:cNvGraphicFramePr>
            <a:graphicFrameLocks noGrp="1"/>
          </p:cNvGraphicFramePr>
          <p:nvPr>
            <p:extLst>
              <p:ext uri="{D42A27DB-BD31-4B8C-83A1-F6EECF244321}">
                <p14:modId xmlns:p14="http://schemas.microsoft.com/office/powerpoint/2010/main" val="153998037"/>
              </p:ext>
            </p:extLst>
          </p:nvPr>
        </p:nvGraphicFramePr>
        <p:xfrm>
          <a:off x="2352943" y="4097224"/>
          <a:ext cx="3732333" cy="1693796"/>
        </p:xfrm>
        <a:graphic>
          <a:graphicData uri="http://schemas.openxmlformats.org/drawingml/2006/table">
            <a:tbl>
              <a:tblPr firstRow="1" bandRow="1">
                <a:tableStyleId>{2D5ABB26-0587-4C30-8999-92F81FD0307C}</a:tableStyleId>
              </a:tblPr>
              <a:tblGrid>
                <a:gridCol w="1749710">
                  <a:extLst>
                    <a:ext uri="{9D8B030D-6E8A-4147-A177-3AD203B41FA5}">
                      <a16:colId xmlns:a16="http://schemas.microsoft.com/office/drawing/2014/main" val="1343323692"/>
                    </a:ext>
                  </a:extLst>
                </a:gridCol>
                <a:gridCol w="1982623">
                  <a:extLst>
                    <a:ext uri="{9D8B030D-6E8A-4147-A177-3AD203B41FA5}">
                      <a16:colId xmlns:a16="http://schemas.microsoft.com/office/drawing/2014/main" val="1369839718"/>
                    </a:ext>
                  </a:extLst>
                </a:gridCol>
              </a:tblGrid>
              <a:tr h="253796">
                <a:tc>
                  <a:txBody>
                    <a:bodyPr/>
                    <a:lstStyle/>
                    <a:p>
                      <a:pPr marL="86360">
                        <a:lnSpc>
                          <a:spcPct val="100000"/>
                        </a:lnSpc>
                        <a:spcBef>
                          <a:spcPts val="385"/>
                        </a:spcBef>
                      </a:pPr>
                      <a:r>
                        <a:rPr lang="de-DE" sz="1150" b="1" spc="15">
                          <a:solidFill>
                            <a:srgbClr val="FFFFFF"/>
                          </a:solidFill>
                          <a:latin typeface="Calibri"/>
                          <a:cs typeface="Calibri"/>
                        </a:rPr>
                        <a:t>Kundengruppe</a:t>
                      </a:r>
                      <a:endParaRPr sz="1150">
                        <a:latin typeface="Calibri"/>
                        <a:cs typeface="Calibri"/>
                      </a:endParaRPr>
                    </a:p>
                  </a:txBody>
                  <a:tcPr marL="0" marR="0" marT="3600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909CB1"/>
                    </a:solidFill>
                  </a:tcPr>
                </a:tc>
                <a:tc>
                  <a:txBody>
                    <a:bodyPr/>
                    <a:lstStyle/>
                    <a:p>
                      <a:pPr marL="49530">
                        <a:lnSpc>
                          <a:spcPct val="100000"/>
                        </a:lnSpc>
                        <a:spcBef>
                          <a:spcPts val="385"/>
                        </a:spcBef>
                      </a:pPr>
                      <a:r>
                        <a:rPr lang="de-DE" sz="1150" b="1" spc="15">
                          <a:solidFill>
                            <a:srgbClr val="FFFFFF"/>
                          </a:solidFill>
                          <a:latin typeface="Calibri"/>
                          <a:cs typeface="Calibri"/>
                        </a:rPr>
                        <a:t>Umsatzanteil</a:t>
                      </a:r>
                      <a:endParaRPr sz="1150">
                        <a:latin typeface="Calibri"/>
                        <a:cs typeface="Calibri"/>
                      </a:endParaRPr>
                    </a:p>
                  </a:txBody>
                  <a:tcPr marL="0" marR="0" marT="3600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909CB1"/>
                    </a:solidFill>
                  </a:tcPr>
                </a:tc>
                <a:extLst>
                  <a:ext uri="{0D108BD9-81ED-4DB2-BD59-A6C34878D82A}">
                    <a16:rowId xmlns:a16="http://schemas.microsoft.com/office/drawing/2014/main" val="835939387"/>
                  </a:ext>
                </a:extLst>
              </a:tr>
              <a:tr h="288000">
                <a:tc>
                  <a:txBody>
                    <a:bodyPr/>
                    <a:lstStyle/>
                    <a:p>
                      <a:pPr marL="86360">
                        <a:lnSpc>
                          <a:spcPct val="100000"/>
                        </a:lnSpc>
                        <a:spcBef>
                          <a:spcPts val="540"/>
                        </a:spcBef>
                      </a:pPr>
                      <a:r>
                        <a:rPr lang="de-DE" sz="1150" spc="15">
                          <a:latin typeface="Calibri"/>
                          <a:cs typeface="Calibri"/>
                        </a:rPr>
                        <a:t>Postunternehmen</a:t>
                      </a:r>
                      <a:endParaRPr sz="1150">
                        <a:latin typeface="Calibri"/>
                        <a:cs typeface="Calibri"/>
                      </a:endParaRPr>
                    </a:p>
                  </a:txBody>
                  <a:tcPr marL="0" marR="0" marT="6858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DDDDDD"/>
                    </a:solidFill>
                  </a:tcPr>
                </a:tc>
                <a:tc>
                  <a:txBody>
                    <a:bodyPr/>
                    <a:lstStyle/>
                    <a:p>
                      <a:pPr marL="87313" indent="0">
                        <a:lnSpc>
                          <a:spcPct val="100000"/>
                        </a:lnSpc>
                        <a:spcBef>
                          <a:spcPts val="540"/>
                        </a:spcBef>
                      </a:pPr>
                      <a:r>
                        <a:rPr lang="de-DE" sz="1150" spc="15">
                          <a:latin typeface="Calibri"/>
                          <a:cs typeface="Calibri"/>
                        </a:rPr>
                        <a:t>40%</a:t>
                      </a:r>
                      <a:endParaRPr sz="1150">
                        <a:latin typeface="Calibri"/>
                        <a:cs typeface="Calibri"/>
                      </a:endParaRPr>
                    </a:p>
                  </a:txBody>
                  <a:tcPr marL="0" marR="0" marT="6858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chemeClr val="bg1">
                        <a:lumMod val="95000"/>
                      </a:schemeClr>
                    </a:solidFill>
                  </a:tcPr>
                </a:tc>
                <a:extLst>
                  <a:ext uri="{0D108BD9-81ED-4DB2-BD59-A6C34878D82A}">
                    <a16:rowId xmlns:a16="http://schemas.microsoft.com/office/drawing/2014/main" val="3872576627"/>
                  </a:ext>
                </a:extLst>
              </a:tr>
              <a:tr h="288000">
                <a:tc>
                  <a:txBody>
                    <a:bodyPr/>
                    <a:lstStyle/>
                    <a:p>
                      <a:pPr marL="86360" algn="l" defTabSz="914400" rtl="0" eaLnBrk="1" latinLnBrk="0" hangingPunct="1">
                        <a:lnSpc>
                          <a:spcPct val="100000"/>
                        </a:lnSpc>
                        <a:spcBef>
                          <a:spcPts val="540"/>
                        </a:spcBef>
                      </a:pPr>
                      <a:r>
                        <a:rPr lang="de-DE" sz="1150" kern="1200" spc="15">
                          <a:solidFill>
                            <a:schemeClr val="tx1"/>
                          </a:solidFill>
                          <a:latin typeface="Calibri"/>
                          <a:ea typeface="+mn-ea"/>
                          <a:cs typeface="Calibri"/>
                        </a:rPr>
                        <a:t>Versandhändler</a:t>
                      </a:r>
                      <a:endParaRPr sz="1150" kern="1200" spc="15">
                        <a:solidFill>
                          <a:schemeClr val="tx1"/>
                        </a:solidFill>
                        <a:latin typeface="Calibri"/>
                        <a:ea typeface="+mn-ea"/>
                        <a:cs typeface="Calibri"/>
                      </a:endParaRPr>
                    </a:p>
                  </a:txBody>
                  <a:tcPr marL="0" marR="0" marT="6858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DDDDD"/>
                    </a:solidFill>
                  </a:tcPr>
                </a:tc>
                <a:tc>
                  <a:txBody>
                    <a:bodyPr/>
                    <a:lstStyle/>
                    <a:p>
                      <a:pPr marL="87313" indent="0" algn="l" defTabSz="914400" rtl="0" eaLnBrk="1" latinLnBrk="0" hangingPunct="1">
                        <a:lnSpc>
                          <a:spcPct val="100000"/>
                        </a:lnSpc>
                        <a:spcBef>
                          <a:spcPts val="540"/>
                        </a:spcBef>
                      </a:pPr>
                      <a:r>
                        <a:rPr sz="1150" kern="1200" spc="15">
                          <a:solidFill>
                            <a:schemeClr val="tx1"/>
                          </a:solidFill>
                          <a:latin typeface="Calibri"/>
                          <a:ea typeface="+mn-ea"/>
                          <a:cs typeface="Calibri"/>
                        </a:rPr>
                        <a:t>20%</a:t>
                      </a:r>
                    </a:p>
                  </a:txBody>
                  <a:tcPr marL="0" marR="0" marT="6858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chemeClr val="bg1">
                        <a:lumMod val="95000"/>
                      </a:schemeClr>
                    </a:solidFill>
                  </a:tcPr>
                </a:tc>
                <a:extLst>
                  <a:ext uri="{0D108BD9-81ED-4DB2-BD59-A6C34878D82A}">
                    <a16:rowId xmlns:a16="http://schemas.microsoft.com/office/drawing/2014/main" val="3416293804"/>
                  </a:ext>
                </a:extLst>
              </a:tr>
              <a:tr h="288000">
                <a:tc>
                  <a:txBody>
                    <a:bodyPr/>
                    <a:lstStyle/>
                    <a:p>
                      <a:pPr marL="86360">
                        <a:lnSpc>
                          <a:spcPct val="100000"/>
                        </a:lnSpc>
                        <a:spcBef>
                          <a:spcPts val="540"/>
                        </a:spcBef>
                      </a:pPr>
                      <a:r>
                        <a:rPr lang="de-DE" sz="1150" spc="10">
                          <a:latin typeface="Calibri"/>
                          <a:cs typeface="Calibri"/>
                        </a:rPr>
                        <a:t>Industrie</a:t>
                      </a:r>
                      <a:endParaRPr sz="1150">
                        <a:latin typeface="Calibri"/>
                        <a:cs typeface="Calibri"/>
                      </a:endParaRPr>
                    </a:p>
                  </a:txBody>
                  <a:tcPr marL="0" marR="0" marT="6858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DDDDD"/>
                    </a:solidFill>
                  </a:tcPr>
                </a:tc>
                <a:tc>
                  <a:txBody>
                    <a:bodyPr/>
                    <a:lstStyle/>
                    <a:p>
                      <a:pPr marL="49213" indent="38100">
                        <a:lnSpc>
                          <a:spcPct val="100000"/>
                        </a:lnSpc>
                        <a:spcBef>
                          <a:spcPts val="540"/>
                        </a:spcBef>
                      </a:pPr>
                      <a:r>
                        <a:rPr sz="1150" spc="15">
                          <a:latin typeface="Calibri"/>
                          <a:cs typeface="Calibri"/>
                        </a:rPr>
                        <a:t>15%</a:t>
                      </a:r>
                      <a:endParaRPr sz="1150">
                        <a:latin typeface="Calibri"/>
                        <a:cs typeface="Calibri"/>
                      </a:endParaRPr>
                    </a:p>
                  </a:txBody>
                  <a:tcPr marL="0" marR="0" marT="6858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chemeClr val="bg1">
                        <a:lumMod val="95000"/>
                      </a:schemeClr>
                    </a:solidFill>
                  </a:tcPr>
                </a:tc>
                <a:extLst>
                  <a:ext uri="{0D108BD9-81ED-4DB2-BD59-A6C34878D82A}">
                    <a16:rowId xmlns:a16="http://schemas.microsoft.com/office/drawing/2014/main" val="2306023417"/>
                  </a:ext>
                </a:extLst>
              </a:tr>
              <a:tr h="288000">
                <a:tc>
                  <a:txBody>
                    <a:bodyPr/>
                    <a:lstStyle/>
                    <a:p>
                      <a:pPr marL="86360">
                        <a:lnSpc>
                          <a:spcPct val="100000"/>
                        </a:lnSpc>
                        <a:spcBef>
                          <a:spcPts val="685"/>
                        </a:spcBef>
                      </a:pPr>
                      <a:r>
                        <a:rPr lang="de-DE" sz="1150" spc="15">
                          <a:latin typeface="Calibri"/>
                          <a:cs typeface="Calibri"/>
                        </a:rPr>
                        <a:t>Ämter</a:t>
                      </a:r>
                    </a:p>
                  </a:txBody>
                  <a:tcPr marL="0" marR="0" marT="8699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DDDDD"/>
                    </a:solidFill>
                  </a:tcPr>
                </a:tc>
                <a:tc>
                  <a:txBody>
                    <a:bodyPr/>
                    <a:lstStyle/>
                    <a:p>
                      <a:pPr marL="49213" indent="38100">
                        <a:lnSpc>
                          <a:spcPct val="100000"/>
                        </a:lnSpc>
                        <a:spcBef>
                          <a:spcPts val="685"/>
                        </a:spcBef>
                      </a:pPr>
                      <a:r>
                        <a:rPr sz="1150" spc="20">
                          <a:latin typeface="Calibri"/>
                          <a:cs typeface="Calibri"/>
                        </a:rPr>
                        <a:t>5%</a:t>
                      </a:r>
                      <a:endParaRPr sz="1150">
                        <a:latin typeface="Calibri"/>
                        <a:cs typeface="Calibri"/>
                      </a:endParaRPr>
                    </a:p>
                  </a:txBody>
                  <a:tcPr marL="0" marR="0" marT="8699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chemeClr val="bg1">
                        <a:lumMod val="95000"/>
                      </a:schemeClr>
                    </a:solidFill>
                  </a:tcPr>
                </a:tc>
                <a:extLst>
                  <a:ext uri="{0D108BD9-81ED-4DB2-BD59-A6C34878D82A}">
                    <a16:rowId xmlns:a16="http://schemas.microsoft.com/office/drawing/2014/main" val="2431344238"/>
                  </a:ext>
                </a:extLst>
              </a:tr>
              <a:tr h="288000">
                <a:tc>
                  <a:txBody>
                    <a:bodyPr/>
                    <a:lstStyle/>
                    <a:p>
                      <a:pPr marL="86360">
                        <a:lnSpc>
                          <a:spcPct val="100000"/>
                        </a:lnSpc>
                        <a:spcBef>
                          <a:spcPts val="685"/>
                        </a:spcBef>
                      </a:pPr>
                      <a:r>
                        <a:rPr lang="de-DE" sz="1150">
                          <a:latin typeface="Calibri"/>
                          <a:cs typeface="Calibri"/>
                        </a:rPr>
                        <a:t>Sonstige</a:t>
                      </a:r>
                      <a:endParaRPr sz="1150">
                        <a:latin typeface="Calibri"/>
                        <a:cs typeface="Calibri"/>
                      </a:endParaRPr>
                    </a:p>
                  </a:txBody>
                  <a:tcPr marL="0" marR="0" marT="86995" marB="0">
                    <a:lnL w="19050">
                      <a:solidFill>
                        <a:srgbClr val="FFFFFF"/>
                      </a:solidFill>
                      <a:prstDash val="soli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DDDDD"/>
                    </a:solidFill>
                  </a:tcPr>
                </a:tc>
                <a:tc>
                  <a:txBody>
                    <a:bodyPr/>
                    <a:lstStyle/>
                    <a:p>
                      <a:pPr marL="49213" indent="38100">
                        <a:lnSpc>
                          <a:spcPct val="100000"/>
                        </a:lnSpc>
                        <a:spcBef>
                          <a:spcPts val="685"/>
                        </a:spcBef>
                      </a:pPr>
                      <a:r>
                        <a:rPr lang="de-DE" sz="1150">
                          <a:latin typeface="Calibri"/>
                          <a:cs typeface="Calibri"/>
                        </a:rPr>
                        <a:t>20%</a:t>
                      </a:r>
                      <a:endParaRPr sz="1150">
                        <a:latin typeface="Calibri"/>
                        <a:cs typeface="Calibri"/>
                      </a:endParaRPr>
                    </a:p>
                  </a:txBody>
                  <a:tcPr marL="0" marR="0" marT="8699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chemeClr val="bg1">
                        <a:lumMod val="95000"/>
                      </a:schemeClr>
                    </a:solidFill>
                  </a:tcPr>
                </a:tc>
                <a:extLst>
                  <a:ext uri="{0D108BD9-81ED-4DB2-BD59-A6C34878D82A}">
                    <a16:rowId xmlns:a16="http://schemas.microsoft.com/office/drawing/2014/main" val="1308844862"/>
                  </a:ext>
                </a:extLst>
              </a:tr>
            </a:tbl>
          </a:graphicData>
        </a:graphic>
      </p:graphicFrame>
      <p:sp>
        <p:nvSpPr>
          <p:cNvPr id="141" name="object 18">
            <a:extLst>
              <a:ext uri="{FF2B5EF4-FFF2-40B4-BE49-F238E27FC236}">
                <a16:creationId xmlns:a16="http://schemas.microsoft.com/office/drawing/2014/main" id="{D3DDE815-5EE5-46C6-B026-DB761942EAFB}"/>
              </a:ext>
            </a:extLst>
          </p:cNvPr>
          <p:cNvSpPr/>
          <p:nvPr/>
        </p:nvSpPr>
        <p:spPr>
          <a:xfrm>
            <a:off x="2329197" y="3515752"/>
            <a:ext cx="3761740" cy="504000"/>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endParaRPr/>
          </a:p>
        </p:txBody>
      </p:sp>
      <p:sp>
        <p:nvSpPr>
          <p:cNvPr id="142" name="Textfeld 141">
            <a:extLst>
              <a:ext uri="{FF2B5EF4-FFF2-40B4-BE49-F238E27FC236}">
                <a16:creationId xmlns:a16="http://schemas.microsoft.com/office/drawing/2014/main" id="{4FD9CFE3-062F-4D84-BCFA-8D4914AB55C0}"/>
              </a:ext>
            </a:extLst>
          </p:cNvPr>
          <p:cNvSpPr txBox="1"/>
          <p:nvPr/>
        </p:nvSpPr>
        <p:spPr>
          <a:xfrm>
            <a:off x="2215208" y="3531501"/>
            <a:ext cx="4273165" cy="465833"/>
          </a:xfrm>
          <a:prstGeom prst="rect">
            <a:avLst/>
          </a:prstGeom>
          <a:noFill/>
        </p:spPr>
        <p:txBody>
          <a:bodyPr wrap="square">
            <a:spAutoFit/>
          </a:bodyPr>
          <a:lstStyle/>
          <a:p>
            <a:pPr marL="135255" marR="438784" algn="just">
              <a:lnSpc>
                <a:spcPct val="102600"/>
              </a:lnSpc>
            </a:pPr>
            <a:r>
              <a:rPr lang="de-DE" sz="1200" spc="20">
                <a:latin typeface="Calibri"/>
                <a:cs typeface="Calibri"/>
              </a:rPr>
              <a:t>Deliverit ist aufgrund seiner verschiedenen Kundensegmente gut gegen Clusterrisiken geschützt.</a:t>
            </a:r>
            <a:endParaRPr lang="de-DE" sz="1200">
              <a:latin typeface="Calibri"/>
              <a:cs typeface="Calibri"/>
            </a:endParaRPr>
          </a:p>
        </p:txBody>
      </p:sp>
      <p:sp>
        <p:nvSpPr>
          <p:cNvPr id="143" name="object 28">
            <a:extLst>
              <a:ext uri="{FF2B5EF4-FFF2-40B4-BE49-F238E27FC236}">
                <a16:creationId xmlns:a16="http://schemas.microsoft.com/office/drawing/2014/main" id="{1AD22818-E58E-4F9C-BAE9-D297384E8BBB}"/>
              </a:ext>
            </a:extLst>
          </p:cNvPr>
          <p:cNvSpPr/>
          <p:nvPr/>
        </p:nvSpPr>
        <p:spPr>
          <a:xfrm>
            <a:off x="4976826" y="4378361"/>
            <a:ext cx="233172" cy="231648"/>
          </a:xfrm>
          <a:prstGeom prst="rect">
            <a:avLst/>
          </a:prstGeom>
          <a:blipFill>
            <a:blip r:embed="rId4" cstate="print"/>
            <a:stretch>
              <a:fillRect/>
            </a:stretch>
          </a:blipFill>
        </p:spPr>
        <p:txBody>
          <a:bodyPr wrap="square" lIns="0" tIns="0" rIns="0" bIns="0" rtlCol="0"/>
          <a:lstStyle/>
          <a:p>
            <a:endParaRPr/>
          </a:p>
        </p:txBody>
      </p:sp>
      <p:sp>
        <p:nvSpPr>
          <p:cNvPr id="144" name="object 29">
            <a:extLst>
              <a:ext uri="{FF2B5EF4-FFF2-40B4-BE49-F238E27FC236}">
                <a16:creationId xmlns:a16="http://schemas.microsoft.com/office/drawing/2014/main" id="{530AA50D-E54D-4784-B1FD-1CD17D103B33}"/>
              </a:ext>
            </a:extLst>
          </p:cNvPr>
          <p:cNvSpPr/>
          <p:nvPr/>
        </p:nvSpPr>
        <p:spPr>
          <a:xfrm>
            <a:off x="4976826" y="4644237"/>
            <a:ext cx="233172" cy="233172"/>
          </a:xfrm>
          <a:prstGeom prst="rect">
            <a:avLst/>
          </a:prstGeom>
          <a:blipFill>
            <a:blip r:embed="rId5" cstate="print"/>
            <a:stretch>
              <a:fillRect/>
            </a:stretch>
          </a:blipFill>
        </p:spPr>
        <p:txBody>
          <a:bodyPr wrap="square" lIns="0" tIns="0" rIns="0" bIns="0" rtlCol="0"/>
          <a:lstStyle/>
          <a:p>
            <a:endParaRPr/>
          </a:p>
        </p:txBody>
      </p:sp>
      <p:sp>
        <p:nvSpPr>
          <p:cNvPr id="145" name="object 30">
            <a:extLst>
              <a:ext uri="{FF2B5EF4-FFF2-40B4-BE49-F238E27FC236}">
                <a16:creationId xmlns:a16="http://schemas.microsoft.com/office/drawing/2014/main" id="{A4658E9A-B49C-418B-BFDB-897787DEABFE}"/>
              </a:ext>
            </a:extLst>
          </p:cNvPr>
          <p:cNvSpPr/>
          <p:nvPr/>
        </p:nvSpPr>
        <p:spPr>
          <a:xfrm>
            <a:off x="4976826" y="4919326"/>
            <a:ext cx="233172" cy="233172"/>
          </a:xfrm>
          <a:prstGeom prst="rect">
            <a:avLst/>
          </a:prstGeom>
          <a:blipFill>
            <a:blip r:embed="rId6" cstate="print"/>
            <a:stretch>
              <a:fillRect/>
            </a:stretch>
          </a:blipFill>
        </p:spPr>
        <p:txBody>
          <a:bodyPr wrap="square" lIns="0" tIns="0" rIns="0" bIns="0" rtlCol="0"/>
          <a:lstStyle/>
          <a:p>
            <a:endParaRPr/>
          </a:p>
        </p:txBody>
      </p:sp>
      <p:sp>
        <p:nvSpPr>
          <p:cNvPr id="146" name="object 31">
            <a:extLst>
              <a:ext uri="{FF2B5EF4-FFF2-40B4-BE49-F238E27FC236}">
                <a16:creationId xmlns:a16="http://schemas.microsoft.com/office/drawing/2014/main" id="{E643B623-C055-468E-8A4C-F9132ADB1E40}"/>
              </a:ext>
            </a:extLst>
          </p:cNvPr>
          <p:cNvSpPr/>
          <p:nvPr/>
        </p:nvSpPr>
        <p:spPr>
          <a:xfrm>
            <a:off x="4976826" y="5225458"/>
            <a:ext cx="233172" cy="231648"/>
          </a:xfrm>
          <a:prstGeom prst="rect">
            <a:avLst/>
          </a:prstGeom>
          <a:blipFill>
            <a:blip r:embed="rId7" cstate="print"/>
            <a:stretch>
              <a:fillRect/>
            </a:stretch>
          </a:blipFill>
        </p:spPr>
        <p:txBody>
          <a:bodyPr wrap="square" lIns="0" tIns="0" rIns="0" bIns="0" rtlCol="0"/>
          <a:lstStyle/>
          <a:p>
            <a:endParaRPr/>
          </a:p>
        </p:txBody>
      </p:sp>
      <p:cxnSp>
        <p:nvCxnSpPr>
          <p:cNvPr id="147" name="Gerader Verbinder 146">
            <a:extLst>
              <a:ext uri="{FF2B5EF4-FFF2-40B4-BE49-F238E27FC236}">
                <a16:creationId xmlns:a16="http://schemas.microsoft.com/office/drawing/2014/main" id="{2AC7A27A-8817-47E3-A31B-4A7047B6A216}"/>
              </a:ext>
            </a:extLst>
          </p:cNvPr>
          <p:cNvCxnSpPr>
            <a:cxnSpLocks/>
          </p:cNvCxnSpPr>
          <p:nvPr/>
        </p:nvCxnSpPr>
        <p:spPr>
          <a:xfrm>
            <a:off x="5209998" y="4746534"/>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bject 29">
            <a:extLst>
              <a:ext uri="{FF2B5EF4-FFF2-40B4-BE49-F238E27FC236}">
                <a16:creationId xmlns:a16="http://schemas.microsoft.com/office/drawing/2014/main" id="{D45C00CE-ACE3-4761-8028-6BF02E00ECB9}"/>
              </a:ext>
            </a:extLst>
          </p:cNvPr>
          <p:cNvSpPr/>
          <p:nvPr/>
        </p:nvSpPr>
        <p:spPr>
          <a:xfrm>
            <a:off x="4972063" y="5519867"/>
            <a:ext cx="233172" cy="233172"/>
          </a:xfrm>
          <a:prstGeom prst="rect">
            <a:avLst/>
          </a:prstGeom>
          <a:blipFill>
            <a:blip r:embed="rId5" cstate="print"/>
            <a:stretch>
              <a:fillRect/>
            </a:stretch>
          </a:blipFill>
        </p:spPr>
        <p:txBody>
          <a:bodyPr wrap="square" lIns="0" tIns="0" rIns="0" bIns="0" rtlCol="0"/>
          <a:lstStyle/>
          <a:p>
            <a:endParaRPr/>
          </a:p>
        </p:txBody>
      </p:sp>
      <p:sp>
        <p:nvSpPr>
          <p:cNvPr id="149" name="object 12">
            <a:extLst>
              <a:ext uri="{FF2B5EF4-FFF2-40B4-BE49-F238E27FC236}">
                <a16:creationId xmlns:a16="http://schemas.microsoft.com/office/drawing/2014/main" id="{63201456-13B4-4007-890B-2E6266394755}"/>
              </a:ext>
            </a:extLst>
          </p:cNvPr>
          <p:cNvSpPr/>
          <p:nvPr/>
        </p:nvSpPr>
        <p:spPr>
          <a:xfrm>
            <a:off x="2266203" y="3116807"/>
            <a:ext cx="3895980" cy="2728916"/>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150" name="object 15">
            <a:extLst>
              <a:ext uri="{FF2B5EF4-FFF2-40B4-BE49-F238E27FC236}">
                <a16:creationId xmlns:a16="http://schemas.microsoft.com/office/drawing/2014/main" id="{DEDB8D61-EE26-458D-BF6D-0796E2A12F63}"/>
              </a:ext>
            </a:extLst>
          </p:cNvPr>
          <p:cNvSpPr txBox="1"/>
          <p:nvPr/>
        </p:nvSpPr>
        <p:spPr>
          <a:xfrm>
            <a:off x="2273191" y="3123910"/>
            <a:ext cx="3888992" cy="288000"/>
          </a:xfrm>
          <a:prstGeom prst="rect">
            <a:avLst/>
          </a:prstGeom>
          <a:solidFill>
            <a:srgbClr val="0092CF"/>
          </a:solidFill>
          <a:ln>
            <a:solidFill>
              <a:srgbClr val="0081C5"/>
            </a:solidFill>
          </a:ln>
        </p:spPr>
        <p:txBody>
          <a:bodyPr vert="horz" wrap="square" lIns="0" tIns="69215" rIns="0" bIns="0" rtlCol="0">
            <a:spAutoFit/>
          </a:bodyPr>
          <a:lstStyle/>
          <a:p>
            <a:pPr marL="77470" marR="73660">
              <a:lnSpc>
                <a:spcPct val="103200"/>
              </a:lnSpc>
              <a:spcBef>
                <a:spcPts val="545"/>
              </a:spcBef>
            </a:pPr>
            <a:endParaRPr lang="de-DE" sz="1150" b="1" spc="15">
              <a:solidFill>
                <a:schemeClr val="bg1"/>
              </a:solidFill>
              <a:latin typeface="Calibri"/>
              <a:cs typeface="Calibri"/>
            </a:endParaRPr>
          </a:p>
        </p:txBody>
      </p:sp>
      <p:sp>
        <p:nvSpPr>
          <p:cNvPr id="151" name="Textfeld 150">
            <a:extLst>
              <a:ext uri="{FF2B5EF4-FFF2-40B4-BE49-F238E27FC236}">
                <a16:creationId xmlns:a16="http://schemas.microsoft.com/office/drawing/2014/main" id="{52D3B1C9-DC11-4B1D-8BF3-EFF2F231D667}"/>
              </a:ext>
            </a:extLst>
          </p:cNvPr>
          <p:cNvSpPr txBox="1"/>
          <p:nvPr/>
        </p:nvSpPr>
        <p:spPr>
          <a:xfrm>
            <a:off x="2142311" y="3124077"/>
            <a:ext cx="3942965" cy="307777"/>
          </a:xfrm>
          <a:prstGeom prst="rect">
            <a:avLst/>
          </a:prstGeom>
          <a:noFill/>
        </p:spPr>
        <p:txBody>
          <a:bodyPr wrap="square">
            <a:spAutoFit/>
          </a:bodyPr>
          <a:lstStyle/>
          <a:p>
            <a:pPr marL="100330">
              <a:lnSpc>
                <a:spcPct val="100000"/>
              </a:lnSpc>
              <a:spcBef>
                <a:spcPts val="530"/>
              </a:spcBef>
            </a:pPr>
            <a:r>
              <a:rPr lang="de-DE" sz="1400" b="1" spc="15">
                <a:solidFill>
                  <a:srgbClr val="FFFFFF"/>
                </a:solidFill>
                <a:latin typeface="Calibri"/>
                <a:cs typeface="Calibri"/>
              </a:rPr>
              <a:t>Kundensegmentation</a:t>
            </a:r>
            <a:endParaRPr lang="de-DE" sz="1400">
              <a:latin typeface="Calibri"/>
              <a:cs typeface="Calibri"/>
            </a:endParaRPr>
          </a:p>
        </p:txBody>
      </p:sp>
      <p:sp>
        <p:nvSpPr>
          <p:cNvPr id="152" name="Textfeld 151">
            <a:extLst>
              <a:ext uri="{FF2B5EF4-FFF2-40B4-BE49-F238E27FC236}">
                <a16:creationId xmlns:a16="http://schemas.microsoft.com/office/drawing/2014/main" id="{FDA1D709-1479-467B-B6FA-9D67D8702CD4}"/>
              </a:ext>
            </a:extLst>
          </p:cNvPr>
          <p:cNvSpPr txBox="1"/>
          <p:nvPr/>
        </p:nvSpPr>
        <p:spPr>
          <a:xfrm>
            <a:off x="6169171" y="3099734"/>
            <a:ext cx="3467025" cy="307777"/>
          </a:xfrm>
          <a:prstGeom prst="rect">
            <a:avLst/>
          </a:prstGeom>
          <a:noFill/>
        </p:spPr>
        <p:txBody>
          <a:bodyPr wrap="square">
            <a:spAutoFit/>
          </a:bodyPr>
          <a:lstStyle/>
          <a:p>
            <a:pPr marL="100330">
              <a:lnSpc>
                <a:spcPct val="100000"/>
              </a:lnSpc>
              <a:spcBef>
                <a:spcPts val="530"/>
              </a:spcBef>
            </a:pPr>
            <a:r>
              <a:rPr lang="de-DE" sz="1400" b="1" spc="15">
                <a:solidFill>
                  <a:srgbClr val="FFFFFF"/>
                </a:solidFill>
                <a:latin typeface="Calibri"/>
                <a:cs typeface="Calibri"/>
              </a:rPr>
              <a:t>Key</a:t>
            </a:r>
            <a:r>
              <a:rPr lang="de-DE" sz="1400" b="1">
                <a:solidFill>
                  <a:srgbClr val="FFFFFF"/>
                </a:solidFill>
                <a:latin typeface="Calibri"/>
                <a:cs typeface="Calibri"/>
              </a:rPr>
              <a:t> </a:t>
            </a:r>
            <a:r>
              <a:rPr lang="de-DE" sz="1400" b="1" spc="10">
                <a:solidFill>
                  <a:srgbClr val="FFFFFF"/>
                </a:solidFill>
                <a:latin typeface="Calibri"/>
                <a:cs typeface="Calibri"/>
              </a:rPr>
              <a:t>Figures</a:t>
            </a:r>
            <a:endParaRPr lang="de-DE" sz="1400">
              <a:latin typeface="Calibri"/>
              <a:cs typeface="Calibri"/>
            </a:endParaRPr>
          </a:p>
        </p:txBody>
      </p:sp>
    </p:spTree>
    <p:extLst>
      <p:ext uri="{BB962C8B-B14F-4D97-AF65-F5344CB8AC3E}">
        <p14:creationId xmlns:p14="http://schemas.microsoft.com/office/powerpoint/2010/main" val="1719394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6</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44966"/>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Markt und Wettbewerb</a:t>
            </a: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074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A837257F-C6BF-4AAF-BD88-B7285A61632E}"/>
              </a:ext>
            </a:extLst>
          </p:cNvPr>
          <p:cNvSpPr>
            <a:spLocks noGrp="1"/>
          </p:cNvSpPr>
          <p:nvPr>
            <p:ph type="title"/>
          </p:nvPr>
        </p:nvSpPr>
        <p:spPr>
          <a:xfrm>
            <a:off x="303213" y="125413"/>
            <a:ext cx="9861550" cy="723900"/>
          </a:xfrm>
        </p:spPr>
        <p:txBody>
          <a:bodyPr/>
          <a:lstStyle/>
          <a:p>
            <a:r>
              <a:rPr lang="de-DE"/>
              <a:t>Marktübersicht</a:t>
            </a:r>
            <a:r>
              <a:rPr lang="de-DE">
                <a:highlight>
                  <a:srgbClr val="FFFF00"/>
                </a:highlight>
              </a:rPr>
              <a:t>                                                                                                                                                                                                                                                                                                                                                                                                                                                                                                                                                                                                                                                                                                                                                                                                                                                                                                                                                                                                                                                                                                                                                                                                                                                                                                                                                                                                                                                                                                                                                                                                                                                                                                                                                                                                                </a:t>
            </a:r>
          </a:p>
        </p:txBody>
      </p:sp>
      <p:sp>
        <p:nvSpPr>
          <p:cNvPr id="12" name="Textfeld 19">
            <a:extLst>
              <a:ext uri="{FF2B5EF4-FFF2-40B4-BE49-F238E27FC236}">
                <a16:creationId xmlns:a16="http://schemas.microsoft.com/office/drawing/2014/main" id="{F91C0E25-43EA-4598-8F92-F2DB826958DD}"/>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Foliennummernplatzhalter 3">
            <a:extLst>
              <a:ext uri="{FF2B5EF4-FFF2-40B4-BE49-F238E27FC236}">
                <a16:creationId xmlns:a16="http://schemas.microsoft.com/office/drawing/2014/main" id="{7B1AF336-8036-4664-94B6-3A993686D342}"/>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22</a:t>
            </a:fld>
            <a:endParaRPr lang="de-DE"/>
          </a:p>
        </p:txBody>
      </p:sp>
      <p:sp>
        <p:nvSpPr>
          <p:cNvPr id="26" name="Textfeld 25">
            <a:extLst>
              <a:ext uri="{FF2B5EF4-FFF2-40B4-BE49-F238E27FC236}">
                <a16:creationId xmlns:a16="http://schemas.microsoft.com/office/drawing/2014/main" id="{A9A7C807-2C8A-4642-A3CC-7B7DA3C32D90}"/>
              </a:ext>
            </a:extLst>
          </p:cNvPr>
          <p:cNvSpPr txBox="1"/>
          <p:nvPr/>
        </p:nvSpPr>
        <p:spPr>
          <a:xfrm>
            <a:off x="6026475" y="911651"/>
            <a:ext cx="4683435" cy="307777"/>
          </a:xfrm>
          <a:prstGeom prst="rect">
            <a:avLst/>
          </a:prstGeom>
          <a:noFill/>
        </p:spPr>
        <p:txBody>
          <a:bodyPr wrap="square">
            <a:spAutoFit/>
          </a:bodyPr>
          <a:lstStyle/>
          <a:p>
            <a:pPr marL="100330">
              <a:lnSpc>
                <a:spcPct val="100000"/>
              </a:lnSpc>
              <a:spcBef>
                <a:spcPts val="555"/>
              </a:spcBef>
            </a:pPr>
            <a:r>
              <a:rPr lang="de-DE" sz="1400" b="1" spc="15">
                <a:solidFill>
                  <a:srgbClr val="FFFFFF"/>
                </a:solidFill>
                <a:latin typeface="Calibri"/>
                <a:cs typeface="Calibri"/>
              </a:rPr>
              <a:t>Umsatzentwicklung der deutschen Logistikbranche</a:t>
            </a:r>
            <a:endParaRPr lang="de-DE" sz="1400">
              <a:latin typeface="Calibri"/>
              <a:cs typeface="Calibri"/>
            </a:endParaRPr>
          </a:p>
        </p:txBody>
      </p:sp>
      <p:sp>
        <p:nvSpPr>
          <p:cNvPr id="27" name="object 14">
            <a:extLst>
              <a:ext uri="{FF2B5EF4-FFF2-40B4-BE49-F238E27FC236}">
                <a16:creationId xmlns:a16="http://schemas.microsoft.com/office/drawing/2014/main" id="{308CFED8-0EED-4D68-9EC6-3B81B4CD55F3}"/>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92075"/>
            <a:endParaRPr lang="de-DE" sz="1200">
              <a:solidFill>
                <a:schemeClr val="bg1"/>
              </a:solidFill>
              <a:latin typeface="Calibri"/>
              <a:cs typeface="Calibri"/>
            </a:endParaRPr>
          </a:p>
        </p:txBody>
      </p:sp>
      <p:sp>
        <p:nvSpPr>
          <p:cNvPr id="31" name="object 40">
            <a:extLst>
              <a:ext uri="{FF2B5EF4-FFF2-40B4-BE49-F238E27FC236}">
                <a16:creationId xmlns:a16="http://schemas.microsoft.com/office/drawing/2014/main" id="{1DABCE80-DF09-4BCD-82FC-72BB264BB7E4}"/>
              </a:ext>
            </a:extLst>
          </p:cNvPr>
          <p:cNvSpPr/>
          <p:nvPr/>
        </p:nvSpPr>
        <p:spPr>
          <a:xfrm>
            <a:off x="2319157" y="4042058"/>
            <a:ext cx="7780721" cy="1727862"/>
          </a:xfrm>
          <a:custGeom>
            <a:avLst/>
            <a:gdLst/>
            <a:ahLst/>
            <a:cxnLst/>
            <a:rect l="l" t="t" r="r" b="b"/>
            <a:pathLst>
              <a:path w="3761740" h="1214754">
                <a:moveTo>
                  <a:pt x="0" y="0"/>
                </a:moveTo>
                <a:lnTo>
                  <a:pt x="3761232" y="0"/>
                </a:lnTo>
                <a:lnTo>
                  <a:pt x="3761232" y="1214628"/>
                </a:lnTo>
                <a:lnTo>
                  <a:pt x="0" y="1214628"/>
                </a:lnTo>
                <a:lnTo>
                  <a:pt x="0" y="0"/>
                </a:lnTo>
                <a:close/>
              </a:path>
            </a:pathLst>
          </a:custGeom>
          <a:solidFill>
            <a:srgbClr val="F2F2F2"/>
          </a:solidFill>
        </p:spPr>
        <p:txBody>
          <a:bodyPr wrap="square" lIns="0" tIns="0" rIns="0" bIns="0" rtlCol="0"/>
          <a:lstStyle/>
          <a:p>
            <a:endParaRPr/>
          </a:p>
        </p:txBody>
      </p:sp>
      <p:sp>
        <p:nvSpPr>
          <p:cNvPr id="35" name="object 17">
            <a:extLst>
              <a:ext uri="{FF2B5EF4-FFF2-40B4-BE49-F238E27FC236}">
                <a16:creationId xmlns:a16="http://schemas.microsoft.com/office/drawing/2014/main" id="{BE290416-5322-4811-A4F8-A409BF966116}"/>
              </a:ext>
            </a:extLst>
          </p:cNvPr>
          <p:cNvSpPr txBox="1"/>
          <p:nvPr/>
        </p:nvSpPr>
        <p:spPr>
          <a:xfrm>
            <a:off x="6195436" y="927631"/>
            <a:ext cx="3969327" cy="288000"/>
          </a:xfrm>
          <a:prstGeom prst="rect">
            <a:avLst/>
          </a:prstGeom>
          <a:solidFill>
            <a:srgbClr val="0092CF"/>
          </a:solidFill>
        </p:spPr>
        <p:txBody>
          <a:bodyPr vert="horz" wrap="square" lIns="0" tIns="70485" rIns="0" bIns="0" rtlCol="0">
            <a:spAutoFit/>
          </a:bodyPr>
          <a:lstStyle/>
          <a:p>
            <a:pPr marL="100330">
              <a:lnSpc>
                <a:spcPct val="100000"/>
              </a:lnSpc>
              <a:spcBef>
                <a:spcPts val="555"/>
              </a:spcBef>
            </a:pPr>
            <a:endParaRPr lang="de-DE" sz="1200">
              <a:latin typeface="Calibri"/>
              <a:cs typeface="Calibri"/>
            </a:endParaRPr>
          </a:p>
        </p:txBody>
      </p:sp>
      <p:sp>
        <p:nvSpPr>
          <p:cNvPr id="36" name="object 40">
            <a:extLst>
              <a:ext uri="{FF2B5EF4-FFF2-40B4-BE49-F238E27FC236}">
                <a16:creationId xmlns:a16="http://schemas.microsoft.com/office/drawing/2014/main" id="{25864F7A-BFCE-4D34-8D25-F2EDABD073C8}"/>
              </a:ext>
            </a:extLst>
          </p:cNvPr>
          <p:cNvSpPr/>
          <p:nvPr/>
        </p:nvSpPr>
        <p:spPr>
          <a:xfrm>
            <a:off x="2330627" y="1274412"/>
            <a:ext cx="3780000" cy="2304000"/>
          </a:xfrm>
          <a:custGeom>
            <a:avLst/>
            <a:gdLst/>
            <a:ahLst/>
            <a:cxnLst/>
            <a:rect l="l" t="t" r="r" b="b"/>
            <a:pathLst>
              <a:path w="3761740" h="1214754">
                <a:moveTo>
                  <a:pt x="0" y="0"/>
                </a:moveTo>
                <a:lnTo>
                  <a:pt x="3761232" y="0"/>
                </a:lnTo>
                <a:lnTo>
                  <a:pt x="3761232" y="1214628"/>
                </a:lnTo>
                <a:lnTo>
                  <a:pt x="0" y="1214628"/>
                </a:lnTo>
                <a:lnTo>
                  <a:pt x="0" y="0"/>
                </a:lnTo>
                <a:close/>
              </a:path>
            </a:pathLst>
          </a:custGeom>
          <a:solidFill>
            <a:srgbClr val="F2F2F2"/>
          </a:solidFill>
        </p:spPr>
        <p:txBody>
          <a:bodyPr wrap="square" lIns="0" tIns="0" rIns="0" bIns="0" rtlCol="0"/>
          <a:lstStyle/>
          <a:p>
            <a:endParaRPr/>
          </a:p>
        </p:txBody>
      </p:sp>
      <p:graphicFrame>
        <p:nvGraphicFramePr>
          <p:cNvPr id="37" name="Diagramm 36">
            <a:extLst>
              <a:ext uri="{FF2B5EF4-FFF2-40B4-BE49-F238E27FC236}">
                <a16:creationId xmlns:a16="http://schemas.microsoft.com/office/drawing/2014/main" id="{6CF8DFD9-751A-4ED3-91D2-191A7B87EE25}"/>
              </a:ext>
            </a:extLst>
          </p:cNvPr>
          <p:cNvGraphicFramePr/>
          <p:nvPr>
            <p:extLst>
              <p:ext uri="{D42A27DB-BD31-4B8C-83A1-F6EECF244321}">
                <p14:modId xmlns:p14="http://schemas.microsoft.com/office/powerpoint/2010/main" val="3079173736"/>
              </p:ext>
            </p:extLst>
          </p:nvPr>
        </p:nvGraphicFramePr>
        <p:xfrm>
          <a:off x="6448597" y="1366897"/>
          <a:ext cx="3616510" cy="2105810"/>
        </p:xfrm>
        <a:graphic>
          <a:graphicData uri="http://schemas.openxmlformats.org/drawingml/2006/chart">
            <c:chart xmlns:c="http://schemas.openxmlformats.org/drawingml/2006/chart" xmlns:r="http://schemas.openxmlformats.org/officeDocument/2006/relationships" r:id="rId2"/>
          </a:graphicData>
        </a:graphic>
      </p:graphicFrame>
      <p:sp>
        <p:nvSpPr>
          <p:cNvPr id="38" name="object 12">
            <a:extLst>
              <a:ext uri="{FF2B5EF4-FFF2-40B4-BE49-F238E27FC236}">
                <a16:creationId xmlns:a16="http://schemas.microsoft.com/office/drawing/2014/main" id="{67824B2E-D6D2-4E33-A9C3-9F8F6EEEF525}"/>
              </a:ext>
            </a:extLst>
          </p:cNvPr>
          <p:cNvSpPr/>
          <p:nvPr/>
        </p:nvSpPr>
        <p:spPr>
          <a:xfrm>
            <a:off x="2254357" y="927539"/>
            <a:ext cx="3888000" cy="2700000"/>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39" name="object 19">
            <a:extLst>
              <a:ext uri="{FF2B5EF4-FFF2-40B4-BE49-F238E27FC236}">
                <a16:creationId xmlns:a16="http://schemas.microsoft.com/office/drawing/2014/main" id="{115CD519-D94D-4B41-938D-D16E0F1DA0CC}"/>
              </a:ext>
            </a:extLst>
          </p:cNvPr>
          <p:cNvSpPr txBox="1"/>
          <p:nvPr/>
        </p:nvSpPr>
        <p:spPr>
          <a:xfrm>
            <a:off x="2255882" y="930873"/>
            <a:ext cx="3888000" cy="288000"/>
          </a:xfrm>
          <a:prstGeom prst="rect">
            <a:avLst/>
          </a:prstGeom>
          <a:solidFill>
            <a:srgbClr val="0092CF"/>
          </a:solidFill>
        </p:spPr>
        <p:txBody>
          <a:bodyPr vert="horz" wrap="square" lIns="0" tIns="67310" rIns="0" bIns="0" rtlCol="0">
            <a:spAutoFit/>
          </a:bodyPr>
          <a:lstStyle>
            <a:defPPr>
              <a:defRPr lang="de-DE"/>
            </a:defPPr>
            <a:lvl1pPr marL="100330">
              <a:lnSpc>
                <a:spcPct val="100000"/>
              </a:lnSpc>
              <a:spcBef>
                <a:spcPts val="530"/>
              </a:spcBef>
              <a:defRPr sz="1150" b="1" spc="15">
                <a:solidFill>
                  <a:srgbClr val="FFFFFF"/>
                </a:solidFill>
                <a:latin typeface="Calibri"/>
                <a:cs typeface="Calibri"/>
              </a:defRPr>
            </a:lvl1pPr>
          </a:lstStyle>
          <a:p>
            <a:endParaRPr lang="de-DE" sz="1400"/>
          </a:p>
        </p:txBody>
      </p:sp>
      <p:sp>
        <p:nvSpPr>
          <p:cNvPr id="40" name="Textfeld 39">
            <a:extLst>
              <a:ext uri="{FF2B5EF4-FFF2-40B4-BE49-F238E27FC236}">
                <a16:creationId xmlns:a16="http://schemas.microsoft.com/office/drawing/2014/main" id="{83FD8255-40B1-4058-BD73-7CB54E55A26B}"/>
              </a:ext>
            </a:extLst>
          </p:cNvPr>
          <p:cNvSpPr txBox="1"/>
          <p:nvPr/>
        </p:nvSpPr>
        <p:spPr>
          <a:xfrm>
            <a:off x="2126894" y="1245910"/>
            <a:ext cx="4032000" cy="2354491"/>
          </a:xfrm>
          <a:prstGeom prst="rect">
            <a:avLst/>
          </a:prstGeom>
          <a:noFill/>
        </p:spPr>
        <p:txBody>
          <a:bodyPr wrap="square">
            <a:spAutoFit/>
          </a:bodyPr>
          <a:lstStyle/>
          <a:p>
            <a:pPr marL="176530" marR="167640"/>
            <a:r>
              <a:rPr lang="de-DE" sz="1200" kern="1200" spc="10">
                <a:solidFill>
                  <a:schemeClr val="tx1"/>
                </a:solidFill>
                <a:latin typeface="+mn-lt"/>
                <a:ea typeface="+mn-ea"/>
                <a:cs typeface="Calibri"/>
              </a:rPr>
              <a:t>Von 2015 bis zum Ausbruch der Coronavirus-Pandemie im vergangenen Jahr profitierte der Logistiksektor von der überwiegend guten konjunkturellen Situation in Deutschland und auf globaler Ebene. Auch die fortschreitende Globalisierung hat zu einem stetigen Wachstum des Güterverkehrsaufkommens beigetragen.</a:t>
            </a:r>
          </a:p>
          <a:p>
            <a:pPr marL="176530" marR="314325"/>
            <a:endParaRPr lang="de-DE" sz="100" spc="10">
              <a:cs typeface="Calibri"/>
            </a:endParaRPr>
          </a:p>
          <a:p>
            <a:pPr marL="176530" marR="314325"/>
            <a:r>
              <a:rPr lang="de-DE" sz="1200">
                <a:latin typeface="Calibri"/>
                <a:cs typeface="Calibri"/>
              </a:rPr>
              <a:t>Die durchschnittliche jährliche Wachstumsrate der Branche von 5,7%, in den Jahren 2003 bis 2018 verdeutlicht diesen Trend. </a:t>
            </a:r>
          </a:p>
          <a:p>
            <a:pPr marL="176530" marR="314325"/>
            <a:endParaRPr lang="de-DE" sz="100">
              <a:latin typeface="Calibri"/>
              <a:cs typeface="Calibri"/>
            </a:endParaRPr>
          </a:p>
          <a:p>
            <a:pPr marL="176530" marR="314325"/>
            <a:endParaRPr lang="de-DE" sz="100">
              <a:latin typeface="Calibri"/>
              <a:cs typeface="Calibri"/>
            </a:endParaRPr>
          </a:p>
          <a:p>
            <a:pPr marL="176530" marR="314325"/>
            <a:r>
              <a:rPr lang="de-DE" sz="1200">
                <a:latin typeface="Calibri"/>
                <a:cs typeface="Calibri"/>
              </a:rPr>
              <a:t>Mit über einer halben Millionen Beschäftigten ist die Transport- und Logistikbranche die drittgrößte Branche in Deutschland.</a:t>
            </a:r>
          </a:p>
        </p:txBody>
      </p:sp>
      <p:sp>
        <p:nvSpPr>
          <p:cNvPr id="41" name="Textfeld 40">
            <a:extLst>
              <a:ext uri="{FF2B5EF4-FFF2-40B4-BE49-F238E27FC236}">
                <a16:creationId xmlns:a16="http://schemas.microsoft.com/office/drawing/2014/main" id="{9916E515-DA5C-430B-A52F-CDA90D3F1783}"/>
              </a:ext>
            </a:extLst>
          </p:cNvPr>
          <p:cNvSpPr txBox="1"/>
          <p:nvPr/>
        </p:nvSpPr>
        <p:spPr>
          <a:xfrm>
            <a:off x="2330627" y="4032268"/>
            <a:ext cx="7607016" cy="1796768"/>
          </a:xfrm>
          <a:prstGeom prst="rect">
            <a:avLst/>
          </a:prstGeom>
          <a:noFill/>
        </p:spPr>
        <p:txBody>
          <a:bodyPr wrap="square">
            <a:noAutofit/>
          </a:bodyPr>
          <a:lstStyle/>
          <a:p>
            <a:pPr marL="171450" indent="-171450">
              <a:buFont typeface="Arial" panose="020B0604020202020204" pitchFamily="34" charset="0"/>
              <a:buChar char="•"/>
            </a:pPr>
            <a:r>
              <a:rPr lang="de-DE" sz="1200" kern="1200">
                <a:solidFill>
                  <a:schemeClr val="tx1"/>
                </a:solidFill>
                <a:latin typeface="Calibri"/>
                <a:ea typeface="+mn-ea"/>
                <a:cs typeface="Calibri"/>
              </a:rPr>
              <a:t>Zugleich sieht sich der Sektor allerdings diversen Herausforderungen gegenüber. So sind im Güterbahnverkehr viele bürokratische Prozesse ineffizient strukturiert und nur unzureichend digitalisiert.</a:t>
            </a:r>
          </a:p>
          <a:p>
            <a:pPr marL="171450" indent="-171450">
              <a:buFont typeface="Arial" panose="020B0604020202020204" pitchFamily="34" charset="0"/>
              <a:buChar char="•"/>
            </a:pPr>
            <a:r>
              <a:rPr lang="de-DE" sz="1200" kern="1200">
                <a:solidFill>
                  <a:schemeClr val="tx1"/>
                </a:solidFill>
                <a:latin typeface="Calibri"/>
                <a:ea typeface="+mn-ea"/>
                <a:cs typeface="Calibri"/>
              </a:rPr>
              <a:t> In der Seefrachtschifffahrt gibt es erhebliche Überkapazitäten und die Binnenfrachtschifffahrt hat mit häufiger auftretenden Niedrigwasserphasen zu kämpfen. </a:t>
            </a:r>
          </a:p>
          <a:p>
            <a:pPr marL="171450" indent="-171450">
              <a:buFont typeface="Arial" panose="020B0604020202020204" pitchFamily="34" charset="0"/>
              <a:buChar char="•"/>
            </a:pPr>
            <a:r>
              <a:rPr lang="de-DE" sz="1200" kern="1200">
                <a:solidFill>
                  <a:schemeClr val="tx1"/>
                </a:solidFill>
                <a:latin typeface="Calibri"/>
                <a:ea typeface="+mn-ea"/>
                <a:cs typeface="Calibri"/>
              </a:rPr>
              <a:t>Überdies sehen sich die meisten Akteure wegen der geringen Kundenbindung und der starken Konkurrenz einem hohen Preisdruck ausgesetzt. </a:t>
            </a:r>
          </a:p>
          <a:p>
            <a:pPr marL="171450" indent="-171450">
              <a:buFont typeface="Arial" panose="020B0604020202020204" pitchFamily="34" charset="0"/>
              <a:buChar char="•"/>
            </a:pPr>
            <a:r>
              <a:rPr lang="de-DE" sz="1200" kern="1200">
                <a:solidFill>
                  <a:schemeClr val="tx1"/>
                </a:solidFill>
                <a:latin typeface="Calibri"/>
                <a:ea typeface="+mn-ea"/>
                <a:cs typeface="Calibri"/>
              </a:rPr>
              <a:t>Gleichermaßen wächst auch der Markt an Automatisierungslösungen weiter, da auch diese Lösungen nicht nur Großunternehmen, sondern auch mittelständischen E-Commerce-Betrieben das nötige Maß an Flexibilität bieten, um ohne wesentliche Anpassungen der logistischen Infrastruktur veränderten Kundennachfrage gerecht zu werden.</a:t>
            </a:r>
          </a:p>
        </p:txBody>
      </p:sp>
      <p:sp>
        <p:nvSpPr>
          <p:cNvPr id="42" name="object 19">
            <a:extLst>
              <a:ext uri="{FF2B5EF4-FFF2-40B4-BE49-F238E27FC236}">
                <a16:creationId xmlns:a16="http://schemas.microsoft.com/office/drawing/2014/main" id="{2980B7F1-ADD8-406D-A1B1-1D33C53A4142}"/>
              </a:ext>
            </a:extLst>
          </p:cNvPr>
          <p:cNvSpPr txBox="1"/>
          <p:nvPr/>
        </p:nvSpPr>
        <p:spPr>
          <a:xfrm>
            <a:off x="2254357" y="3683038"/>
            <a:ext cx="7907236" cy="288000"/>
          </a:xfrm>
          <a:prstGeom prst="rect">
            <a:avLst/>
          </a:prstGeom>
          <a:solidFill>
            <a:srgbClr val="0092CF"/>
          </a:solidFill>
        </p:spPr>
        <p:txBody>
          <a:bodyPr vert="horz" wrap="square" lIns="0" tIns="67310" rIns="0" bIns="0" rtlCol="0" anchor="ctr">
            <a:spAutoFit/>
          </a:bodyPr>
          <a:lstStyle>
            <a:defPPr>
              <a:defRPr lang="de-DE"/>
            </a:defPPr>
            <a:lvl1pPr marL="100330">
              <a:lnSpc>
                <a:spcPct val="100000"/>
              </a:lnSpc>
              <a:spcBef>
                <a:spcPts val="530"/>
              </a:spcBef>
              <a:defRPr sz="1150" b="1" spc="15">
                <a:solidFill>
                  <a:srgbClr val="FFFFFF"/>
                </a:solidFill>
                <a:latin typeface="Calibri"/>
                <a:cs typeface="Calibri"/>
              </a:defRPr>
            </a:lvl1pPr>
          </a:lstStyle>
          <a:p>
            <a:endParaRPr/>
          </a:p>
        </p:txBody>
      </p:sp>
      <p:sp>
        <p:nvSpPr>
          <p:cNvPr id="44" name="object 12">
            <a:extLst>
              <a:ext uri="{FF2B5EF4-FFF2-40B4-BE49-F238E27FC236}">
                <a16:creationId xmlns:a16="http://schemas.microsoft.com/office/drawing/2014/main" id="{A9B8D7DA-BFCF-4A04-9BB6-6EA8E18F1651}"/>
              </a:ext>
            </a:extLst>
          </p:cNvPr>
          <p:cNvSpPr/>
          <p:nvPr/>
        </p:nvSpPr>
        <p:spPr>
          <a:xfrm>
            <a:off x="2254357" y="3682524"/>
            <a:ext cx="7907236" cy="2163198"/>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45" name="Textfeld 44">
            <a:extLst>
              <a:ext uri="{FF2B5EF4-FFF2-40B4-BE49-F238E27FC236}">
                <a16:creationId xmlns:a16="http://schemas.microsoft.com/office/drawing/2014/main" id="{5C520223-C496-4366-8554-05F48D16762C}"/>
              </a:ext>
            </a:extLst>
          </p:cNvPr>
          <p:cNvSpPr txBox="1"/>
          <p:nvPr/>
        </p:nvSpPr>
        <p:spPr>
          <a:xfrm>
            <a:off x="2245304" y="917040"/>
            <a:ext cx="2527193" cy="309427"/>
          </a:xfrm>
          <a:prstGeom prst="rect">
            <a:avLst/>
          </a:prstGeom>
          <a:noFill/>
        </p:spPr>
        <p:txBody>
          <a:bodyPr wrap="square">
            <a:spAutoFit/>
          </a:bodyPr>
          <a:lstStyle/>
          <a:p>
            <a:r>
              <a:rPr lang="de-DE" sz="1400" b="1">
                <a:solidFill>
                  <a:schemeClr val="bg1"/>
                </a:solidFill>
              </a:rPr>
              <a:t>Übersicht</a:t>
            </a:r>
          </a:p>
        </p:txBody>
      </p:sp>
      <p:sp>
        <p:nvSpPr>
          <p:cNvPr id="46" name="Textfeld 45">
            <a:extLst>
              <a:ext uri="{FF2B5EF4-FFF2-40B4-BE49-F238E27FC236}">
                <a16:creationId xmlns:a16="http://schemas.microsoft.com/office/drawing/2014/main" id="{ACC17535-4394-4735-9F4A-26F9DB685CED}"/>
              </a:ext>
            </a:extLst>
          </p:cNvPr>
          <p:cNvSpPr txBox="1"/>
          <p:nvPr/>
        </p:nvSpPr>
        <p:spPr>
          <a:xfrm>
            <a:off x="2238071" y="3672330"/>
            <a:ext cx="6088738" cy="288000"/>
          </a:xfrm>
          <a:prstGeom prst="rect">
            <a:avLst/>
          </a:prstGeom>
          <a:noFill/>
        </p:spPr>
        <p:txBody>
          <a:bodyPr wrap="square">
            <a:spAutoFit/>
          </a:bodyPr>
          <a:lstStyle/>
          <a:p>
            <a:r>
              <a:rPr lang="de-DE" sz="1400" b="1">
                <a:solidFill>
                  <a:schemeClr val="bg1"/>
                </a:solidFill>
              </a:rPr>
              <a:t>Entwicklung</a:t>
            </a:r>
          </a:p>
        </p:txBody>
      </p:sp>
      <p:sp>
        <p:nvSpPr>
          <p:cNvPr id="47" name="Textfeld 46">
            <a:extLst>
              <a:ext uri="{FF2B5EF4-FFF2-40B4-BE49-F238E27FC236}">
                <a16:creationId xmlns:a16="http://schemas.microsoft.com/office/drawing/2014/main" id="{F146833E-EB28-4EDB-B86E-48BA55E1F81B}"/>
              </a:ext>
            </a:extLst>
          </p:cNvPr>
          <p:cNvSpPr txBox="1"/>
          <p:nvPr/>
        </p:nvSpPr>
        <p:spPr>
          <a:xfrm>
            <a:off x="6094703" y="911651"/>
            <a:ext cx="4180981" cy="307777"/>
          </a:xfrm>
          <a:prstGeom prst="rect">
            <a:avLst/>
          </a:prstGeom>
          <a:noFill/>
        </p:spPr>
        <p:txBody>
          <a:bodyPr wrap="square">
            <a:spAutoFit/>
          </a:bodyPr>
          <a:lstStyle/>
          <a:p>
            <a:pPr marL="100330">
              <a:lnSpc>
                <a:spcPct val="100000"/>
              </a:lnSpc>
              <a:spcBef>
                <a:spcPts val="555"/>
              </a:spcBef>
            </a:pPr>
            <a:r>
              <a:rPr lang="de-DE" sz="1400" b="1" spc="15">
                <a:solidFill>
                  <a:srgbClr val="FFFFFF"/>
                </a:solidFill>
                <a:latin typeface="Calibri"/>
                <a:cs typeface="Calibri"/>
              </a:rPr>
              <a:t>Umsatzentwicklung der deutschen Logistikbranche</a:t>
            </a:r>
            <a:endParaRPr lang="de-DE" sz="1400">
              <a:latin typeface="Calibri"/>
              <a:cs typeface="Calibri"/>
            </a:endParaRPr>
          </a:p>
        </p:txBody>
      </p:sp>
      <p:sp>
        <p:nvSpPr>
          <p:cNvPr id="48" name="object 12">
            <a:extLst>
              <a:ext uri="{FF2B5EF4-FFF2-40B4-BE49-F238E27FC236}">
                <a16:creationId xmlns:a16="http://schemas.microsoft.com/office/drawing/2014/main" id="{A9EBDB87-DE1C-4B85-8257-698613ED0835}"/>
              </a:ext>
            </a:extLst>
          </p:cNvPr>
          <p:cNvSpPr/>
          <p:nvPr/>
        </p:nvSpPr>
        <p:spPr>
          <a:xfrm>
            <a:off x="6196961" y="921746"/>
            <a:ext cx="3967801" cy="2699548"/>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50" name="Textfeld 49">
            <a:extLst>
              <a:ext uri="{FF2B5EF4-FFF2-40B4-BE49-F238E27FC236}">
                <a16:creationId xmlns:a16="http://schemas.microsoft.com/office/drawing/2014/main" id="{1B0C7D5D-FE70-424F-9ED6-E525FA6726C5}"/>
              </a:ext>
            </a:extLst>
          </p:cNvPr>
          <p:cNvSpPr txBox="1"/>
          <p:nvPr/>
        </p:nvSpPr>
        <p:spPr>
          <a:xfrm>
            <a:off x="220070" y="938637"/>
            <a:ext cx="1707062" cy="4907085"/>
          </a:xfrm>
          <a:prstGeom prst="rect">
            <a:avLst/>
          </a:prstGeom>
          <a:noFill/>
        </p:spPr>
        <p:txBody>
          <a:bodyPr wrap="square">
            <a:noAutofit/>
          </a:bodyPr>
          <a:lstStyle/>
          <a:p>
            <a:pPr marL="92075"/>
            <a:r>
              <a:rPr lang="de-DE" sz="1200" b="1">
                <a:solidFill>
                  <a:schemeClr val="bg1"/>
                </a:solidFill>
                <a:latin typeface="Calibri"/>
                <a:cs typeface="Calibri"/>
              </a:rPr>
              <a:t>Obwohl das Segment Paketdienstleistungen stark wächst, machen</a:t>
            </a:r>
          </a:p>
          <a:p>
            <a:pPr marL="92075"/>
            <a:r>
              <a:rPr lang="de-DE" sz="1200" b="1">
                <a:solidFill>
                  <a:schemeClr val="bg1"/>
                </a:solidFill>
                <a:latin typeface="Calibri"/>
                <a:cs typeface="Calibri"/>
              </a:rPr>
              <a:t>traditionelle Geschäftsfelder den Großteil der Logistikbranche aus.</a:t>
            </a:r>
          </a:p>
          <a:p>
            <a:pPr marL="92075"/>
            <a:r>
              <a:rPr lang="de-DE" sz="1200" b="1">
                <a:solidFill>
                  <a:schemeClr val="bg1"/>
                </a:solidFill>
                <a:latin typeface="Calibri"/>
                <a:cs typeface="Calibri"/>
              </a:rPr>
              <a:t>Die Kontraktlogistik dominiert die Branche in Europa deutlich und</a:t>
            </a:r>
          </a:p>
          <a:p>
            <a:pPr marL="92075"/>
            <a:r>
              <a:rPr lang="de-DE" sz="1200" b="1">
                <a:solidFill>
                  <a:schemeClr val="bg1"/>
                </a:solidFill>
                <a:latin typeface="Calibri"/>
                <a:cs typeface="Calibri"/>
              </a:rPr>
              <a:t>erreicht einen Marktanteil von rund 40%. Anbieter von Kontrakt- oder</a:t>
            </a:r>
          </a:p>
          <a:p>
            <a:pPr marL="92075"/>
            <a:r>
              <a:rPr lang="de-DE" sz="1200" b="1">
                <a:solidFill>
                  <a:schemeClr val="bg1"/>
                </a:solidFill>
                <a:latin typeface="Calibri"/>
                <a:cs typeface="Calibri"/>
              </a:rPr>
              <a:t>Third-Party-Logistik (3PL) übernehmen auf Basis längerfristiger</a:t>
            </a:r>
          </a:p>
          <a:p>
            <a:pPr marL="92075"/>
            <a:r>
              <a:rPr lang="de-DE" sz="1200" b="1">
                <a:solidFill>
                  <a:schemeClr val="bg1"/>
                </a:solidFill>
                <a:latin typeface="Calibri"/>
                <a:cs typeface="Calibri"/>
              </a:rPr>
              <a:t>Verträge für den Kunden neben Transport und Lagerung</a:t>
            </a:r>
          </a:p>
          <a:p>
            <a:pPr marL="92075"/>
            <a:r>
              <a:rPr lang="de-DE" sz="1200" b="1">
                <a:solidFill>
                  <a:schemeClr val="bg1"/>
                </a:solidFill>
                <a:latin typeface="Calibri"/>
                <a:cs typeface="Calibri"/>
              </a:rPr>
              <a:t>weitere Dienstleistungen wie Montage oder Konfektionierung.</a:t>
            </a:r>
          </a:p>
        </p:txBody>
      </p:sp>
    </p:spTree>
    <p:extLst>
      <p:ext uri="{BB962C8B-B14F-4D97-AF65-F5344CB8AC3E}">
        <p14:creationId xmlns:p14="http://schemas.microsoft.com/office/powerpoint/2010/main" val="3049681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A837257F-C6BF-4AAF-BD88-B7285A61632E}"/>
              </a:ext>
            </a:extLst>
          </p:cNvPr>
          <p:cNvSpPr>
            <a:spLocks noGrp="1"/>
          </p:cNvSpPr>
          <p:nvPr>
            <p:ph type="title"/>
          </p:nvPr>
        </p:nvSpPr>
        <p:spPr>
          <a:xfrm>
            <a:off x="303213" y="112895"/>
            <a:ext cx="9861550" cy="723900"/>
          </a:xfrm>
        </p:spPr>
        <p:txBody>
          <a:bodyPr/>
          <a:lstStyle/>
          <a:p>
            <a:r>
              <a:rPr lang="de-DE"/>
              <a:t>Aktuelle Trends</a:t>
            </a:r>
          </a:p>
        </p:txBody>
      </p:sp>
      <p:sp>
        <p:nvSpPr>
          <p:cNvPr id="11" name="Textfeld 19">
            <a:extLst>
              <a:ext uri="{FF2B5EF4-FFF2-40B4-BE49-F238E27FC236}">
                <a16:creationId xmlns:a16="http://schemas.microsoft.com/office/drawing/2014/main" id="{EDFC0562-CD37-486B-80B0-3737778E84B3}"/>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Foliennummernplatzhalter 3">
            <a:extLst>
              <a:ext uri="{FF2B5EF4-FFF2-40B4-BE49-F238E27FC236}">
                <a16:creationId xmlns:a16="http://schemas.microsoft.com/office/drawing/2014/main" id="{0FA723C3-7D8C-487F-AAC4-B629E2456AAD}"/>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23</a:t>
            </a:fld>
            <a:endParaRPr lang="de-DE"/>
          </a:p>
        </p:txBody>
      </p:sp>
      <p:sp>
        <p:nvSpPr>
          <p:cNvPr id="18" name="object 14">
            <a:extLst>
              <a:ext uri="{FF2B5EF4-FFF2-40B4-BE49-F238E27FC236}">
                <a16:creationId xmlns:a16="http://schemas.microsoft.com/office/drawing/2014/main" id="{9603644A-10B6-42A8-B65C-617222C58FB2}"/>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182563" marR="275590" defTabSz="914400" rtl="0" eaLnBrk="1" latinLnBrk="0" hangingPunct="1">
              <a:lnSpc>
                <a:spcPct val="103499"/>
              </a:lnSpc>
              <a:spcBef>
                <a:spcPts val="430"/>
              </a:spcBef>
              <a:buClr>
                <a:srgbClr val="162844"/>
              </a:buClr>
              <a:buFont typeface="Arial"/>
              <a:buNone/>
              <a:tabLst>
                <a:tab pos="365125" algn="l"/>
                <a:tab pos="366395" algn="l"/>
              </a:tabLst>
            </a:pPr>
            <a:endParaRPr lang="de-DE" sz="1200" kern="1200" spc="15">
              <a:solidFill>
                <a:schemeClr val="bg1"/>
              </a:solidFill>
              <a:latin typeface="Calibri"/>
              <a:ea typeface="+mn-ea"/>
              <a:cs typeface="Calibri"/>
            </a:endParaRPr>
          </a:p>
        </p:txBody>
      </p:sp>
      <p:sp>
        <p:nvSpPr>
          <p:cNvPr id="19" name="object 18">
            <a:extLst>
              <a:ext uri="{FF2B5EF4-FFF2-40B4-BE49-F238E27FC236}">
                <a16:creationId xmlns:a16="http://schemas.microsoft.com/office/drawing/2014/main" id="{119462EC-D93D-4EF9-92CD-81CDE8862681}"/>
              </a:ext>
            </a:extLst>
          </p:cNvPr>
          <p:cNvSpPr/>
          <p:nvPr/>
        </p:nvSpPr>
        <p:spPr>
          <a:xfrm>
            <a:off x="2254357" y="921746"/>
            <a:ext cx="7909553" cy="285447"/>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p:spPr>
        <p:txBody>
          <a:bodyPr wrap="square" lIns="0" tIns="0" rIns="0" bIns="0" rtlCol="0" anchor="ctr"/>
          <a:lstStyle/>
          <a:p>
            <a:endParaRPr b="1" spc="10">
              <a:solidFill>
                <a:srgbClr val="FFFFFF"/>
              </a:solidFill>
              <a:latin typeface="Calibri"/>
              <a:cs typeface="Calibri"/>
            </a:endParaRPr>
          </a:p>
        </p:txBody>
      </p:sp>
      <p:sp>
        <p:nvSpPr>
          <p:cNvPr id="21" name="object 15">
            <a:extLst>
              <a:ext uri="{FF2B5EF4-FFF2-40B4-BE49-F238E27FC236}">
                <a16:creationId xmlns:a16="http://schemas.microsoft.com/office/drawing/2014/main" id="{0087B16B-951C-4F7D-9727-F87E69B64DFC}"/>
              </a:ext>
            </a:extLst>
          </p:cNvPr>
          <p:cNvSpPr/>
          <p:nvPr/>
        </p:nvSpPr>
        <p:spPr>
          <a:xfrm>
            <a:off x="6215437" y="1276853"/>
            <a:ext cx="3875297" cy="4480697"/>
          </a:xfrm>
          <a:custGeom>
            <a:avLst/>
            <a:gdLst/>
            <a:ahLst/>
            <a:cxnLst/>
            <a:rect l="l" t="t" r="r" b="b"/>
            <a:pathLst>
              <a:path w="6484620" h="1597660">
                <a:moveTo>
                  <a:pt x="0" y="0"/>
                </a:moveTo>
                <a:lnTo>
                  <a:pt x="6484620" y="0"/>
                </a:lnTo>
                <a:lnTo>
                  <a:pt x="6484620" y="1597152"/>
                </a:lnTo>
                <a:lnTo>
                  <a:pt x="0" y="1597152"/>
                </a:lnTo>
                <a:lnTo>
                  <a:pt x="0" y="0"/>
                </a:lnTo>
                <a:close/>
              </a:path>
            </a:pathLst>
          </a:custGeom>
          <a:solidFill>
            <a:srgbClr val="F2F2F2"/>
          </a:solidFill>
        </p:spPr>
        <p:txBody>
          <a:bodyPr wrap="square" lIns="0" tIns="0" rIns="0" bIns="0" rtlCol="0"/>
          <a:lstStyle/>
          <a:p>
            <a:pPr marL="179705" marR="1013460" algn="just" defTabSz="914400" rtl="0" eaLnBrk="1" latinLnBrk="0" hangingPunct="1">
              <a:lnSpc>
                <a:spcPct val="100000"/>
              </a:lnSpc>
              <a:spcBef>
                <a:spcPts val="480"/>
              </a:spcBef>
            </a:pPr>
            <a:r>
              <a:rPr lang="de-DE" sz="1200" b="1" kern="1200" spc="10">
                <a:solidFill>
                  <a:schemeClr val="tx1"/>
                </a:solidFill>
                <a:latin typeface="Calibri"/>
                <a:ea typeface="+mn-ea"/>
                <a:cs typeface="Calibri"/>
              </a:rPr>
              <a:t>Nearsourcing </a:t>
            </a:r>
          </a:p>
          <a:p>
            <a:pPr marL="365760" marR="275590" indent="-184785" algn="just" defTabSz="914400" rtl="0" eaLnBrk="1" latinLnBrk="0" hangingPunct="1">
              <a:lnSpc>
                <a:spcPct val="103499"/>
              </a:lnSpc>
              <a:spcBef>
                <a:spcPts val="430"/>
              </a:spcBef>
              <a:buClr>
                <a:srgbClr val="162844"/>
              </a:buClr>
              <a:buFont typeface="Arial"/>
              <a:buChar char="•"/>
              <a:tabLst>
                <a:tab pos="365125" algn="l"/>
                <a:tab pos="366395" algn="l"/>
              </a:tabLst>
            </a:pPr>
            <a:r>
              <a:rPr lang="de-DE" sz="1200" kern="1200" spc="15">
                <a:solidFill>
                  <a:schemeClr val="tx1"/>
                </a:solidFill>
                <a:latin typeface="Calibri"/>
                <a:ea typeface="+mn-ea"/>
                <a:cs typeface="Calibri"/>
              </a:rPr>
              <a:t>Die Coronavirus-Krise zeigt deutlich, wie störanfällig global gespannte Logistikketten sein können. Daher dürfte die Auslagerung von Produktionsstätten in die Nähe der Absatzmärkte oder weiterverarbeitenden Betriebe in den kommenden Jahren stärker an Relevanz gewinnen.</a:t>
            </a:r>
          </a:p>
          <a:p>
            <a:pPr marL="180975" marR="275590" algn="just" defTabSz="914400" rtl="0" eaLnBrk="1" latinLnBrk="0" hangingPunct="1">
              <a:lnSpc>
                <a:spcPct val="103499"/>
              </a:lnSpc>
              <a:spcBef>
                <a:spcPts val="430"/>
              </a:spcBef>
              <a:buClr>
                <a:srgbClr val="162844"/>
              </a:buClr>
              <a:tabLst>
                <a:tab pos="365125" algn="l"/>
                <a:tab pos="366395" algn="l"/>
              </a:tabLst>
            </a:pPr>
            <a:r>
              <a:rPr lang="de-DE" sz="1200" b="1" kern="1200" spc="10">
                <a:solidFill>
                  <a:schemeClr val="tx1"/>
                </a:solidFill>
                <a:latin typeface="Calibri"/>
                <a:ea typeface="+mn-ea"/>
                <a:cs typeface="Calibri"/>
              </a:rPr>
              <a:t>Neue Akteure aus der Digitalwirtschaft</a:t>
            </a:r>
          </a:p>
          <a:p>
            <a:pPr marL="365760" marR="275590" indent="-184785" algn="just" defTabSz="914400" rtl="0" eaLnBrk="1" latinLnBrk="0" hangingPunct="1">
              <a:lnSpc>
                <a:spcPct val="103499"/>
              </a:lnSpc>
              <a:spcBef>
                <a:spcPts val="430"/>
              </a:spcBef>
              <a:buClr>
                <a:srgbClr val="162844"/>
              </a:buClr>
              <a:buFont typeface="Arial"/>
              <a:buChar char="•"/>
              <a:tabLst>
                <a:tab pos="365125" algn="l"/>
                <a:tab pos="366395" algn="l"/>
              </a:tabLst>
            </a:pPr>
            <a:r>
              <a:rPr lang="de-DE" sz="1200" kern="1200" spc="15">
                <a:solidFill>
                  <a:schemeClr val="tx1"/>
                </a:solidFill>
                <a:latin typeface="Calibri"/>
                <a:ea typeface="+mn-ea"/>
                <a:cs typeface="Calibri"/>
              </a:rPr>
              <a:t>Ein steigender Digitalisierungsgrad im Speditionswesen dürfte in jedem Fall bewirken, dass sich der Kostendruck, dem die Frachtführer ausgesetzt sind, nochmals erhöhen und die Gewinnmarge des Sektors bis 2025 trotz Erholungstendenzen unter dem Vorkrisenniveau bleiben wird. Letzteres dürfte wegen des weiter steigenden Wettbewerbsdrucks auch für die Zahl der dem Sektor angehörenden Unternehmen gelten.</a:t>
            </a:r>
            <a:endParaRPr lang="de-DE" sz="1200">
              <a:latin typeface="Calibri"/>
              <a:cs typeface="Calibri"/>
            </a:endParaRPr>
          </a:p>
          <a:p>
            <a:pPr marL="67949" marR="141467">
              <a:lnSpc>
                <a:spcPct val="103200"/>
              </a:lnSpc>
              <a:spcBef>
                <a:spcPts val="478"/>
              </a:spcBef>
            </a:pPr>
            <a:endParaRPr lang="de-DE" sz="1100">
              <a:latin typeface="Calibri"/>
              <a:cs typeface="Calibri"/>
            </a:endParaRPr>
          </a:p>
        </p:txBody>
      </p:sp>
      <p:sp>
        <p:nvSpPr>
          <p:cNvPr id="23" name="Textfeld 22">
            <a:extLst>
              <a:ext uri="{FF2B5EF4-FFF2-40B4-BE49-F238E27FC236}">
                <a16:creationId xmlns:a16="http://schemas.microsoft.com/office/drawing/2014/main" id="{4C8CE6B1-FCA5-47DC-AD14-41601D544431}"/>
              </a:ext>
            </a:extLst>
          </p:cNvPr>
          <p:cNvSpPr txBox="1"/>
          <p:nvPr/>
        </p:nvSpPr>
        <p:spPr>
          <a:xfrm>
            <a:off x="2218899" y="852086"/>
            <a:ext cx="6005313" cy="368204"/>
          </a:xfrm>
          <a:prstGeom prst="rect">
            <a:avLst/>
          </a:prstGeom>
          <a:noFill/>
        </p:spPr>
        <p:txBody>
          <a:bodyPr wrap="square">
            <a:spAutoFit/>
          </a:bodyPr>
          <a:lstStyle/>
          <a:p>
            <a:r>
              <a:rPr lang="de-DE" b="1" spc="10">
                <a:solidFill>
                  <a:srgbClr val="FFFFFF"/>
                </a:solidFill>
                <a:latin typeface="Calibri"/>
                <a:cs typeface="Calibri"/>
              </a:rPr>
              <a:t> </a:t>
            </a:r>
            <a:r>
              <a:rPr lang="de-DE" sz="1400" b="1" spc="10">
                <a:solidFill>
                  <a:srgbClr val="FFFFFF"/>
                </a:solidFill>
                <a:latin typeface="Calibri"/>
                <a:cs typeface="Calibri"/>
              </a:rPr>
              <a:t>Trends</a:t>
            </a:r>
            <a:endParaRPr lang="de-DE" b="1" spc="10">
              <a:solidFill>
                <a:srgbClr val="FFFFFF"/>
              </a:solidFill>
              <a:latin typeface="Calibri"/>
              <a:cs typeface="Calibri"/>
            </a:endParaRPr>
          </a:p>
        </p:txBody>
      </p:sp>
      <p:sp>
        <p:nvSpPr>
          <p:cNvPr id="24" name="object 12">
            <a:extLst>
              <a:ext uri="{FF2B5EF4-FFF2-40B4-BE49-F238E27FC236}">
                <a16:creationId xmlns:a16="http://schemas.microsoft.com/office/drawing/2014/main" id="{31DCE643-6CBA-4C4F-8487-C712DA8E7BFE}"/>
              </a:ext>
            </a:extLst>
          </p:cNvPr>
          <p:cNvSpPr/>
          <p:nvPr/>
        </p:nvSpPr>
        <p:spPr>
          <a:xfrm>
            <a:off x="2254357" y="921746"/>
            <a:ext cx="7910406" cy="4923976"/>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26" name="object 40">
            <a:extLst>
              <a:ext uri="{FF2B5EF4-FFF2-40B4-BE49-F238E27FC236}">
                <a16:creationId xmlns:a16="http://schemas.microsoft.com/office/drawing/2014/main" id="{087D094E-6B39-4F1A-9C59-DA8D121CD644}"/>
              </a:ext>
            </a:extLst>
          </p:cNvPr>
          <p:cNvSpPr/>
          <p:nvPr/>
        </p:nvSpPr>
        <p:spPr>
          <a:xfrm>
            <a:off x="2319157" y="1276853"/>
            <a:ext cx="3875297" cy="4493067"/>
          </a:xfrm>
          <a:custGeom>
            <a:avLst/>
            <a:gdLst/>
            <a:ahLst/>
            <a:cxnLst/>
            <a:rect l="l" t="t" r="r" b="b"/>
            <a:pathLst>
              <a:path w="3761740" h="1214754">
                <a:moveTo>
                  <a:pt x="0" y="0"/>
                </a:moveTo>
                <a:lnTo>
                  <a:pt x="3761232" y="0"/>
                </a:lnTo>
                <a:lnTo>
                  <a:pt x="3761232" y="1214628"/>
                </a:lnTo>
                <a:lnTo>
                  <a:pt x="0" y="1214628"/>
                </a:lnTo>
                <a:lnTo>
                  <a:pt x="0" y="0"/>
                </a:lnTo>
                <a:close/>
              </a:path>
            </a:pathLst>
          </a:custGeom>
          <a:solidFill>
            <a:srgbClr val="F2F2F2"/>
          </a:solidFill>
        </p:spPr>
        <p:txBody>
          <a:bodyPr wrap="square" lIns="0" tIns="0" rIns="0" bIns="0" rtlCol="0"/>
          <a:lstStyle/>
          <a:p>
            <a:pPr marL="179705" marR="1013460" algn="just" defTabSz="914400" rtl="0" eaLnBrk="1" latinLnBrk="0" hangingPunct="1">
              <a:lnSpc>
                <a:spcPct val="100000"/>
              </a:lnSpc>
              <a:spcBef>
                <a:spcPts val="480"/>
              </a:spcBef>
            </a:pPr>
            <a:endParaRPr lang="de-DE" sz="1200" kern="1200" spc="15">
              <a:solidFill>
                <a:schemeClr val="tx1"/>
              </a:solidFill>
              <a:latin typeface="Calibri"/>
              <a:ea typeface="+mn-ea"/>
              <a:cs typeface="Calibri"/>
            </a:endParaRPr>
          </a:p>
        </p:txBody>
      </p:sp>
      <p:sp>
        <p:nvSpPr>
          <p:cNvPr id="27" name="Textfeld 26">
            <a:extLst>
              <a:ext uri="{FF2B5EF4-FFF2-40B4-BE49-F238E27FC236}">
                <a16:creationId xmlns:a16="http://schemas.microsoft.com/office/drawing/2014/main" id="{2A932261-1FCB-4516-B84E-D709A537ADFB}"/>
              </a:ext>
            </a:extLst>
          </p:cNvPr>
          <p:cNvSpPr txBox="1"/>
          <p:nvPr/>
        </p:nvSpPr>
        <p:spPr>
          <a:xfrm>
            <a:off x="2172801" y="1249902"/>
            <a:ext cx="4291373" cy="4522200"/>
          </a:xfrm>
          <a:prstGeom prst="rect">
            <a:avLst/>
          </a:prstGeom>
          <a:noFill/>
        </p:spPr>
        <p:txBody>
          <a:bodyPr wrap="square">
            <a:spAutoFit/>
          </a:bodyPr>
          <a:lstStyle/>
          <a:p>
            <a:pPr marL="179705" marR="1013460" defTabSz="914400" rtl="0" eaLnBrk="1" latinLnBrk="0" hangingPunct="1">
              <a:lnSpc>
                <a:spcPct val="100000"/>
              </a:lnSpc>
              <a:spcBef>
                <a:spcPts val="480"/>
              </a:spcBef>
            </a:pPr>
            <a:r>
              <a:rPr lang="de-DE" sz="1200" b="1" kern="1200" spc="10">
                <a:solidFill>
                  <a:schemeClr val="tx1"/>
                </a:solidFill>
                <a:latin typeface="Calibri"/>
                <a:ea typeface="+mn-ea"/>
                <a:cs typeface="Calibri"/>
              </a:rPr>
              <a:t>Der Logistikmarkt wächst mit der Gesamtwirtschaft </a:t>
            </a:r>
          </a:p>
          <a:p>
            <a:pPr marL="365760" marR="275590" indent="-184785" algn="just" defTabSz="914400" rtl="0" eaLnBrk="1" latinLnBrk="0" hangingPunct="1">
              <a:lnSpc>
                <a:spcPct val="103499"/>
              </a:lnSpc>
              <a:spcBef>
                <a:spcPts val="430"/>
              </a:spcBef>
              <a:buClr>
                <a:srgbClr val="162844"/>
              </a:buClr>
              <a:buFont typeface="Arial"/>
              <a:buChar char="•"/>
              <a:tabLst>
                <a:tab pos="365125" algn="l"/>
                <a:tab pos="366395" algn="l"/>
              </a:tabLst>
            </a:pPr>
            <a:r>
              <a:rPr lang="de-DE" sz="1200" kern="1200" spc="15">
                <a:solidFill>
                  <a:schemeClr val="tx1"/>
                </a:solidFill>
                <a:latin typeface="Calibri"/>
                <a:ea typeface="+mn-ea"/>
                <a:cs typeface="Calibri"/>
              </a:rPr>
              <a:t>Die Transportwirtschaft profitiert seit Jahren von der steigenden Verflechtung der internationalen Volkswirtschaften und steigenden Güterströmen. Obwohl in Europa der Außenhandel in den letzten Jahren deutlich zugelegt hat, wächst die Logistikwirtschaft nur in gleichem Umfang wie die Gesamtwirtschaft, was auf nachlassende Effekte durch die Globalisierung hinweist.</a:t>
            </a:r>
            <a:endParaRPr lang="de-DE" sz="1200" b="1" kern="1200" spc="15">
              <a:solidFill>
                <a:schemeClr val="tx1"/>
              </a:solidFill>
              <a:latin typeface="Calibri"/>
              <a:ea typeface="+mn-ea"/>
              <a:cs typeface="Calibri"/>
            </a:endParaRPr>
          </a:p>
          <a:p>
            <a:pPr marL="179705" algn="just">
              <a:lnSpc>
                <a:spcPct val="100000"/>
              </a:lnSpc>
              <a:spcBef>
                <a:spcPts val="480"/>
              </a:spcBef>
            </a:pPr>
            <a:r>
              <a:rPr lang="de-DE" sz="1200" b="1" kern="1200" spc="10">
                <a:solidFill>
                  <a:schemeClr val="tx1"/>
                </a:solidFill>
                <a:latin typeface="Calibri"/>
                <a:ea typeface="+mn-ea"/>
                <a:cs typeface="Calibri"/>
              </a:rPr>
              <a:t>Rasante Zunahme des Paketaufkommens</a:t>
            </a:r>
          </a:p>
          <a:p>
            <a:pPr marL="365760" marR="275590" indent="-184785" algn="just" defTabSz="914400" rtl="0" eaLnBrk="1" latinLnBrk="0" hangingPunct="1">
              <a:lnSpc>
                <a:spcPct val="103499"/>
              </a:lnSpc>
              <a:spcBef>
                <a:spcPts val="430"/>
              </a:spcBef>
              <a:buClr>
                <a:srgbClr val="162844"/>
              </a:buClr>
              <a:buFont typeface="Arial"/>
              <a:buChar char="•"/>
              <a:tabLst>
                <a:tab pos="365125" algn="l"/>
                <a:tab pos="366395" algn="l"/>
              </a:tabLst>
            </a:pPr>
            <a:r>
              <a:rPr lang="de-DE" sz="1200" kern="1200" spc="15">
                <a:solidFill>
                  <a:schemeClr val="tx1"/>
                </a:solidFill>
                <a:latin typeface="Calibri"/>
                <a:ea typeface="+mn-ea"/>
                <a:cs typeface="Calibri"/>
              </a:rPr>
              <a:t>Das Paketgeschäft, das aus dem Online-Handel resultiert, führt gerade in den Metropolen zu einem hohen Bedarf an ausgefeilte Lösungen für die schnelle und effiziente Zustellung. Die Bedeutung der City-Logistik wird mit dem anhaltenden Wachstum des Paketaufkommens in den nächsten Jahren weiter steigen.</a:t>
            </a:r>
          </a:p>
          <a:p>
            <a:pPr marL="180975" marR="275590" indent="0" algn="just" defTabSz="914400" rtl="0" eaLnBrk="1" latinLnBrk="0" hangingPunct="1">
              <a:lnSpc>
                <a:spcPct val="103499"/>
              </a:lnSpc>
              <a:spcBef>
                <a:spcPts val="430"/>
              </a:spcBef>
              <a:buClr>
                <a:srgbClr val="162844"/>
              </a:buClr>
              <a:buFont typeface="Arial"/>
              <a:buNone/>
              <a:tabLst>
                <a:tab pos="365125" algn="l"/>
                <a:tab pos="366395" algn="l"/>
              </a:tabLst>
            </a:pPr>
            <a:r>
              <a:rPr lang="de-DE" sz="1200" b="1" kern="1200" spc="15">
                <a:solidFill>
                  <a:schemeClr val="tx1"/>
                </a:solidFill>
                <a:latin typeface="+mn-lt"/>
                <a:ea typeface="+mn-ea"/>
                <a:cs typeface="Calibri"/>
              </a:rPr>
              <a:t>Wachstumstreiber E-Commerce</a:t>
            </a:r>
          </a:p>
          <a:p>
            <a:pPr marL="365760" marR="275590" indent="-184785" algn="just" defTabSz="914400" rtl="0" eaLnBrk="1" latinLnBrk="0" hangingPunct="1">
              <a:lnSpc>
                <a:spcPct val="103499"/>
              </a:lnSpc>
              <a:spcBef>
                <a:spcPts val="430"/>
              </a:spcBef>
              <a:buClr>
                <a:srgbClr val="162844"/>
              </a:buClr>
              <a:buFont typeface="Arial"/>
              <a:buChar char="•"/>
              <a:tabLst>
                <a:tab pos="365125" algn="l"/>
                <a:tab pos="366395" algn="l"/>
              </a:tabLst>
            </a:pPr>
            <a:r>
              <a:rPr lang="de-DE" sz="1200" kern="1200" spc="15">
                <a:solidFill>
                  <a:schemeClr val="tx1"/>
                </a:solidFill>
                <a:latin typeface="Calibri"/>
                <a:ea typeface="+mn-ea"/>
                <a:cs typeface="Calibri"/>
              </a:rPr>
              <a:t>Das rasante Wachstum des Online-Handels treibt den Bedarf an Logistikdienstleistungen. Besonders stark fallen die Umsätze in der Vorweihnachtszeit aus.</a:t>
            </a:r>
          </a:p>
        </p:txBody>
      </p:sp>
      <p:sp>
        <p:nvSpPr>
          <p:cNvPr id="29" name="Textfeld 28">
            <a:extLst>
              <a:ext uri="{FF2B5EF4-FFF2-40B4-BE49-F238E27FC236}">
                <a16:creationId xmlns:a16="http://schemas.microsoft.com/office/drawing/2014/main" id="{E51BAE91-799E-4F2C-9C1C-CB955DD1FBFB}"/>
              </a:ext>
            </a:extLst>
          </p:cNvPr>
          <p:cNvSpPr txBox="1"/>
          <p:nvPr/>
        </p:nvSpPr>
        <p:spPr>
          <a:xfrm>
            <a:off x="139935" y="938637"/>
            <a:ext cx="2178369" cy="4907085"/>
          </a:xfrm>
          <a:prstGeom prst="rect">
            <a:avLst/>
          </a:prstGeom>
          <a:noFill/>
        </p:spPr>
        <p:txBody>
          <a:bodyPr wrap="square">
            <a:noAutofit/>
          </a:bodyPr>
          <a:lstStyle/>
          <a:p>
            <a:pPr marL="182563" marR="275590" defTabSz="914400" rtl="0" eaLnBrk="1" latinLnBrk="0" hangingPunct="1">
              <a:lnSpc>
                <a:spcPct val="103499"/>
              </a:lnSpc>
              <a:spcBef>
                <a:spcPts val="430"/>
              </a:spcBef>
              <a:buClr>
                <a:srgbClr val="162844"/>
              </a:buClr>
              <a:buFont typeface="Arial"/>
              <a:buNone/>
              <a:tabLst>
                <a:tab pos="365125" algn="l"/>
                <a:tab pos="366395" algn="l"/>
              </a:tabLst>
            </a:pPr>
            <a:r>
              <a:rPr lang="de-DE" sz="1200" b="1" kern="1200" spc="10">
                <a:solidFill>
                  <a:schemeClr val="bg1"/>
                </a:solidFill>
                <a:latin typeface="Calibri"/>
                <a:ea typeface="+mn-ea"/>
                <a:cs typeface="Calibri"/>
              </a:rPr>
              <a:t>Wachsendes Umweltbewusstsein als Herausforderung</a:t>
            </a:r>
          </a:p>
          <a:p>
            <a:pPr marL="180975" marR="275590" defTabSz="914400" rtl="0" eaLnBrk="1" latinLnBrk="0" hangingPunct="1">
              <a:lnSpc>
                <a:spcPct val="103499"/>
              </a:lnSpc>
              <a:spcBef>
                <a:spcPts val="430"/>
              </a:spcBef>
              <a:buClr>
                <a:srgbClr val="162844"/>
              </a:buClr>
              <a:tabLst>
                <a:tab pos="365125" algn="l"/>
                <a:tab pos="366395" algn="l"/>
              </a:tabLst>
            </a:pPr>
            <a:r>
              <a:rPr lang="de-DE" sz="1200" b="1" kern="1200" spc="15">
                <a:solidFill>
                  <a:schemeClr val="bg1"/>
                </a:solidFill>
                <a:latin typeface="Calibri"/>
                <a:ea typeface="+mn-ea"/>
                <a:cs typeface="Calibri"/>
              </a:rPr>
              <a:t>Generell müssen sich die Akteure des Sektors der Herausforderung stellen, dass von ihnen eine zunehmend umweltfreundlichere Durchführung von Transporten erwartet wird. </a:t>
            </a:r>
          </a:p>
          <a:p>
            <a:pPr marL="180975" marR="275590" defTabSz="914400" rtl="0" eaLnBrk="1" latinLnBrk="0" hangingPunct="1">
              <a:lnSpc>
                <a:spcPct val="103499"/>
              </a:lnSpc>
              <a:spcBef>
                <a:spcPts val="430"/>
              </a:spcBef>
              <a:buClr>
                <a:srgbClr val="162844"/>
              </a:buClr>
              <a:tabLst>
                <a:tab pos="365125" algn="l"/>
                <a:tab pos="366395" algn="l"/>
              </a:tabLst>
            </a:pPr>
            <a:r>
              <a:rPr lang="de-DE" sz="1200" b="1" spc="15">
                <a:solidFill>
                  <a:schemeClr val="bg1"/>
                </a:solidFill>
                <a:latin typeface="Calibri"/>
                <a:cs typeface="Calibri"/>
              </a:rPr>
              <a:t>Deliverit Logistik greift daher seit 7 Jahren ausschließlich auf Fahrzeuge mit den neusten Partikelfiltern zurück.</a:t>
            </a:r>
            <a:endParaRPr lang="de-DE" sz="1200" b="1" kern="1200" spc="15">
              <a:solidFill>
                <a:schemeClr val="bg1"/>
              </a:solidFill>
              <a:latin typeface="Calibri"/>
              <a:ea typeface="+mn-ea"/>
              <a:cs typeface="Calibri"/>
            </a:endParaRPr>
          </a:p>
        </p:txBody>
      </p:sp>
    </p:spTree>
    <p:extLst>
      <p:ext uri="{BB962C8B-B14F-4D97-AF65-F5344CB8AC3E}">
        <p14:creationId xmlns:p14="http://schemas.microsoft.com/office/powerpoint/2010/main" val="3039519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40">
            <a:extLst>
              <a:ext uri="{FF2B5EF4-FFF2-40B4-BE49-F238E27FC236}">
                <a16:creationId xmlns:a16="http://schemas.microsoft.com/office/drawing/2014/main" id="{881E2391-790D-4546-B78E-2A75C8DC837E}"/>
              </a:ext>
            </a:extLst>
          </p:cNvPr>
          <p:cNvSpPr/>
          <p:nvPr/>
        </p:nvSpPr>
        <p:spPr>
          <a:xfrm>
            <a:off x="2319157" y="4102832"/>
            <a:ext cx="7769277" cy="1667088"/>
          </a:xfrm>
          <a:custGeom>
            <a:avLst/>
            <a:gdLst/>
            <a:ahLst/>
            <a:cxnLst/>
            <a:rect l="l" t="t" r="r" b="b"/>
            <a:pathLst>
              <a:path w="3761740" h="1214754">
                <a:moveTo>
                  <a:pt x="0" y="0"/>
                </a:moveTo>
                <a:lnTo>
                  <a:pt x="3761232" y="0"/>
                </a:lnTo>
                <a:lnTo>
                  <a:pt x="3761232" y="1214628"/>
                </a:lnTo>
                <a:lnTo>
                  <a:pt x="0" y="1214628"/>
                </a:lnTo>
                <a:lnTo>
                  <a:pt x="0" y="0"/>
                </a:lnTo>
                <a:close/>
              </a:path>
            </a:pathLst>
          </a:custGeom>
          <a:solidFill>
            <a:srgbClr val="F2F2F2"/>
          </a:solidFill>
        </p:spPr>
        <p:txBody>
          <a:bodyPr wrap="square" lIns="0" tIns="0" rIns="0" bIns="0" rtlCol="0"/>
          <a:lstStyle/>
          <a:p>
            <a:pPr marL="179705" marR="1013460" algn="just" defTabSz="914400" rtl="0" eaLnBrk="1" latinLnBrk="0" hangingPunct="1">
              <a:lnSpc>
                <a:spcPct val="100000"/>
              </a:lnSpc>
              <a:spcBef>
                <a:spcPts val="480"/>
              </a:spcBef>
            </a:pPr>
            <a:endParaRPr lang="de-DE" sz="1200" kern="1200" spc="15">
              <a:solidFill>
                <a:schemeClr val="tx1"/>
              </a:solidFill>
              <a:latin typeface="Calibri"/>
              <a:ea typeface="+mn-ea"/>
              <a:cs typeface="Calibri"/>
            </a:endParaRPr>
          </a:p>
        </p:txBody>
      </p:sp>
      <p:sp>
        <p:nvSpPr>
          <p:cNvPr id="5" name="Titel 1">
            <a:extLst>
              <a:ext uri="{FF2B5EF4-FFF2-40B4-BE49-F238E27FC236}">
                <a16:creationId xmlns:a16="http://schemas.microsoft.com/office/drawing/2014/main" id="{A837257F-C6BF-4AAF-BD88-B7285A61632E}"/>
              </a:ext>
            </a:extLst>
          </p:cNvPr>
          <p:cNvSpPr>
            <a:spLocks noGrp="1"/>
          </p:cNvSpPr>
          <p:nvPr>
            <p:ph type="title"/>
          </p:nvPr>
        </p:nvSpPr>
        <p:spPr>
          <a:xfrm>
            <a:off x="303213" y="112895"/>
            <a:ext cx="9861550" cy="723900"/>
          </a:xfrm>
        </p:spPr>
        <p:txBody>
          <a:bodyPr/>
          <a:lstStyle/>
          <a:p>
            <a:r>
              <a:rPr lang="de-DE"/>
              <a:t>Branchenausblick </a:t>
            </a:r>
          </a:p>
        </p:txBody>
      </p:sp>
      <p:sp>
        <p:nvSpPr>
          <p:cNvPr id="10" name="Textfeld 9">
            <a:extLst>
              <a:ext uri="{FF2B5EF4-FFF2-40B4-BE49-F238E27FC236}">
                <a16:creationId xmlns:a16="http://schemas.microsoft.com/office/drawing/2014/main" id="{463A1DDB-46AA-4810-87FD-BFB9631F0C28}"/>
              </a:ext>
            </a:extLst>
          </p:cNvPr>
          <p:cNvSpPr txBox="1"/>
          <p:nvPr/>
        </p:nvSpPr>
        <p:spPr>
          <a:xfrm>
            <a:off x="303213" y="5914304"/>
            <a:ext cx="4598988" cy="261610"/>
          </a:xfrm>
          <a:prstGeom prst="rect">
            <a:avLst/>
          </a:prstGeom>
          <a:noFill/>
        </p:spPr>
        <p:txBody>
          <a:bodyPr wrap="square">
            <a:spAutoFit/>
          </a:bodyPr>
          <a:lstStyle/>
          <a:p>
            <a:r>
              <a:rPr lang="de-DE" sz="1100"/>
              <a:t>Quelle: Research </a:t>
            </a:r>
          </a:p>
        </p:txBody>
      </p:sp>
      <p:sp>
        <p:nvSpPr>
          <p:cNvPr id="12" name="Textfeld 19">
            <a:extLst>
              <a:ext uri="{FF2B5EF4-FFF2-40B4-BE49-F238E27FC236}">
                <a16:creationId xmlns:a16="http://schemas.microsoft.com/office/drawing/2014/main" id="{3A7BA016-FEF2-4368-9C13-18F650AA0E3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Foliennummernplatzhalter 3">
            <a:extLst>
              <a:ext uri="{FF2B5EF4-FFF2-40B4-BE49-F238E27FC236}">
                <a16:creationId xmlns:a16="http://schemas.microsoft.com/office/drawing/2014/main" id="{A267737F-BA7E-4504-9F58-D026DCA553F3}"/>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24</a:t>
            </a:fld>
            <a:endParaRPr lang="de-DE"/>
          </a:p>
        </p:txBody>
      </p:sp>
      <p:sp>
        <p:nvSpPr>
          <p:cNvPr id="25" name="object 14">
            <a:extLst>
              <a:ext uri="{FF2B5EF4-FFF2-40B4-BE49-F238E27FC236}">
                <a16:creationId xmlns:a16="http://schemas.microsoft.com/office/drawing/2014/main" id="{AEC066DF-7C11-4580-A60A-50E7CF6BE1B0}"/>
              </a:ext>
            </a:extLst>
          </p:cNvPr>
          <p:cNvSpPr txBox="1"/>
          <p:nvPr/>
        </p:nvSpPr>
        <p:spPr>
          <a:xfrm>
            <a:off x="302807" y="921747"/>
            <a:ext cx="1872000" cy="4923975"/>
          </a:xfrm>
          <a:prstGeom prst="rect">
            <a:avLst/>
          </a:prstGeom>
          <a:solidFill>
            <a:srgbClr val="0092CF"/>
          </a:solidFill>
        </p:spPr>
        <p:txBody>
          <a:bodyPr vert="horz" wrap="square" lIns="0" tIns="69215" rIns="0" bIns="0" rtlCol="0">
            <a:noAutofit/>
          </a:bodyPr>
          <a:lstStyle/>
          <a:p>
            <a:pPr marL="182563" marR="275590" defTabSz="914400" rtl="0" eaLnBrk="1" latinLnBrk="0" hangingPunct="1">
              <a:lnSpc>
                <a:spcPct val="103499"/>
              </a:lnSpc>
              <a:spcBef>
                <a:spcPts val="430"/>
              </a:spcBef>
              <a:buClr>
                <a:srgbClr val="162844"/>
              </a:buClr>
              <a:buFont typeface="Arial"/>
              <a:buNone/>
              <a:tabLst>
                <a:tab pos="365125" algn="l"/>
                <a:tab pos="366395" algn="l"/>
              </a:tabLst>
            </a:pPr>
            <a:endParaRPr lang="de-DE" sz="1200" kern="1200" spc="15">
              <a:solidFill>
                <a:schemeClr val="bg1"/>
              </a:solidFill>
              <a:latin typeface="Calibri"/>
              <a:ea typeface="+mn-ea"/>
              <a:cs typeface="Calibri"/>
            </a:endParaRPr>
          </a:p>
        </p:txBody>
      </p:sp>
      <p:sp>
        <p:nvSpPr>
          <p:cNvPr id="13" name="Textfeld 12">
            <a:extLst>
              <a:ext uri="{FF2B5EF4-FFF2-40B4-BE49-F238E27FC236}">
                <a16:creationId xmlns:a16="http://schemas.microsoft.com/office/drawing/2014/main" id="{DB47710D-33CD-4E3F-9F87-08460E715EA2}"/>
              </a:ext>
            </a:extLst>
          </p:cNvPr>
          <p:cNvSpPr txBox="1"/>
          <p:nvPr/>
        </p:nvSpPr>
        <p:spPr>
          <a:xfrm>
            <a:off x="320176" y="930191"/>
            <a:ext cx="1707062" cy="4907085"/>
          </a:xfrm>
          <a:prstGeom prst="rect">
            <a:avLst/>
          </a:prstGeom>
          <a:noFill/>
        </p:spPr>
        <p:txBody>
          <a:bodyPr wrap="square">
            <a:noAutofit/>
          </a:bodyPr>
          <a:lstStyle/>
          <a:p>
            <a:r>
              <a:rPr lang="de-DE" sz="1200" b="1" kern="1200">
                <a:solidFill>
                  <a:schemeClr val="bg1"/>
                </a:solidFill>
                <a:latin typeface="Calibri"/>
                <a:ea typeface="+mn-ea"/>
                <a:cs typeface="Calibri"/>
              </a:rPr>
              <a:t>Es wird erwartet, dass der Logistiksektor ab 2021 aufgrund von Erholungseffekten wieder wachsen wird, nachdem er durch die Coronavirus-Krise in der Summe fünf Jahre seiner Entwicklung verloren hat.</a:t>
            </a:r>
          </a:p>
        </p:txBody>
      </p:sp>
      <p:graphicFrame>
        <p:nvGraphicFramePr>
          <p:cNvPr id="27" name="Diagramm 26">
            <a:extLst>
              <a:ext uri="{FF2B5EF4-FFF2-40B4-BE49-F238E27FC236}">
                <a16:creationId xmlns:a16="http://schemas.microsoft.com/office/drawing/2014/main" id="{37D1937B-5D4D-45F5-9302-6CFE6A7295E9}"/>
              </a:ext>
            </a:extLst>
          </p:cNvPr>
          <p:cNvGraphicFramePr/>
          <p:nvPr>
            <p:extLst>
              <p:ext uri="{D42A27DB-BD31-4B8C-83A1-F6EECF244321}">
                <p14:modId xmlns:p14="http://schemas.microsoft.com/office/powerpoint/2010/main" val="1115511312"/>
              </p:ext>
            </p:extLst>
          </p:nvPr>
        </p:nvGraphicFramePr>
        <p:xfrm>
          <a:off x="2335293" y="1040033"/>
          <a:ext cx="7602351" cy="2562128"/>
        </p:xfrm>
        <a:graphic>
          <a:graphicData uri="http://schemas.openxmlformats.org/drawingml/2006/chart">
            <c:chart xmlns:c="http://schemas.openxmlformats.org/drawingml/2006/chart" xmlns:r="http://schemas.openxmlformats.org/officeDocument/2006/relationships" r:id="rId2"/>
          </a:graphicData>
        </a:graphic>
      </p:graphicFrame>
      <p:sp>
        <p:nvSpPr>
          <p:cNvPr id="45" name="Textfeld 44">
            <a:extLst>
              <a:ext uri="{FF2B5EF4-FFF2-40B4-BE49-F238E27FC236}">
                <a16:creationId xmlns:a16="http://schemas.microsoft.com/office/drawing/2014/main" id="{4F49F2BB-5EC1-47EB-82B9-3DAE55540434}"/>
              </a:ext>
            </a:extLst>
          </p:cNvPr>
          <p:cNvSpPr txBox="1"/>
          <p:nvPr/>
        </p:nvSpPr>
        <p:spPr>
          <a:xfrm>
            <a:off x="2354039" y="4185431"/>
            <a:ext cx="7758498" cy="830997"/>
          </a:xfrm>
          <a:prstGeom prst="rect">
            <a:avLst/>
          </a:prstGeom>
          <a:noFill/>
        </p:spPr>
        <p:txBody>
          <a:bodyPr wrap="square">
            <a:spAutoFit/>
          </a:bodyPr>
          <a:lstStyle/>
          <a:p>
            <a:pPr marL="171450" indent="-171450" algn="just">
              <a:buFont typeface="Arial" panose="020B0604020202020204" pitchFamily="34" charset="0"/>
              <a:buChar char="•"/>
            </a:pPr>
            <a:r>
              <a:rPr lang="de-DE" sz="1200" kern="1200">
                <a:solidFill>
                  <a:schemeClr val="tx1"/>
                </a:solidFill>
                <a:latin typeface="Calibri"/>
                <a:ea typeface="+mn-ea"/>
                <a:cs typeface="Calibri"/>
              </a:rPr>
              <a:t>Während das Produktionsvolumen der Industrie, des mit Abstand wichtigsten Kunden, voraussichtlich auch am Ende der kommenden Fünfjahresperiode noch unter dem Vorkrisenniveau von 2019 liegen wird, dürfte der Umsatz des Logistiksektors das Vorkrisenniveau im Jahr 2025 wieder erreichen. Es ist davon auszugehen, dass die Umsätze bis dahin mit einer durchschnittlichen jährlichen Rate von 3,4 % auf schließlich 262,4 Milliarden Euro ansteigen werden.</a:t>
            </a:r>
          </a:p>
        </p:txBody>
      </p:sp>
      <p:sp>
        <p:nvSpPr>
          <p:cNvPr id="46" name="object 15">
            <a:extLst>
              <a:ext uri="{FF2B5EF4-FFF2-40B4-BE49-F238E27FC236}">
                <a16:creationId xmlns:a16="http://schemas.microsoft.com/office/drawing/2014/main" id="{8FB25301-AB38-4E32-B03B-038A51B6C185}"/>
              </a:ext>
            </a:extLst>
          </p:cNvPr>
          <p:cNvSpPr txBox="1"/>
          <p:nvPr/>
        </p:nvSpPr>
        <p:spPr>
          <a:xfrm>
            <a:off x="2254356" y="3749796"/>
            <a:ext cx="7910406" cy="288000"/>
          </a:xfrm>
          <a:prstGeom prst="rect">
            <a:avLst/>
          </a:prstGeom>
          <a:solidFill>
            <a:srgbClr val="0092CF"/>
          </a:solidFill>
        </p:spPr>
        <p:txBody>
          <a:bodyPr vert="horz" wrap="square" lIns="0" tIns="69215" rIns="0" bIns="0" rtlCol="0">
            <a:spAutoFit/>
          </a:bodyPr>
          <a:lstStyle/>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a:p>
            <a:pPr marL="77470" marR="73660">
              <a:lnSpc>
                <a:spcPct val="103200"/>
              </a:lnSpc>
              <a:spcBef>
                <a:spcPts val="545"/>
              </a:spcBef>
            </a:pPr>
            <a:endParaRPr lang="de-DE" sz="1150" b="1" spc="15">
              <a:latin typeface="Calibri"/>
              <a:cs typeface="Calibri"/>
            </a:endParaRPr>
          </a:p>
        </p:txBody>
      </p:sp>
      <p:sp>
        <p:nvSpPr>
          <p:cNvPr id="48" name="Textfeld 47">
            <a:extLst>
              <a:ext uri="{FF2B5EF4-FFF2-40B4-BE49-F238E27FC236}">
                <a16:creationId xmlns:a16="http://schemas.microsoft.com/office/drawing/2014/main" id="{92FAF57A-E75E-4DE4-8D2C-7150C58BE25C}"/>
              </a:ext>
            </a:extLst>
          </p:cNvPr>
          <p:cNvSpPr txBox="1"/>
          <p:nvPr/>
        </p:nvSpPr>
        <p:spPr>
          <a:xfrm>
            <a:off x="2254714" y="3755562"/>
            <a:ext cx="6096000" cy="307777"/>
          </a:xfrm>
          <a:prstGeom prst="rect">
            <a:avLst/>
          </a:prstGeom>
          <a:noFill/>
        </p:spPr>
        <p:txBody>
          <a:bodyPr wrap="square">
            <a:spAutoFit/>
          </a:bodyPr>
          <a:lstStyle/>
          <a:p>
            <a:r>
              <a:rPr lang="de-DE" sz="1400" b="1">
                <a:solidFill>
                  <a:schemeClr val="bg1"/>
                </a:solidFill>
                <a:latin typeface="Calibri"/>
                <a:cs typeface="Calibri"/>
              </a:rPr>
              <a:t>Ökonomischer Ausblick</a:t>
            </a:r>
            <a:r>
              <a:rPr lang="de-DE" sz="1400" b="1" kern="1200">
                <a:solidFill>
                  <a:schemeClr val="bg1"/>
                </a:solidFill>
                <a:latin typeface="Calibri"/>
                <a:ea typeface="+mn-ea"/>
                <a:cs typeface="Calibri"/>
              </a:rPr>
              <a:t> </a:t>
            </a:r>
            <a:endParaRPr lang="de-DE" sz="1400"/>
          </a:p>
        </p:txBody>
      </p:sp>
      <p:sp>
        <p:nvSpPr>
          <p:cNvPr id="51" name="object 12">
            <a:extLst>
              <a:ext uri="{FF2B5EF4-FFF2-40B4-BE49-F238E27FC236}">
                <a16:creationId xmlns:a16="http://schemas.microsoft.com/office/drawing/2014/main" id="{DB4A4EC6-BD44-4218-AFA4-DAA9390C9BB1}"/>
              </a:ext>
            </a:extLst>
          </p:cNvPr>
          <p:cNvSpPr/>
          <p:nvPr/>
        </p:nvSpPr>
        <p:spPr>
          <a:xfrm>
            <a:off x="2254357" y="3749796"/>
            <a:ext cx="7910405" cy="2095926"/>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52" name="object 12">
            <a:extLst>
              <a:ext uri="{FF2B5EF4-FFF2-40B4-BE49-F238E27FC236}">
                <a16:creationId xmlns:a16="http://schemas.microsoft.com/office/drawing/2014/main" id="{8A6816CF-F1A3-48FB-81DF-563289F79445}"/>
              </a:ext>
            </a:extLst>
          </p:cNvPr>
          <p:cNvSpPr/>
          <p:nvPr/>
        </p:nvSpPr>
        <p:spPr>
          <a:xfrm>
            <a:off x="2254356" y="931808"/>
            <a:ext cx="7910405" cy="2749406"/>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Tree>
    <p:extLst>
      <p:ext uri="{BB962C8B-B14F-4D97-AF65-F5344CB8AC3E}">
        <p14:creationId xmlns:p14="http://schemas.microsoft.com/office/powerpoint/2010/main" val="977870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0678134" y="797393"/>
            <a:ext cx="191172" cy="211900"/>
          </a:xfrm>
          <a:custGeom>
            <a:avLst/>
            <a:gdLst/>
            <a:ahLst/>
            <a:cxnLst/>
            <a:rect l="l" t="t" r="r" b="b"/>
            <a:pathLst>
              <a:path w="210820" h="233680">
                <a:moveTo>
                  <a:pt x="0" y="0"/>
                </a:moveTo>
                <a:lnTo>
                  <a:pt x="210312" y="0"/>
                </a:lnTo>
                <a:lnTo>
                  <a:pt x="210312" y="233172"/>
                </a:lnTo>
                <a:lnTo>
                  <a:pt x="0" y="233172"/>
                </a:lnTo>
                <a:lnTo>
                  <a:pt x="0" y="0"/>
                </a:lnTo>
                <a:close/>
              </a:path>
            </a:pathLst>
          </a:custGeom>
          <a:ln w="27432">
            <a:solidFill>
              <a:srgbClr val="FFFFFF"/>
            </a:solidFill>
          </a:ln>
        </p:spPr>
        <p:txBody>
          <a:bodyPr wrap="square" lIns="0" tIns="0" rIns="0" bIns="0" rtlCol="0"/>
          <a:lstStyle/>
          <a:p>
            <a:endParaRPr sz="1632"/>
          </a:p>
        </p:txBody>
      </p:sp>
      <p:sp>
        <p:nvSpPr>
          <p:cNvPr id="39" name="Titel 38">
            <a:extLst>
              <a:ext uri="{FF2B5EF4-FFF2-40B4-BE49-F238E27FC236}">
                <a16:creationId xmlns:a16="http://schemas.microsoft.com/office/drawing/2014/main" id="{3D1C7D37-E6BB-4C3F-B776-4D4344D9F816}"/>
              </a:ext>
            </a:extLst>
          </p:cNvPr>
          <p:cNvSpPr>
            <a:spLocks noGrp="1"/>
          </p:cNvSpPr>
          <p:nvPr>
            <p:ph type="title"/>
          </p:nvPr>
        </p:nvSpPr>
        <p:spPr/>
        <p:txBody>
          <a:bodyPr/>
          <a:lstStyle/>
          <a:p>
            <a:r>
              <a:rPr lang="de-DE"/>
              <a:t>Wettbewerb</a:t>
            </a:r>
          </a:p>
        </p:txBody>
      </p:sp>
      <p:sp>
        <p:nvSpPr>
          <p:cNvPr id="49" name="object 12">
            <a:extLst>
              <a:ext uri="{FF2B5EF4-FFF2-40B4-BE49-F238E27FC236}">
                <a16:creationId xmlns:a16="http://schemas.microsoft.com/office/drawing/2014/main" id="{E1373B20-1F43-4CCC-8EFF-C2F95E6ACA31}"/>
              </a:ext>
            </a:extLst>
          </p:cNvPr>
          <p:cNvSpPr/>
          <p:nvPr/>
        </p:nvSpPr>
        <p:spPr>
          <a:xfrm>
            <a:off x="2140736" y="925648"/>
            <a:ext cx="8020424" cy="2984553"/>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
        <p:nvSpPr>
          <p:cNvPr id="50" name="object 13">
            <a:extLst>
              <a:ext uri="{FF2B5EF4-FFF2-40B4-BE49-F238E27FC236}">
                <a16:creationId xmlns:a16="http://schemas.microsoft.com/office/drawing/2014/main" id="{FDDA2AA2-9E5E-4CCC-A70D-5BD1455920AB}"/>
              </a:ext>
            </a:extLst>
          </p:cNvPr>
          <p:cNvSpPr/>
          <p:nvPr/>
        </p:nvSpPr>
        <p:spPr>
          <a:xfrm>
            <a:off x="2205533" y="1282395"/>
            <a:ext cx="7868581" cy="2571471"/>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lstStyle/>
          <a:p>
            <a:endParaRPr lang="de-DE" sz="1632"/>
          </a:p>
        </p:txBody>
      </p:sp>
      <p:sp>
        <p:nvSpPr>
          <p:cNvPr id="81" name="object 12">
            <a:extLst>
              <a:ext uri="{FF2B5EF4-FFF2-40B4-BE49-F238E27FC236}">
                <a16:creationId xmlns:a16="http://schemas.microsoft.com/office/drawing/2014/main" id="{877CF958-9EC5-4309-B7BF-96E4585DD487}"/>
              </a:ext>
            </a:extLst>
          </p:cNvPr>
          <p:cNvSpPr/>
          <p:nvPr/>
        </p:nvSpPr>
        <p:spPr>
          <a:xfrm>
            <a:off x="2140736" y="3992097"/>
            <a:ext cx="8020386" cy="1876560"/>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
        <p:nvSpPr>
          <p:cNvPr id="82" name="object 13">
            <a:extLst>
              <a:ext uri="{FF2B5EF4-FFF2-40B4-BE49-F238E27FC236}">
                <a16:creationId xmlns:a16="http://schemas.microsoft.com/office/drawing/2014/main" id="{E624EC06-A7C9-4F2C-9F41-06AD28C61F5B}"/>
              </a:ext>
            </a:extLst>
          </p:cNvPr>
          <p:cNvSpPr/>
          <p:nvPr/>
        </p:nvSpPr>
        <p:spPr>
          <a:xfrm>
            <a:off x="2205534" y="4318501"/>
            <a:ext cx="7868581" cy="1469262"/>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lstStyle/>
          <a:p>
            <a:endParaRPr lang="de-DE" sz="1632"/>
          </a:p>
        </p:txBody>
      </p:sp>
      <p:sp>
        <p:nvSpPr>
          <p:cNvPr id="84" name="object 24">
            <a:extLst>
              <a:ext uri="{FF2B5EF4-FFF2-40B4-BE49-F238E27FC236}">
                <a16:creationId xmlns:a16="http://schemas.microsoft.com/office/drawing/2014/main" id="{CD0FD911-EDD3-4F01-A18F-BE6CA8476C26}"/>
              </a:ext>
            </a:extLst>
          </p:cNvPr>
          <p:cNvSpPr txBox="1"/>
          <p:nvPr/>
        </p:nvSpPr>
        <p:spPr>
          <a:xfrm>
            <a:off x="3756652" y="4369731"/>
            <a:ext cx="4678695" cy="176192"/>
          </a:xfrm>
          <a:prstGeom prst="rect">
            <a:avLst/>
          </a:prstGeom>
        </p:spPr>
        <p:txBody>
          <a:bodyPr vert="horz" wrap="square" lIns="0" tIns="15547" rIns="0" bIns="0" rtlCol="0">
            <a:spAutoFit/>
          </a:bodyPr>
          <a:lstStyle/>
          <a:p>
            <a:pPr>
              <a:spcBef>
                <a:spcPts val="122"/>
              </a:spcBef>
              <a:tabLst>
                <a:tab pos="3536098" algn="l"/>
              </a:tabLst>
            </a:pPr>
            <a:r>
              <a:rPr lang="de-DE" sz="1043" b="1" i="1" spc="5">
                <a:latin typeface="Calibri"/>
                <a:cs typeface="Calibri"/>
              </a:rPr>
              <a:t>E</a:t>
            </a:r>
            <a:r>
              <a:rPr lang="de-DE" sz="1043" b="1" i="1" spc="18">
                <a:latin typeface="Calibri"/>
                <a:cs typeface="Calibri"/>
              </a:rPr>
              <a:t>u</a:t>
            </a:r>
            <a:r>
              <a:rPr lang="de-DE" sz="1043" b="1" i="1" spc="5">
                <a:latin typeface="Calibri"/>
                <a:cs typeface="Calibri"/>
              </a:rPr>
              <a:t>r</a:t>
            </a:r>
            <a:r>
              <a:rPr lang="de-DE" sz="1043" b="1" i="1" spc="18">
                <a:latin typeface="Calibri"/>
                <a:cs typeface="Calibri"/>
              </a:rPr>
              <a:t>o</a:t>
            </a:r>
            <a:r>
              <a:rPr lang="de-DE" sz="1043" b="1" i="1" spc="9">
                <a:latin typeface="Calibri"/>
                <a:cs typeface="Calibri"/>
              </a:rPr>
              <a:t>p</a:t>
            </a:r>
            <a:r>
              <a:rPr lang="de-DE" sz="1043" b="1" i="1" spc="14">
                <a:latin typeface="Calibri"/>
                <a:cs typeface="Calibri"/>
              </a:rPr>
              <a:t>a</a:t>
            </a:r>
            <a:r>
              <a:rPr lang="de-DE" sz="1043" b="1" i="1">
                <a:latin typeface="Calibri"/>
                <a:cs typeface="Calibri"/>
              </a:rPr>
              <a:t>	                    </a:t>
            </a:r>
            <a:r>
              <a:rPr lang="de-DE" sz="1043" b="1" i="1" spc="9">
                <a:latin typeface="Calibri"/>
                <a:cs typeface="Calibri"/>
              </a:rPr>
              <a:t>Glo</a:t>
            </a:r>
            <a:r>
              <a:rPr lang="de-DE" sz="1043" b="1" i="1" spc="18">
                <a:latin typeface="Calibri"/>
                <a:cs typeface="Calibri"/>
              </a:rPr>
              <a:t>b</a:t>
            </a:r>
            <a:r>
              <a:rPr lang="de-DE" sz="1043" b="1" i="1" spc="9">
                <a:latin typeface="Calibri"/>
                <a:cs typeface="Calibri"/>
              </a:rPr>
              <a:t>al  </a:t>
            </a:r>
            <a:endParaRPr sz="1043">
              <a:latin typeface="Calibri"/>
              <a:cs typeface="Calibri"/>
            </a:endParaRPr>
          </a:p>
        </p:txBody>
      </p:sp>
      <p:pic>
        <p:nvPicPr>
          <p:cNvPr id="85" name="Grafik 84" descr="Adressbuch Silhouette">
            <a:extLst>
              <a:ext uri="{FF2B5EF4-FFF2-40B4-BE49-F238E27FC236}">
                <a16:creationId xmlns:a16="http://schemas.microsoft.com/office/drawing/2014/main" id="{4B11DC4F-5671-414D-82BA-2DEEB74EAE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2646510" y="4645503"/>
            <a:ext cx="269916" cy="269916"/>
          </a:xfrm>
          <a:prstGeom prst="rect">
            <a:avLst/>
          </a:prstGeom>
        </p:spPr>
      </p:pic>
      <p:pic>
        <p:nvPicPr>
          <p:cNvPr id="86" name="Grafik 85" descr="Adressbuch Silhouette">
            <a:extLst>
              <a:ext uri="{FF2B5EF4-FFF2-40B4-BE49-F238E27FC236}">
                <a16:creationId xmlns:a16="http://schemas.microsoft.com/office/drawing/2014/main" id="{2305574E-34BF-4B2D-9381-B2C7816354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026935" y="4858551"/>
            <a:ext cx="290581" cy="290581"/>
          </a:xfrm>
          <a:prstGeom prst="rect">
            <a:avLst/>
          </a:prstGeom>
        </p:spPr>
      </p:pic>
      <p:pic>
        <p:nvPicPr>
          <p:cNvPr id="87" name="Grafik 86" descr="Adressbuch Silhouette">
            <a:extLst>
              <a:ext uri="{FF2B5EF4-FFF2-40B4-BE49-F238E27FC236}">
                <a16:creationId xmlns:a16="http://schemas.microsoft.com/office/drawing/2014/main" id="{53F58A14-0B31-4B0E-8984-08657F2AE1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661796" y="4631439"/>
            <a:ext cx="188347" cy="188347"/>
          </a:xfrm>
          <a:prstGeom prst="rect">
            <a:avLst/>
          </a:prstGeom>
        </p:spPr>
      </p:pic>
      <p:pic>
        <p:nvPicPr>
          <p:cNvPr id="88" name="Grafik 87" descr="Adressbuch Silhouette">
            <a:extLst>
              <a:ext uri="{FF2B5EF4-FFF2-40B4-BE49-F238E27FC236}">
                <a16:creationId xmlns:a16="http://schemas.microsoft.com/office/drawing/2014/main" id="{99A243A7-FC2B-4FB4-81E0-8A8680CBF4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2993097" y="5376049"/>
            <a:ext cx="260951" cy="260951"/>
          </a:xfrm>
          <a:prstGeom prst="rect">
            <a:avLst/>
          </a:prstGeom>
        </p:spPr>
      </p:pic>
      <p:pic>
        <p:nvPicPr>
          <p:cNvPr id="89" name="Grafik 88" descr="Adressbuch Silhouette">
            <a:extLst>
              <a:ext uri="{FF2B5EF4-FFF2-40B4-BE49-F238E27FC236}">
                <a16:creationId xmlns:a16="http://schemas.microsoft.com/office/drawing/2014/main" id="{D0810698-2AED-43FF-9D9C-92F5CE13CE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636955" y="4648995"/>
            <a:ext cx="246116" cy="246116"/>
          </a:xfrm>
          <a:prstGeom prst="rect">
            <a:avLst/>
          </a:prstGeom>
        </p:spPr>
      </p:pic>
      <p:pic>
        <p:nvPicPr>
          <p:cNvPr id="90" name="Grafik 89" descr="Adressbuch Silhouette">
            <a:extLst>
              <a:ext uri="{FF2B5EF4-FFF2-40B4-BE49-F238E27FC236}">
                <a16:creationId xmlns:a16="http://schemas.microsoft.com/office/drawing/2014/main" id="{F4C445D5-E4CC-4D2C-A645-FB1722E13E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61659" y="5234664"/>
            <a:ext cx="290581" cy="290581"/>
          </a:xfrm>
          <a:prstGeom prst="rect">
            <a:avLst/>
          </a:prstGeom>
        </p:spPr>
      </p:pic>
      <p:pic>
        <p:nvPicPr>
          <p:cNvPr id="91" name="Grafik 90" descr="Adressbuch Silhouette">
            <a:extLst>
              <a:ext uri="{FF2B5EF4-FFF2-40B4-BE49-F238E27FC236}">
                <a16:creationId xmlns:a16="http://schemas.microsoft.com/office/drawing/2014/main" id="{089810E0-B843-4117-A45E-8503AEF6F7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600380" y="4965077"/>
            <a:ext cx="376205" cy="376205"/>
          </a:xfrm>
          <a:prstGeom prst="rect">
            <a:avLst/>
          </a:prstGeom>
        </p:spPr>
      </p:pic>
      <p:pic>
        <p:nvPicPr>
          <p:cNvPr id="92" name="Grafik 91" descr="Adressbuch Silhouette">
            <a:extLst>
              <a:ext uri="{FF2B5EF4-FFF2-40B4-BE49-F238E27FC236}">
                <a16:creationId xmlns:a16="http://schemas.microsoft.com/office/drawing/2014/main" id="{F0241776-9A67-4B68-98CA-A2C5EBC41C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537273" y="5529708"/>
            <a:ext cx="188347" cy="188347"/>
          </a:xfrm>
          <a:prstGeom prst="rect">
            <a:avLst/>
          </a:prstGeom>
        </p:spPr>
      </p:pic>
      <p:pic>
        <p:nvPicPr>
          <p:cNvPr id="93" name="Grafik 92" descr="Adressbuch Silhouette">
            <a:extLst>
              <a:ext uri="{FF2B5EF4-FFF2-40B4-BE49-F238E27FC236}">
                <a16:creationId xmlns:a16="http://schemas.microsoft.com/office/drawing/2014/main" id="{8BA3BF8C-E0F9-4EF7-BE7C-A148905863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181120" y="4627818"/>
            <a:ext cx="147248" cy="147248"/>
          </a:xfrm>
          <a:prstGeom prst="rect">
            <a:avLst/>
          </a:prstGeom>
        </p:spPr>
      </p:pic>
      <p:pic>
        <p:nvPicPr>
          <p:cNvPr id="94" name="Grafik 93" descr="Adressbuch Silhouette">
            <a:extLst>
              <a:ext uri="{FF2B5EF4-FFF2-40B4-BE49-F238E27FC236}">
                <a16:creationId xmlns:a16="http://schemas.microsoft.com/office/drawing/2014/main" id="{EF5F43CB-B057-40A1-A1A8-7EB96A0C38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432871" y="5094306"/>
            <a:ext cx="216265" cy="216265"/>
          </a:xfrm>
          <a:prstGeom prst="rect">
            <a:avLst/>
          </a:prstGeom>
        </p:spPr>
      </p:pic>
      <p:pic>
        <p:nvPicPr>
          <p:cNvPr id="95" name="Grafik 94" descr="Adressbuch Silhouette">
            <a:extLst>
              <a:ext uri="{FF2B5EF4-FFF2-40B4-BE49-F238E27FC236}">
                <a16:creationId xmlns:a16="http://schemas.microsoft.com/office/drawing/2014/main" id="{594284C0-6132-44BA-A422-1339C31E02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954680" y="5577555"/>
            <a:ext cx="147248" cy="147248"/>
          </a:xfrm>
          <a:prstGeom prst="rect">
            <a:avLst/>
          </a:prstGeom>
        </p:spPr>
      </p:pic>
      <p:pic>
        <p:nvPicPr>
          <p:cNvPr id="96" name="Grafik 95" descr="Adressbuch Silhouette">
            <a:extLst>
              <a:ext uri="{FF2B5EF4-FFF2-40B4-BE49-F238E27FC236}">
                <a16:creationId xmlns:a16="http://schemas.microsoft.com/office/drawing/2014/main" id="{9F0E4F98-5CA6-4DBB-8961-2E02E9C099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102586" y="4702054"/>
            <a:ext cx="290581" cy="290581"/>
          </a:xfrm>
          <a:prstGeom prst="rect">
            <a:avLst/>
          </a:prstGeom>
        </p:spPr>
      </p:pic>
      <p:pic>
        <p:nvPicPr>
          <p:cNvPr id="97" name="Grafik 96" descr="Adressbuch Silhouette">
            <a:extLst>
              <a:ext uri="{FF2B5EF4-FFF2-40B4-BE49-F238E27FC236}">
                <a16:creationId xmlns:a16="http://schemas.microsoft.com/office/drawing/2014/main" id="{081EB6D7-3480-418D-B95C-79B9D0F31A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573737" y="5428775"/>
            <a:ext cx="147248" cy="147248"/>
          </a:xfrm>
          <a:prstGeom prst="rect">
            <a:avLst/>
          </a:prstGeom>
        </p:spPr>
      </p:pic>
      <p:cxnSp>
        <p:nvCxnSpPr>
          <p:cNvPr id="111" name="Gerader Verbinder 110">
            <a:extLst>
              <a:ext uri="{FF2B5EF4-FFF2-40B4-BE49-F238E27FC236}">
                <a16:creationId xmlns:a16="http://schemas.microsoft.com/office/drawing/2014/main" id="{78860242-4473-4017-B840-AF450578FA68}"/>
              </a:ext>
            </a:extLst>
          </p:cNvPr>
          <p:cNvCxnSpPr>
            <a:cxnSpLocks/>
          </p:cNvCxnSpPr>
          <p:nvPr/>
        </p:nvCxnSpPr>
        <p:spPr>
          <a:xfrm flipV="1">
            <a:off x="6127720" y="5288667"/>
            <a:ext cx="0" cy="39717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13" name="Textfeld 19">
            <a:extLst>
              <a:ext uri="{FF2B5EF4-FFF2-40B4-BE49-F238E27FC236}">
                <a16:creationId xmlns:a16="http://schemas.microsoft.com/office/drawing/2014/main" id="{172AC3CE-2271-4589-9AC4-BA8ADA22BEA8}"/>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object 18">
            <a:extLst>
              <a:ext uri="{FF2B5EF4-FFF2-40B4-BE49-F238E27FC236}">
                <a16:creationId xmlns:a16="http://schemas.microsoft.com/office/drawing/2014/main" id="{360A4060-FADC-489B-A1CD-8FB38D26F956}"/>
              </a:ext>
            </a:extLst>
          </p:cNvPr>
          <p:cNvSpPr txBox="1"/>
          <p:nvPr/>
        </p:nvSpPr>
        <p:spPr>
          <a:xfrm>
            <a:off x="2142120" y="927032"/>
            <a:ext cx="8019002" cy="288000"/>
          </a:xfrm>
          <a:prstGeom prst="rect">
            <a:avLst/>
          </a:prstGeom>
          <a:solidFill>
            <a:srgbClr val="0092CF"/>
          </a:solidFill>
        </p:spPr>
        <p:txBody>
          <a:bodyPr vert="horz" wrap="square" lIns="0" tIns="70826" rIns="0" bIns="0" rtlCol="0">
            <a:spAutoFit/>
          </a:bodyPr>
          <a:lstStyle/>
          <a:p>
            <a:pPr marL="88100">
              <a:spcBef>
                <a:spcPts val="558"/>
              </a:spcBef>
            </a:pPr>
            <a:endParaRPr sz="1043">
              <a:latin typeface="Calibri"/>
              <a:cs typeface="Calibri"/>
            </a:endParaRPr>
          </a:p>
        </p:txBody>
      </p:sp>
      <p:grpSp>
        <p:nvGrpSpPr>
          <p:cNvPr id="8" name="Gruppieren 7">
            <a:extLst>
              <a:ext uri="{FF2B5EF4-FFF2-40B4-BE49-F238E27FC236}">
                <a16:creationId xmlns:a16="http://schemas.microsoft.com/office/drawing/2014/main" id="{3CC5FE36-34D4-4581-AFDE-5CB318992BAA}"/>
              </a:ext>
            </a:extLst>
          </p:cNvPr>
          <p:cNvGrpSpPr/>
          <p:nvPr/>
        </p:nvGrpSpPr>
        <p:grpSpPr>
          <a:xfrm>
            <a:off x="2134950" y="3975757"/>
            <a:ext cx="8030130" cy="314678"/>
            <a:chOff x="2134950" y="3643709"/>
            <a:chExt cx="7808411" cy="314678"/>
          </a:xfrm>
        </p:grpSpPr>
        <p:sp>
          <p:nvSpPr>
            <p:cNvPr id="83" name="object 18">
              <a:extLst>
                <a:ext uri="{FF2B5EF4-FFF2-40B4-BE49-F238E27FC236}">
                  <a16:creationId xmlns:a16="http://schemas.microsoft.com/office/drawing/2014/main" id="{BD3D634F-83EA-4662-B4B3-2271BFACA7F6}"/>
                </a:ext>
              </a:extLst>
            </p:cNvPr>
            <p:cNvSpPr txBox="1"/>
            <p:nvPr/>
          </p:nvSpPr>
          <p:spPr>
            <a:xfrm>
              <a:off x="2138021" y="3643709"/>
              <a:ext cx="7805340" cy="288000"/>
            </a:xfrm>
            <a:prstGeom prst="rect">
              <a:avLst/>
            </a:prstGeom>
            <a:solidFill>
              <a:srgbClr val="0092CF"/>
            </a:solidFill>
          </p:spPr>
          <p:txBody>
            <a:bodyPr vert="horz" wrap="square" lIns="0" tIns="70826" rIns="0" bIns="0" rtlCol="0" anchor="ctr">
              <a:spAutoFit/>
            </a:bodyPr>
            <a:lstStyle/>
            <a:p>
              <a:pPr>
                <a:spcBef>
                  <a:spcPts val="558"/>
                </a:spcBef>
              </a:pPr>
              <a:r>
                <a:rPr lang="de-DE" sz="1043" b="1" spc="9">
                  <a:solidFill>
                    <a:srgbClr val="FFFFFF"/>
                  </a:solidFill>
                  <a:latin typeface="Calibri"/>
                  <a:cs typeface="Calibri"/>
                </a:rPr>
                <a:t>  </a:t>
              </a:r>
              <a:endParaRPr sz="1043">
                <a:latin typeface="Calibri"/>
                <a:cs typeface="Calibri"/>
              </a:endParaRPr>
            </a:p>
          </p:txBody>
        </p:sp>
        <p:sp>
          <p:nvSpPr>
            <p:cNvPr id="114" name="Textfeld 113">
              <a:extLst>
                <a:ext uri="{FF2B5EF4-FFF2-40B4-BE49-F238E27FC236}">
                  <a16:creationId xmlns:a16="http://schemas.microsoft.com/office/drawing/2014/main" id="{C652F6E2-EBAA-405F-A60D-908E52BF967C}"/>
                </a:ext>
              </a:extLst>
            </p:cNvPr>
            <p:cNvSpPr txBox="1"/>
            <p:nvPr/>
          </p:nvSpPr>
          <p:spPr>
            <a:xfrm>
              <a:off x="2134950" y="3650610"/>
              <a:ext cx="6034391" cy="307777"/>
            </a:xfrm>
            <a:prstGeom prst="rect">
              <a:avLst/>
            </a:prstGeom>
            <a:noFill/>
          </p:spPr>
          <p:txBody>
            <a:bodyPr wrap="square">
              <a:spAutoFit/>
            </a:bodyPr>
            <a:lstStyle/>
            <a:p>
              <a:r>
                <a:rPr lang="de-DE" sz="1400" b="1" spc="9">
                  <a:solidFill>
                    <a:srgbClr val="FFFFFF"/>
                  </a:solidFill>
                  <a:latin typeface="Calibri"/>
                  <a:cs typeface="Calibri"/>
                </a:rPr>
                <a:t>Ausgewählte Wettbewerber</a:t>
              </a:r>
              <a:endParaRPr lang="de-DE" sz="1400"/>
            </a:p>
          </p:txBody>
        </p:sp>
      </p:grpSp>
      <p:sp>
        <p:nvSpPr>
          <p:cNvPr id="115" name="Textfeld 114">
            <a:extLst>
              <a:ext uri="{FF2B5EF4-FFF2-40B4-BE49-F238E27FC236}">
                <a16:creationId xmlns:a16="http://schemas.microsoft.com/office/drawing/2014/main" id="{E100DB2A-80EB-4A44-BE81-A509D4DC24BB}"/>
              </a:ext>
            </a:extLst>
          </p:cNvPr>
          <p:cNvSpPr txBox="1"/>
          <p:nvPr/>
        </p:nvSpPr>
        <p:spPr>
          <a:xfrm>
            <a:off x="2069484" y="923595"/>
            <a:ext cx="6096000" cy="307777"/>
          </a:xfrm>
          <a:prstGeom prst="rect">
            <a:avLst/>
          </a:prstGeom>
          <a:noFill/>
        </p:spPr>
        <p:txBody>
          <a:bodyPr wrap="square">
            <a:spAutoFit/>
          </a:bodyPr>
          <a:lstStyle/>
          <a:p>
            <a:pPr marL="88100">
              <a:spcBef>
                <a:spcPts val="558"/>
              </a:spcBef>
            </a:pPr>
            <a:r>
              <a:rPr lang="de-DE" sz="1400" b="1" spc="9">
                <a:solidFill>
                  <a:srgbClr val="FFFFFF"/>
                </a:solidFill>
                <a:latin typeface="Calibri"/>
                <a:cs typeface="Calibri"/>
              </a:rPr>
              <a:t>Übersicht</a:t>
            </a:r>
            <a:endParaRPr lang="de-DE" sz="1100">
              <a:latin typeface="Calibri"/>
              <a:cs typeface="Calibri"/>
            </a:endParaRPr>
          </a:p>
        </p:txBody>
      </p:sp>
      <p:sp>
        <p:nvSpPr>
          <p:cNvPr id="116" name="object 15">
            <a:extLst>
              <a:ext uri="{FF2B5EF4-FFF2-40B4-BE49-F238E27FC236}">
                <a16:creationId xmlns:a16="http://schemas.microsoft.com/office/drawing/2014/main" id="{29C9E205-36D4-4CF5-9921-4F646ECBC311}"/>
              </a:ext>
            </a:extLst>
          </p:cNvPr>
          <p:cNvSpPr txBox="1"/>
          <p:nvPr/>
        </p:nvSpPr>
        <p:spPr>
          <a:xfrm>
            <a:off x="303213" y="900017"/>
            <a:ext cx="1728663" cy="4968000"/>
          </a:xfrm>
          <a:prstGeom prst="rect">
            <a:avLst/>
          </a:prstGeom>
          <a:solidFill>
            <a:srgbClr val="0092CF"/>
          </a:solidFill>
        </p:spPr>
        <p:txBody>
          <a:bodyPr vert="horz" wrap="square" lIns="0" tIns="69215" rIns="0" bIns="0" rtlCol="0">
            <a:spAutoFit/>
          </a:bodyPr>
          <a:lstStyle/>
          <a:p>
            <a:pPr marL="92075" algn="just"/>
            <a:endParaRPr lang="de-DE" sz="1200" b="1">
              <a:solidFill>
                <a:schemeClr val="bg1"/>
              </a:solidFill>
              <a:latin typeface="Calibri"/>
              <a:cs typeface="Calibri"/>
            </a:endParaRPr>
          </a:p>
        </p:txBody>
      </p:sp>
      <p:sp>
        <p:nvSpPr>
          <p:cNvPr id="117" name="Textfeld 116">
            <a:extLst>
              <a:ext uri="{FF2B5EF4-FFF2-40B4-BE49-F238E27FC236}">
                <a16:creationId xmlns:a16="http://schemas.microsoft.com/office/drawing/2014/main" id="{D261F628-9EFD-417B-9940-B83E3FC82F37}"/>
              </a:ext>
            </a:extLst>
          </p:cNvPr>
          <p:cNvSpPr txBox="1"/>
          <p:nvPr/>
        </p:nvSpPr>
        <p:spPr>
          <a:xfrm>
            <a:off x="69281" y="894838"/>
            <a:ext cx="2332111" cy="4823746"/>
          </a:xfrm>
          <a:prstGeom prst="rect">
            <a:avLst/>
          </a:prstGeom>
          <a:noFill/>
        </p:spPr>
        <p:txBody>
          <a:bodyPr wrap="square">
            <a:noAutofit/>
          </a:bodyPr>
          <a:lstStyle/>
          <a:p>
            <a:pPr marL="269875" marR="382270" indent="-87313" algn="ctr">
              <a:lnSpc>
                <a:spcPct val="103000"/>
              </a:lnSpc>
              <a:spcBef>
                <a:spcPts val="535"/>
              </a:spcBef>
              <a:tabLst>
                <a:tab pos="366395" algn="l"/>
              </a:tabLst>
            </a:pPr>
            <a:r>
              <a:rPr lang="de-DE" sz="1200" b="1" spc="10">
                <a:solidFill>
                  <a:schemeClr val="bg1"/>
                </a:solidFill>
                <a:latin typeface="Calibri"/>
                <a:cs typeface="Calibri"/>
              </a:rPr>
              <a:t>Markeintrittsbarrieren: </a:t>
            </a:r>
          </a:p>
          <a:p>
            <a:pPr marL="354012" marR="382270" indent="-171450">
              <a:lnSpc>
                <a:spcPct val="103000"/>
              </a:lnSpc>
              <a:spcBef>
                <a:spcPts val="535"/>
              </a:spcBef>
              <a:buFont typeface="Arial" panose="020B0604020202020204" pitchFamily="34" charset="0"/>
              <a:buChar char="•"/>
              <a:tabLst>
                <a:tab pos="366395" algn="l"/>
              </a:tabLst>
            </a:pPr>
            <a:r>
              <a:rPr lang="de-DE" sz="1200" kern="1200" spc="10">
                <a:solidFill>
                  <a:schemeClr val="bg1"/>
                </a:solidFill>
                <a:latin typeface="Calibri"/>
                <a:ea typeface="+mn-ea"/>
                <a:cs typeface="Calibri"/>
              </a:rPr>
              <a:t>Der Logistiksektor weist moderate Markteintritts-barrieren auf, die sich tendenziell erhöhen. Zwar ist die Marktkonzentration gering, was Neueinsteigern entgegenkommt</a:t>
            </a:r>
            <a:r>
              <a:rPr lang="de-DE" sz="1200" spc="10">
                <a:solidFill>
                  <a:schemeClr val="bg1"/>
                </a:solidFill>
                <a:latin typeface="Calibri"/>
                <a:cs typeface="Calibri"/>
              </a:rPr>
              <a:t>.</a:t>
            </a:r>
          </a:p>
          <a:p>
            <a:pPr marL="354012" marR="382270" indent="-171450">
              <a:lnSpc>
                <a:spcPct val="103000"/>
              </a:lnSpc>
              <a:spcBef>
                <a:spcPts val="535"/>
              </a:spcBef>
              <a:buFont typeface="Arial" panose="020B0604020202020204" pitchFamily="34" charset="0"/>
              <a:buChar char="•"/>
              <a:tabLst>
                <a:tab pos="366395" algn="l"/>
              </a:tabLst>
            </a:pPr>
            <a:r>
              <a:rPr lang="de-DE" sz="1200" spc="10">
                <a:solidFill>
                  <a:schemeClr val="bg1"/>
                </a:solidFill>
                <a:latin typeface="Calibri"/>
                <a:cs typeface="Calibri"/>
              </a:rPr>
              <a:t>J</a:t>
            </a:r>
            <a:r>
              <a:rPr lang="de-DE" sz="1200" kern="1200" spc="10">
                <a:solidFill>
                  <a:schemeClr val="bg1"/>
                </a:solidFill>
                <a:latin typeface="Calibri"/>
                <a:ea typeface="+mn-ea"/>
                <a:cs typeface="Calibri"/>
              </a:rPr>
              <a:t>edoch müssen diese neben den Kosten für Transportmittel wie Lkw zunehmend auch Investitionen in die IT-Ausstattung tätigen, um Chancen auf einen langfristigen Verbleib am Markt zu haben.</a:t>
            </a:r>
          </a:p>
        </p:txBody>
      </p:sp>
      <p:sp>
        <p:nvSpPr>
          <p:cNvPr id="118" name="Foliennummernplatzhalter 3">
            <a:extLst>
              <a:ext uri="{FF2B5EF4-FFF2-40B4-BE49-F238E27FC236}">
                <a16:creationId xmlns:a16="http://schemas.microsoft.com/office/drawing/2014/main" id="{BB7919F1-00FC-449A-97D8-768813FCAC27}"/>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25</a:t>
            </a:fld>
            <a:endParaRPr lang="de-DE"/>
          </a:p>
        </p:txBody>
      </p:sp>
      <p:sp>
        <p:nvSpPr>
          <p:cNvPr id="80" name="Textfeld 79">
            <a:extLst>
              <a:ext uri="{FF2B5EF4-FFF2-40B4-BE49-F238E27FC236}">
                <a16:creationId xmlns:a16="http://schemas.microsoft.com/office/drawing/2014/main" id="{39775921-B6BC-4731-85A2-404C44CB5FE6}"/>
              </a:ext>
            </a:extLst>
          </p:cNvPr>
          <p:cNvSpPr txBox="1"/>
          <p:nvPr/>
        </p:nvSpPr>
        <p:spPr>
          <a:xfrm>
            <a:off x="2046262" y="1236057"/>
            <a:ext cx="8400035" cy="2495876"/>
          </a:xfrm>
          <a:prstGeom prst="rect">
            <a:avLst/>
          </a:prstGeom>
          <a:noFill/>
        </p:spPr>
        <p:txBody>
          <a:bodyPr wrap="square">
            <a:spAutoFit/>
          </a:bodyPr>
          <a:lstStyle/>
          <a:p>
            <a:pPr marL="179705" marR="382270" algn="just">
              <a:lnSpc>
                <a:spcPct val="103000"/>
              </a:lnSpc>
              <a:spcBef>
                <a:spcPts val="535"/>
              </a:spcBef>
              <a:tabLst>
                <a:tab pos="366395" algn="l"/>
              </a:tabLst>
            </a:pPr>
            <a:r>
              <a:rPr lang="de-DE" sz="1200" b="1" spc="10">
                <a:latin typeface="Calibri"/>
                <a:cs typeface="Calibri"/>
              </a:rPr>
              <a:t>Konsolidierung</a:t>
            </a:r>
            <a:r>
              <a:rPr lang="de-DE" sz="1200" spc="10">
                <a:latin typeface="Calibri"/>
                <a:cs typeface="Calibri"/>
              </a:rPr>
              <a:t>: </a:t>
            </a:r>
            <a:r>
              <a:rPr lang="de-DE" sz="1200" kern="1200" spc="20">
                <a:solidFill>
                  <a:schemeClr val="tx1"/>
                </a:solidFill>
                <a:latin typeface="Calibri"/>
                <a:ea typeface="+mn-ea"/>
                <a:cs typeface="Calibri"/>
              </a:rPr>
              <a:t>Der Logistiksektor weist eine geringe Marktkonzentration auf. Die vier führenden Akteure kommen 2020 auf einen kumulierten Marktanteil von 23,9 %. Ein durchschnittlicher Akteur des Sektors erzielt im aktuellen Jahr nach Prognosen einen sektorspezifischen Umsatz von 3,3mEUR, beschäftigt im </a:t>
            </a:r>
            <a:r>
              <a:rPr lang="de-DE" sz="1200" spc="20">
                <a:latin typeface="Calibri"/>
                <a:cs typeface="Calibri"/>
              </a:rPr>
              <a:t>S</a:t>
            </a:r>
            <a:r>
              <a:rPr lang="de-DE" sz="1200" kern="1200" spc="20">
                <a:solidFill>
                  <a:schemeClr val="tx1"/>
                </a:solidFill>
                <a:latin typeface="Calibri"/>
                <a:ea typeface="+mn-ea"/>
                <a:cs typeface="Calibri"/>
              </a:rPr>
              <a:t>ektor-relevanten Geschäft rund 25 Angestellte und hat 1,1 Betriebe. </a:t>
            </a:r>
          </a:p>
          <a:p>
            <a:pPr marL="179705" marR="382270" algn="just">
              <a:lnSpc>
                <a:spcPct val="103000"/>
              </a:lnSpc>
              <a:spcBef>
                <a:spcPts val="535"/>
              </a:spcBef>
              <a:tabLst>
                <a:tab pos="366395" algn="l"/>
              </a:tabLst>
            </a:pPr>
            <a:r>
              <a:rPr lang="de-DE" sz="1200" b="1" kern="1200" spc="10">
                <a:solidFill>
                  <a:schemeClr val="tx1"/>
                </a:solidFill>
                <a:latin typeface="Calibri"/>
                <a:ea typeface="+mn-ea"/>
                <a:cs typeface="Calibri"/>
              </a:rPr>
              <a:t>Interner Wettbewerb</a:t>
            </a:r>
            <a:r>
              <a:rPr lang="de-DE" sz="1200" spc="10">
                <a:latin typeface="Calibri"/>
                <a:cs typeface="Calibri"/>
              </a:rPr>
              <a:t>: </a:t>
            </a:r>
            <a:r>
              <a:rPr lang="de-DE" sz="1200" kern="1200" spc="20">
                <a:solidFill>
                  <a:schemeClr val="tx1"/>
                </a:solidFill>
                <a:latin typeface="Calibri"/>
                <a:ea typeface="+mn-ea"/>
                <a:cs typeface="Calibri"/>
              </a:rPr>
              <a:t>Der wichtigste </a:t>
            </a:r>
            <a:r>
              <a:rPr lang="de-DE" sz="1200" spc="20">
                <a:latin typeface="Calibri"/>
                <a:cs typeface="Calibri"/>
              </a:rPr>
              <a:t>S</a:t>
            </a:r>
            <a:r>
              <a:rPr lang="de-DE" sz="1200" kern="1200" spc="20">
                <a:solidFill>
                  <a:schemeClr val="tx1"/>
                </a:solidFill>
                <a:latin typeface="Calibri"/>
                <a:ea typeface="+mn-ea"/>
                <a:cs typeface="Calibri"/>
              </a:rPr>
              <a:t>ektor-interne Wettbewerbsfaktor ist der Preis, zu dem die Akteure den Kunden bestimmte Dienstleistungen anbieten. </a:t>
            </a:r>
            <a:r>
              <a:rPr lang="de-DE" sz="1200" kern="1200" spc="10">
                <a:solidFill>
                  <a:schemeClr val="tx1"/>
                </a:solidFill>
                <a:latin typeface="Calibri"/>
                <a:ea typeface="+mn-ea"/>
                <a:cs typeface="Calibri"/>
              </a:rPr>
              <a:t>Sektor-intern ist die Wettbewerbsintensität stark ausgeprägt und steigt tendenziell weiter an, womit dies auch für die Gesamtbetrachtung des Sektors gilt.</a:t>
            </a:r>
          </a:p>
          <a:p>
            <a:pPr marL="179705" marR="382270" algn="just">
              <a:lnSpc>
                <a:spcPct val="103000"/>
              </a:lnSpc>
              <a:spcBef>
                <a:spcPts val="535"/>
              </a:spcBef>
              <a:tabLst>
                <a:tab pos="366395" algn="l"/>
              </a:tabLst>
            </a:pPr>
            <a:r>
              <a:rPr lang="de-DE" sz="1200" b="1" kern="1200" spc="10">
                <a:solidFill>
                  <a:schemeClr val="tx1"/>
                </a:solidFill>
                <a:latin typeface="Calibri"/>
                <a:ea typeface="+mn-ea"/>
                <a:cs typeface="Calibri"/>
              </a:rPr>
              <a:t>Externer Wettbewerb</a:t>
            </a:r>
            <a:r>
              <a:rPr lang="de-DE" sz="1200" b="1" spc="10">
                <a:latin typeface="Calibri"/>
                <a:cs typeface="Calibri"/>
              </a:rPr>
              <a:t>: </a:t>
            </a:r>
            <a:r>
              <a:rPr lang="de-DE" sz="1200" kern="1200" spc="20">
                <a:solidFill>
                  <a:schemeClr val="tx1"/>
                </a:solidFill>
                <a:latin typeface="Calibri"/>
                <a:ea typeface="+mn-ea"/>
                <a:cs typeface="Calibri"/>
              </a:rPr>
              <a:t>Die inländischen Fuhrunternehmen stehen beispielsweise in einem sehr intensiven Wettbewerb mit Fuhrunternehmen aus Osteuropa, die ihre Leistungen aufgrund geringerer Personalkosten zu günstigeren Preisen anbieten können. In der Seefrachtschifffahrt liegt der Schwerpunkt deutscher Reedereien auf deutschen Seehäfen. Häfen wie der Rotterdams sind jedoch wegen der größeren Wassertiefe und niedrigerer Gebühren oftmals wesentlich attraktiver.</a:t>
            </a:r>
          </a:p>
        </p:txBody>
      </p:sp>
      <p:pic>
        <p:nvPicPr>
          <p:cNvPr id="52" name="Grafik 51" descr="Adressbuch Silhouette">
            <a:extLst>
              <a:ext uri="{FF2B5EF4-FFF2-40B4-BE49-F238E27FC236}">
                <a16:creationId xmlns:a16="http://schemas.microsoft.com/office/drawing/2014/main" id="{A09A3C70-643D-4448-94DB-93E31CACB4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6636658" y="4690286"/>
            <a:ext cx="269916" cy="269916"/>
          </a:xfrm>
          <a:prstGeom prst="rect">
            <a:avLst/>
          </a:prstGeom>
        </p:spPr>
      </p:pic>
      <p:pic>
        <p:nvPicPr>
          <p:cNvPr id="53" name="Grafik 52" descr="Adressbuch Silhouette">
            <a:extLst>
              <a:ext uri="{FF2B5EF4-FFF2-40B4-BE49-F238E27FC236}">
                <a16:creationId xmlns:a16="http://schemas.microsoft.com/office/drawing/2014/main" id="{57A13308-2449-49C4-9E63-448CCCE894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047112" y="4852332"/>
            <a:ext cx="290581" cy="290581"/>
          </a:xfrm>
          <a:prstGeom prst="rect">
            <a:avLst/>
          </a:prstGeom>
        </p:spPr>
      </p:pic>
      <p:pic>
        <p:nvPicPr>
          <p:cNvPr id="54" name="Grafik 53" descr="Adressbuch Silhouette">
            <a:extLst>
              <a:ext uri="{FF2B5EF4-FFF2-40B4-BE49-F238E27FC236}">
                <a16:creationId xmlns:a16="http://schemas.microsoft.com/office/drawing/2014/main" id="{72354706-DD9C-446D-A272-28DA422B24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681973" y="4625220"/>
            <a:ext cx="188347" cy="188347"/>
          </a:xfrm>
          <a:prstGeom prst="rect">
            <a:avLst/>
          </a:prstGeom>
        </p:spPr>
      </p:pic>
      <p:pic>
        <p:nvPicPr>
          <p:cNvPr id="55" name="Grafik 54" descr="Adressbuch Silhouette">
            <a:extLst>
              <a:ext uri="{FF2B5EF4-FFF2-40B4-BE49-F238E27FC236}">
                <a16:creationId xmlns:a16="http://schemas.microsoft.com/office/drawing/2014/main" id="{1CA9CBAB-4A89-4AC5-B405-1E01602CB3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013274" y="5369830"/>
            <a:ext cx="260951" cy="260951"/>
          </a:xfrm>
          <a:prstGeom prst="rect">
            <a:avLst/>
          </a:prstGeom>
        </p:spPr>
      </p:pic>
      <p:pic>
        <p:nvPicPr>
          <p:cNvPr id="56" name="Grafik 55" descr="Adressbuch Silhouette">
            <a:extLst>
              <a:ext uri="{FF2B5EF4-FFF2-40B4-BE49-F238E27FC236}">
                <a16:creationId xmlns:a16="http://schemas.microsoft.com/office/drawing/2014/main" id="{A3271A00-F538-4A07-B185-65533D6E69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657132" y="4642776"/>
            <a:ext cx="246116" cy="246116"/>
          </a:xfrm>
          <a:prstGeom prst="rect">
            <a:avLst/>
          </a:prstGeom>
        </p:spPr>
      </p:pic>
      <p:pic>
        <p:nvPicPr>
          <p:cNvPr id="57" name="Grafik 56" descr="Adressbuch Silhouette">
            <a:extLst>
              <a:ext uri="{FF2B5EF4-FFF2-40B4-BE49-F238E27FC236}">
                <a16:creationId xmlns:a16="http://schemas.microsoft.com/office/drawing/2014/main" id="{CBED9B94-EBFE-4CA4-8E83-22F2974076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781836" y="5228445"/>
            <a:ext cx="290581" cy="290581"/>
          </a:xfrm>
          <a:prstGeom prst="rect">
            <a:avLst/>
          </a:prstGeom>
        </p:spPr>
      </p:pic>
      <p:pic>
        <p:nvPicPr>
          <p:cNvPr id="58" name="Grafik 57" descr="Adressbuch Silhouette">
            <a:extLst>
              <a:ext uri="{FF2B5EF4-FFF2-40B4-BE49-F238E27FC236}">
                <a16:creationId xmlns:a16="http://schemas.microsoft.com/office/drawing/2014/main" id="{EBF1BB11-1996-4D3B-BD54-A17494F7E8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620557" y="4958858"/>
            <a:ext cx="376205" cy="376205"/>
          </a:xfrm>
          <a:prstGeom prst="rect">
            <a:avLst/>
          </a:prstGeom>
        </p:spPr>
      </p:pic>
      <p:pic>
        <p:nvPicPr>
          <p:cNvPr id="59" name="Grafik 58" descr="Adressbuch Silhouette">
            <a:extLst>
              <a:ext uri="{FF2B5EF4-FFF2-40B4-BE49-F238E27FC236}">
                <a16:creationId xmlns:a16="http://schemas.microsoft.com/office/drawing/2014/main" id="{A6789514-8B4C-4BE7-8BDF-F7B0F38B4C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557450" y="5523489"/>
            <a:ext cx="188347" cy="188347"/>
          </a:xfrm>
          <a:prstGeom prst="rect">
            <a:avLst/>
          </a:prstGeom>
        </p:spPr>
      </p:pic>
      <p:pic>
        <p:nvPicPr>
          <p:cNvPr id="60" name="Grafik 59" descr="Adressbuch Silhouette">
            <a:extLst>
              <a:ext uri="{FF2B5EF4-FFF2-40B4-BE49-F238E27FC236}">
                <a16:creationId xmlns:a16="http://schemas.microsoft.com/office/drawing/2014/main" id="{E372CF25-AB8A-4FAA-A5DB-2116C0D1F9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201297" y="4621599"/>
            <a:ext cx="147248" cy="147248"/>
          </a:xfrm>
          <a:prstGeom prst="rect">
            <a:avLst/>
          </a:prstGeom>
        </p:spPr>
      </p:pic>
      <p:pic>
        <p:nvPicPr>
          <p:cNvPr id="61" name="Grafik 60" descr="Adressbuch Silhouette">
            <a:extLst>
              <a:ext uri="{FF2B5EF4-FFF2-40B4-BE49-F238E27FC236}">
                <a16:creationId xmlns:a16="http://schemas.microsoft.com/office/drawing/2014/main" id="{3302DE1C-B93B-4818-8E02-D3B6621E9A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453048" y="5088087"/>
            <a:ext cx="216265" cy="216265"/>
          </a:xfrm>
          <a:prstGeom prst="rect">
            <a:avLst/>
          </a:prstGeom>
        </p:spPr>
      </p:pic>
      <p:pic>
        <p:nvPicPr>
          <p:cNvPr id="62" name="Grafik 61" descr="Adressbuch Silhouette">
            <a:extLst>
              <a:ext uri="{FF2B5EF4-FFF2-40B4-BE49-F238E27FC236}">
                <a16:creationId xmlns:a16="http://schemas.microsoft.com/office/drawing/2014/main" id="{49A8A754-A056-4187-9F18-B9A5DA5806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974857" y="5571336"/>
            <a:ext cx="147248" cy="147248"/>
          </a:xfrm>
          <a:prstGeom prst="rect">
            <a:avLst/>
          </a:prstGeom>
        </p:spPr>
      </p:pic>
      <p:pic>
        <p:nvPicPr>
          <p:cNvPr id="63" name="Grafik 62" descr="Adressbuch Silhouette">
            <a:extLst>
              <a:ext uri="{FF2B5EF4-FFF2-40B4-BE49-F238E27FC236}">
                <a16:creationId xmlns:a16="http://schemas.microsoft.com/office/drawing/2014/main" id="{294BEDA0-0966-41D2-B44A-0F55CB2B24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9122763" y="4695835"/>
            <a:ext cx="290581" cy="290581"/>
          </a:xfrm>
          <a:prstGeom prst="rect">
            <a:avLst/>
          </a:prstGeom>
        </p:spPr>
      </p:pic>
      <p:pic>
        <p:nvPicPr>
          <p:cNvPr id="64" name="Grafik 63" descr="Adressbuch Silhouette">
            <a:extLst>
              <a:ext uri="{FF2B5EF4-FFF2-40B4-BE49-F238E27FC236}">
                <a16:creationId xmlns:a16="http://schemas.microsoft.com/office/drawing/2014/main" id="{083251A3-2406-4453-B828-526BE5B0EF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9593914" y="5422556"/>
            <a:ext cx="147248" cy="147248"/>
          </a:xfrm>
          <a:prstGeom prst="rect">
            <a:avLst/>
          </a:prstGeom>
        </p:spPr>
      </p:pic>
    </p:spTree>
    <p:extLst>
      <p:ext uri="{BB962C8B-B14F-4D97-AF65-F5344CB8AC3E}">
        <p14:creationId xmlns:p14="http://schemas.microsoft.com/office/powerpoint/2010/main" val="1287671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7</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44966"/>
          </a:xfrm>
          <a:prstGeom prst="rect">
            <a:avLst/>
          </a:prstGeom>
        </p:spPr>
        <p:txBody>
          <a:bodyPr vert="horz" wrap="square" lIns="0" tIns="13970" rIns="0" bIns="0" rtlCol="0">
            <a:spAutoFit/>
          </a:bodyPr>
          <a:lstStyle/>
          <a:p>
            <a:pPr marL="12700">
              <a:lnSpc>
                <a:spcPct val="100000"/>
              </a:lnSpc>
              <a:spcBef>
                <a:spcPts val="110"/>
              </a:spcBef>
            </a:pPr>
            <a:r>
              <a:rPr lang="de-DE" sz="2150" b="1" spc="-10">
                <a:solidFill>
                  <a:schemeClr val="bg1"/>
                </a:solidFill>
                <a:latin typeface="Calibri"/>
                <a:cs typeface="Calibri"/>
              </a:rPr>
              <a:t>Finanzübersicht</a:t>
            </a: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8654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Finanzübersicht</a:t>
            </a:r>
          </a:p>
        </p:txBody>
      </p:sp>
      <p:sp>
        <p:nvSpPr>
          <p:cNvPr id="19" name="object 12">
            <a:extLst>
              <a:ext uri="{FF2B5EF4-FFF2-40B4-BE49-F238E27FC236}">
                <a16:creationId xmlns:a16="http://schemas.microsoft.com/office/drawing/2014/main" id="{ADC009B8-9945-47BD-80B5-04E16876C2E8}"/>
              </a:ext>
            </a:extLst>
          </p:cNvPr>
          <p:cNvSpPr/>
          <p:nvPr/>
        </p:nvSpPr>
        <p:spPr>
          <a:xfrm>
            <a:off x="302806" y="925650"/>
            <a:ext cx="4748165" cy="5255829"/>
          </a:xfrm>
          <a:custGeom>
            <a:avLst/>
            <a:gdLst/>
            <a:ahLst/>
            <a:cxnLst/>
            <a:rect l="l" t="t" r="r" b="b"/>
            <a:pathLst>
              <a:path w="10241280" h="5481955">
                <a:moveTo>
                  <a:pt x="0" y="0"/>
                </a:moveTo>
                <a:lnTo>
                  <a:pt x="10241280" y="0"/>
                </a:lnTo>
                <a:lnTo>
                  <a:pt x="10241280" y="5481827"/>
                </a:lnTo>
                <a:lnTo>
                  <a:pt x="0" y="5481827"/>
                </a:lnTo>
                <a:lnTo>
                  <a:pt x="0" y="0"/>
                </a:lnTo>
                <a:close/>
              </a:path>
            </a:pathLst>
          </a:custGeom>
          <a:ln w="3175">
            <a:solidFill>
              <a:srgbClr val="A5A5A5"/>
            </a:solidFill>
          </a:ln>
        </p:spPr>
        <p:txBody>
          <a:bodyPr wrap="square" lIns="0" tIns="0" rIns="0" bIns="0" rtlCol="0"/>
          <a:lstStyle/>
          <a:p>
            <a:endParaRPr/>
          </a:p>
        </p:txBody>
      </p:sp>
      <p:sp>
        <p:nvSpPr>
          <p:cNvPr id="20" name="object 18">
            <a:extLst>
              <a:ext uri="{FF2B5EF4-FFF2-40B4-BE49-F238E27FC236}">
                <a16:creationId xmlns:a16="http://schemas.microsoft.com/office/drawing/2014/main" id="{A2CBE371-CA13-41E5-8087-ECAFA7B644E9}"/>
              </a:ext>
            </a:extLst>
          </p:cNvPr>
          <p:cNvSpPr/>
          <p:nvPr/>
        </p:nvSpPr>
        <p:spPr>
          <a:xfrm>
            <a:off x="302806" y="930362"/>
            <a:ext cx="4748165" cy="288000"/>
          </a:xfrm>
          <a:custGeom>
            <a:avLst/>
            <a:gdLst/>
            <a:ahLst/>
            <a:cxnLst/>
            <a:rect l="l" t="t" r="r" b="b"/>
            <a:pathLst>
              <a:path w="8059420" h="330834">
                <a:moveTo>
                  <a:pt x="0" y="0"/>
                </a:moveTo>
                <a:lnTo>
                  <a:pt x="8058911" y="0"/>
                </a:lnTo>
                <a:lnTo>
                  <a:pt x="8058911" y="330708"/>
                </a:lnTo>
                <a:lnTo>
                  <a:pt x="0" y="330708"/>
                </a:lnTo>
                <a:lnTo>
                  <a:pt x="0" y="0"/>
                </a:lnTo>
                <a:close/>
              </a:path>
            </a:pathLst>
          </a:custGeom>
          <a:solidFill>
            <a:srgbClr val="0092CF"/>
          </a:solidFill>
          <a:ln>
            <a:solidFill>
              <a:srgbClr val="0092CF"/>
            </a:solidFill>
          </a:ln>
        </p:spPr>
        <p:txBody>
          <a:bodyPr wrap="square" lIns="0" tIns="0" rIns="0" bIns="0" rtlCol="0" anchor="ctr"/>
          <a:lstStyle/>
          <a:p>
            <a:endParaRPr b="1" spc="10">
              <a:solidFill>
                <a:srgbClr val="FFFFFF"/>
              </a:solidFill>
              <a:latin typeface="Calibri"/>
              <a:cs typeface="Calibri"/>
            </a:endParaRPr>
          </a:p>
        </p:txBody>
      </p:sp>
      <p:grpSp>
        <p:nvGrpSpPr>
          <p:cNvPr id="22" name="Gruppieren 21">
            <a:extLst>
              <a:ext uri="{FF2B5EF4-FFF2-40B4-BE49-F238E27FC236}">
                <a16:creationId xmlns:a16="http://schemas.microsoft.com/office/drawing/2014/main" id="{D1E9C8C3-7EA2-49B5-9579-A4D32977D320}"/>
              </a:ext>
            </a:extLst>
          </p:cNvPr>
          <p:cNvGrpSpPr/>
          <p:nvPr/>
        </p:nvGrpSpPr>
        <p:grpSpPr>
          <a:xfrm>
            <a:off x="515611" y="1309906"/>
            <a:ext cx="4252674" cy="4714008"/>
            <a:chOff x="1072243" y="1585660"/>
            <a:chExt cx="4299857" cy="4005515"/>
          </a:xfrm>
        </p:grpSpPr>
        <p:graphicFrame>
          <p:nvGraphicFramePr>
            <p:cNvPr id="12" name="Diagramm 11">
              <a:extLst>
                <a:ext uri="{FF2B5EF4-FFF2-40B4-BE49-F238E27FC236}">
                  <a16:creationId xmlns:a16="http://schemas.microsoft.com/office/drawing/2014/main" id="{351DAE47-FD7A-4FAA-9FA1-9A891AC505A8}"/>
                </a:ext>
              </a:extLst>
            </p:cNvPr>
            <p:cNvGraphicFramePr/>
            <p:nvPr>
              <p:extLst>
                <p:ext uri="{D42A27DB-BD31-4B8C-83A1-F6EECF244321}">
                  <p14:modId xmlns:p14="http://schemas.microsoft.com/office/powerpoint/2010/main" val="732260952"/>
                </p:ext>
              </p:extLst>
            </p:nvPr>
          </p:nvGraphicFramePr>
          <p:xfrm>
            <a:off x="1196341" y="1699265"/>
            <a:ext cx="4175759" cy="3891910"/>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feld 14">
              <a:extLst>
                <a:ext uri="{FF2B5EF4-FFF2-40B4-BE49-F238E27FC236}">
                  <a16:creationId xmlns:a16="http://schemas.microsoft.com/office/drawing/2014/main" id="{1885A175-DD33-4E3E-8042-6AB6375B3170}"/>
                </a:ext>
              </a:extLst>
            </p:cNvPr>
            <p:cNvSpPr txBox="1"/>
            <p:nvPr/>
          </p:nvSpPr>
          <p:spPr>
            <a:xfrm>
              <a:off x="1072243" y="1585660"/>
              <a:ext cx="464508" cy="196139"/>
            </a:xfrm>
            <a:prstGeom prst="rect">
              <a:avLst/>
            </a:prstGeom>
            <a:noFill/>
            <a:ln>
              <a:noFill/>
            </a:ln>
          </p:spPr>
          <p:txBody>
            <a:bodyPr wrap="square" rtlCol="0">
              <a:spAutoFit/>
            </a:bodyPr>
            <a:lstStyle/>
            <a:p>
              <a:r>
                <a:rPr lang="de-DE" sz="900">
                  <a:solidFill>
                    <a:schemeClr val="accent3">
                      <a:lumMod val="75000"/>
                    </a:schemeClr>
                  </a:solidFill>
                </a:rPr>
                <a:t>TEUR</a:t>
              </a:r>
            </a:p>
          </p:txBody>
        </p:sp>
      </p:grpSp>
      <p:sp>
        <p:nvSpPr>
          <p:cNvPr id="30" name="object 18">
            <a:extLst>
              <a:ext uri="{FF2B5EF4-FFF2-40B4-BE49-F238E27FC236}">
                <a16:creationId xmlns:a16="http://schemas.microsoft.com/office/drawing/2014/main" id="{03548914-9688-4BC9-9AE6-3F653B4C8DEB}"/>
              </a:ext>
            </a:extLst>
          </p:cNvPr>
          <p:cNvSpPr/>
          <p:nvPr/>
        </p:nvSpPr>
        <p:spPr>
          <a:xfrm>
            <a:off x="5240249" y="1334984"/>
            <a:ext cx="4827928" cy="4746503"/>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pPr marL="177800" algn="just">
              <a:spcBef>
                <a:spcPts val="300"/>
              </a:spcBef>
              <a:tabLst>
                <a:tab pos="85725" algn="l"/>
              </a:tabLst>
            </a:pPr>
            <a:endParaRPr lang="de-DE" sz="1400" b="1"/>
          </a:p>
        </p:txBody>
      </p:sp>
      <p:sp>
        <p:nvSpPr>
          <p:cNvPr id="31" name="object 19">
            <a:extLst>
              <a:ext uri="{FF2B5EF4-FFF2-40B4-BE49-F238E27FC236}">
                <a16:creationId xmlns:a16="http://schemas.microsoft.com/office/drawing/2014/main" id="{D784203A-20E1-4183-8D3F-FBF9C9E2C3EC}"/>
              </a:ext>
            </a:extLst>
          </p:cNvPr>
          <p:cNvSpPr txBox="1"/>
          <p:nvPr/>
        </p:nvSpPr>
        <p:spPr>
          <a:xfrm>
            <a:off x="5144983" y="931075"/>
            <a:ext cx="5018460" cy="288000"/>
          </a:xfrm>
          <a:prstGeom prst="rect">
            <a:avLst/>
          </a:prstGeom>
          <a:solidFill>
            <a:srgbClr val="0081C5"/>
          </a:solidFill>
        </p:spPr>
        <p:txBody>
          <a:bodyPr vert="horz" wrap="square" lIns="0" tIns="70485" rIns="0" bIns="0" rtlCol="0" anchor="ctr">
            <a:spAutoFit/>
          </a:bodyPr>
          <a:lstStyle/>
          <a:p>
            <a:pPr marL="100330">
              <a:lnSpc>
                <a:spcPct val="100000"/>
              </a:lnSpc>
              <a:spcBef>
                <a:spcPts val="555"/>
              </a:spcBef>
            </a:pPr>
            <a:endParaRPr lang="de-DE">
              <a:latin typeface="Calibri"/>
              <a:cs typeface="Calibri"/>
            </a:endParaRPr>
          </a:p>
        </p:txBody>
      </p:sp>
      <p:sp>
        <p:nvSpPr>
          <p:cNvPr id="33" name="Textfeld 32">
            <a:extLst>
              <a:ext uri="{FF2B5EF4-FFF2-40B4-BE49-F238E27FC236}">
                <a16:creationId xmlns:a16="http://schemas.microsoft.com/office/drawing/2014/main" id="{6950D33D-1DA8-43D4-B81E-517A31433BF4}"/>
              </a:ext>
            </a:extLst>
          </p:cNvPr>
          <p:cNvSpPr txBox="1"/>
          <p:nvPr/>
        </p:nvSpPr>
        <p:spPr>
          <a:xfrm>
            <a:off x="5117513" y="1402164"/>
            <a:ext cx="4827928" cy="4008790"/>
          </a:xfrm>
          <a:prstGeom prst="rect">
            <a:avLst/>
          </a:prstGeom>
          <a:noFill/>
        </p:spPr>
        <p:txBody>
          <a:bodyPr wrap="square">
            <a:spAutoFit/>
          </a:bodyPr>
          <a:lstStyle/>
          <a:p>
            <a:pPr marL="177800" algn="just">
              <a:spcBef>
                <a:spcPts val="300"/>
              </a:spcBef>
              <a:tabLst>
                <a:tab pos="85725" algn="l"/>
              </a:tabLst>
            </a:pPr>
            <a:r>
              <a:rPr lang="de-DE" sz="1200" b="1"/>
              <a:t>GRUNDLAGEN</a:t>
            </a:r>
          </a:p>
          <a:p>
            <a:pPr marL="266700" indent="-85725" algn="just">
              <a:spcBef>
                <a:spcPts val="300"/>
              </a:spcBef>
              <a:buFont typeface="Arial" panose="020B0604020202020204" pitchFamily="34" charset="0"/>
              <a:buChar char="•"/>
              <a:tabLst>
                <a:tab pos="85725" algn="l"/>
              </a:tabLst>
            </a:pPr>
            <a:r>
              <a:rPr lang="de-DE" sz="1200"/>
              <a:t>Das Geschäftsjahr der Deliverit Logistics GmbH entspricht dem Kalenderjahr. Der Jahresabschluss der Deliverit Logistics GmbH ist nach HGB Richtlinien erstellt und wurde von der ABDC AG geprüft. </a:t>
            </a:r>
          </a:p>
          <a:p>
            <a:pPr marL="180975" algn="just">
              <a:spcBef>
                <a:spcPts val="300"/>
              </a:spcBef>
              <a:tabLst>
                <a:tab pos="85725" algn="l"/>
              </a:tabLst>
            </a:pPr>
            <a:endParaRPr lang="de-DE" sz="1400" b="1" spc="10">
              <a:cs typeface="Calibri"/>
            </a:endParaRPr>
          </a:p>
          <a:p>
            <a:pPr marL="177800" algn="just">
              <a:spcBef>
                <a:spcPts val="300"/>
              </a:spcBef>
            </a:pPr>
            <a:r>
              <a:rPr lang="de-DE" sz="1200" b="1" spc="10">
                <a:cs typeface="Calibri"/>
              </a:rPr>
              <a:t>HISTORIE</a:t>
            </a:r>
          </a:p>
          <a:p>
            <a:pPr marL="266700" indent="-88900" algn="just">
              <a:spcBef>
                <a:spcPts val="300"/>
              </a:spcBef>
              <a:buFont typeface="Arial" panose="020B0604020202020204" pitchFamily="34" charset="0"/>
              <a:buChar char="•"/>
            </a:pPr>
            <a:r>
              <a:rPr lang="de-DE" sz="1200"/>
              <a:t>Die EBITDA Marge konnte um 42 % von 3,4% im Vorjahr auf knapp 5% im Jahr 2020 gesteigert werden. </a:t>
            </a:r>
          </a:p>
          <a:p>
            <a:pPr marL="266700" indent="-88900" algn="just">
              <a:spcBef>
                <a:spcPts val="300"/>
              </a:spcBef>
              <a:buFont typeface="Arial" panose="020B0604020202020204" pitchFamily="34" charset="0"/>
              <a:buChar char="•"/>
            </a:pPr>
            <a:r>
              <a:rPr lang="de-DE" sz="1200"/>
              <a:t>Der Ergebnis- und Gewinnrückgang in den Jahren 2019 und 2020 ist einem COVID-19 bedingten Auftragsrückgang in der Sparte der für Deliverit sehr profitablen industriellen Werkverkehre geschuldet.</a:t>
            </a:r>
          </a:p>
          <a:p>
            <a:pPr marL="177800" algn="just">
              <a:spcBef>
                <a:spcPts val="300"/>
              </a:spcBef>
            </a:pPr>
            <a:endParaRPr lang="de-DE" sz="1400" b="1"/>
          </a:p>
          <a:p>
            <a:pPr marL="177800" algn="just">
              <a:spcBef>
                <a:spcPts val="300"/>
              </a:spcBef>
            </a:pPr>
            <a:r>
              <a:rPr lang="de-DE" sz="1200" b="1"/>
              <a:t>ERWARTUNGEN</a:t>
            </a:r>
          </a:p>
          <a:p>
            <a:pPr marL="266700" indent="-88900" algn="just">
              <a:spcBef>
                <a:spcPts val="300"/>
              </a:spcBef>
              <a:buFont typeface="Arial" panose="020B0604020202020204" pitchFamily="34" charset="0"/>
              <a:buChar char="•"/>
            </a:pPr>
            <a:r>
              <a:rPr lang="de-DE" sz="1200"/>
              <a:t>Durch eine erhebliche Reduktion der Kostenbelastung in den Bereichen Personal und Abschreibungen auf das Anlagevermögen wird eine CAGR der EBITDA Marge in den Jahren 2020 bis 2023 von etwa  30% erwartet. </a:t>
            </a:r>
          </a:p>
          <a:p>
            <a:pPr marL="266700" indent="-88900" algn="just">
              <a:spcBef>
                <a:spcPts val="300"/>
              </a:spcBef>
              <a:buFont typeface="Arial" panose="020B0604020202020204" pitchFamily="34" charset="0"/>
              <a:buChar char="•"/>
            </a:pPr>
            <a:r>
              <a:rPr lang="de-DE" sz="1200"/>
              <a:t>Vor allem das Segment der Entsorgungslogistik bietet signifikante Profitabilitätssteigerungspotentiale</a:t>
            </a:r>
          </a:p>
        </p:txBody>
      </p:sp>
      <p:sp>
        <p:nvSpPr>
          <p:cNvPr id="34" name="Textfeld 19">
            <a:extLst>
              <a:ext uri="{FF2B5EF4-FFF2-40B4-BE49-F238E27FC236}">
                <a16:creationId xmlns:a16="http://schemas.microsoft.com/office/drawing/2014/main" id="{A456E746-C2AE-44F2-823A-5000AAEB0744}"/>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Foliennummernplatzhalter 3">
            <a:extLst>
              <a:ext uri="{FF2B5EF4-FFF2-40B4-BE49-F238E27FC236}">
                <a16:creationId xmlns:a16="http://schemas.microsoft.com/office/drawing/2014/main" id="{2CA2D919-C77A-49EB-BE27-6E1248916884}"/>
              </a:ext>
            </a:extLst>
          </p:cNvPr>
          <p:cNvSpPr>
            <a:spLocks noGrp="1"/>
          </p:cNvSpPr>
          <p:nvPr>
            <p:ph type="sldNum" sz="quarter" idx="4"/>
          </p:nvPr>
        </p:nvSpPr>
        <p:spPr>
          <a:xfrm>
            <a:off x="9180615" y="6353463"/>
            <a:ext cx="2743200" cy="365125"/>
          </a:xfrm>
        </p:spPr>
        <p:txBody>
          <a:bodyPr/>
          <a:lstStyle/>
          <a:p>
            <a:pPr algn="r"/>
            <a:r>
              <a:rPr lang="de-DE"/>
              <a:t>Seite </a:t>
            </a:r>
            <a:fld id="{67489CC3-7238-444E-A7A9-4B5CBD2CEC7D}" type="slidenum">
              <a:rPr lang="de-DE" smtClean="0"/>
              <a:pPr algn="r"/>
              <a:t>27</a:t>
            </a:fld>
            <a:endParaRPr lang="de-DE"/>
          </a:p>
        </p:txBody>
      </p:sp>
      <p:sp>
        <p:nvSpPr>
          <p:cNvPr id="37" name="Textfeld 36">
            <a:extLst>
              <a:ext uri="{FF2B5EF4-FFF2-40B4-BE49-F238E27FC236}">
                <a16:creationId xmlns:a16="http://schemas.microsoft.com/office/drawing/2014/main" id="{1ABA35E0-2FE8-462F-9E40-454B0899DF04}"/>
              </a:ext>
            </a:extLst>
          </p:cNvPr>
          <p:cNvSpPr txBox="1"/>
          <p:nvPr/>
        </p:nvSpPr>
        <p:spPr>
          <a:xfrm>
            <a:off x="5099407" y="930323"/>
            <a:ext cx="3665902" cy="307777"/>
          </a:xfrm>
          <a:prstGeom prst="rect">
            <a:avLst/>
          </a:prstGeom>
          <a:noFill/>
        </p:spPr>
        <p:txBody>
          <a:bodyPr wrap="square">
            <a:spAutoFit/>
          </a:bodyPr>
          <a:lstStyle/>
          <a:p>
            <a:pPr marL="100330">
              <a:lnSpc>
                <a:spcPct val="100000"/>
              </a:lnSpc>
              <a:spcBef>
                <a:spcPts val="555"/>
              </a:spcBef>
            </a:pPr>
            <a:r>
              <a:rPr lang="de-DE" sz="1400" b="1" spc="10">
                <a:solidFill>
                  <a:srgbClr val="FFFFFF"/>
                </a:solidFill>
                <a:latin typeface="Calibri"/>
                <a:cs typeface="Calibri"/>
              </a:rPr>
              <a:t>Ausgangslage</a:t>
            </a:r>
          </a:p>
        </p:txBody>
      </p:sp>
      <p:sp>
        <p:nvSpPr>
          <p:cNvPr id="17" name="object 12">
            <a:extLst>
              <a:ext uri="{FF2B5EF4-FFF2-40B4-BE49-F238E27FC236}">
                <a16:creationId xmlns:a16="http://schemas.microsoft.com/office/drawing/2014/main" id="{8066C8B2-20C5-41E1-A7F4-01AB4DCDAF04}"/>
              </a:ext>
            </a:extLst>
          </p:cNvPr>
          <p:cNvSpPr/>
          <p:nvPr/>
        </p:nvSpPr>
        <p:spPr>
          <a:xfrm>
            <a:off x="5142700" y="925650"/>
            <a:ext cx="5018460" cy="5255829"/>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
        <p:nvSpPr>
          <p:cNvPr id="21" name="Textfeld 20">
            <a:extLst>
              <a:ext uri="{FF2B5EF4-FFF2-40B4-BE49-F238E27FC236}">
                <a16:creationId xmlns:a16="http://schemas.microsoft.com/office/drawing/2014/main" id="{EECFC7B6-160A-4605-B464-A0D5592BBA11}"/>
              </a:ext>
            </a:extLst>
          </p:cNvPr>
          <p:cNvSpPr txBox="1"/>
          <p:nvPr/>
        </p:nvSpPr>
        <p:spPr>
          <a:xfrm>
            <a:off x="224073" y="867314"/>
            <a:ext cx="3759452" cy="369332"/>
          </a:xfrm>
          <a:prstGeom prst="rect">
            <a:avLst/>
          </a:prstGeom>
          <a:noFill/>
        </p:spPr>
        <p:txBody>
          <a:bodyPr wrap="square">
            <a:spAutoFit/>
          </a:bodyPr>
          <a:lstStyle/>
          <a:p>
            <a:r>
              <a:rPr lang="de-DE" b="1" spc="10">
                <a:solidFill>
                  <a:srgbClr val="FFFFFF"/>
                </a:solidFill>
                <a:latin typeface="Calibri"/>
                <a:cs typeface="Calibri"/>
              </a:rPr>
              <a:t> </a:t>
            </a:r>
            <a:r>
              <a:rPr lang="de-DE" sz="1400" b="1" spc="10">
                <a:solidFill>
                  <a:srgbClr val="FFFFFF"/>
                </a:solidFill>
                <a:latin typeface="Calibri"/>
                <a:cs typeface="Calibri"/>
              </a:rPr>
              <a:t>Gesamtleistung und EBITDA - Entwicklung</a:t>
            </a:r>
            <a:endParaRPr lang="de-DE" b="1" spc="10">
              <a:solidFill>
                <a:srgbClr val="FFFFFF"/>
              </a:solidFill>
              <a:latin typeface="Calibri"/>
              <a:cs typeface="Calibri"/>
            </a:endParaRPr>
          </a:p>
        </p:txBody>
      </p:sp>
    </p:spTree>
    <p:extLst>
      <p:ext uri="{BB962C8B-B14F-4D97-AF65-F5344CB8AC3E}">
        <p14:creationId xmlns:p14="http://schemas.microsoft.com/office/powerpoint/2010/main" val="2360385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bject 13">
            <a:extLst>
              <a:ext uri="{FF2B5EF4-FFF2-40B4-BE49-F238E27FC236}">
                <a16:creationId xmlns:a16="http://schemas.microsoft.com/office/drawing/2014/main" id="{636855C7-C16A-45A0-93A5-923705817DF8}"/>
              </a:ext>
            </a:extLst>
          </p:cNvPr>
          <p:cNvSpPr/>
          <p:nvPr/>
        </p:nvSpPr>
        <p:spPr>
          <a:xfrm>
            <a:off x="273139" y="4736805"/>
            <a:ext cx="9890115" cy="95364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lstStyle/>
          <a:p>
            <a:pPr marL="285750" indent="-285750" algn="just">
              <a:buFont typeface="Arial" panose="020B0604020202020204" pitchFamily="34" charset="0"/>
              <a:buChar char="•"/>
            </a:pPr>
            <a:endParaRPr lang="de-DE" sz="1400" b="1">
              <a:solidFill>
                <a:schemeClr val="bg1"/>
              </a:solidFill>
            </a:endParaRPr>
          </a:p>
        </p:txBody>
      </p:sp>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GuV – Historie und Plan</a:t>
            </a:r>
          </a:p>
        </p:txBody>
      </p:sp>
      <p:sp>
        <p:nvSpPr>
          <p:cNvPr id="16" name="Textfeld 19">
            <a:extLst>
              <a:ext uri="{FF2B5EF4-FFF2-40B4-BE49-F238E27FC236}">
                <a16:creationId xmlns:a16="http://schemas.microsoft.com/office/drawing/2014/main" id="{97020269-176E-4AF9-A767-148D43834975}"/>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object 18">
            <a:extLst>
              <a:ext uri="{FF2B5EF4-FFF2-40B4-BE49-F238E27FC236}">
                <a16:creationId xmlns:a16="http://schemas.microsoft.com/office/drawing/2014/main" id="{C529938F-8975-46FA-BDF8-16B7141D21E0}"/>
              </a:ext>
            </a:extLst>
          </p:cNvPr>
          <p:cNvSpPr/>
          <p:nvPr/>
        </p:nvSpPr>
        <p:spPr>
          <a:xfrm>
            <a:off x="7215751" y="1274953"/>
            <a:ext cx="2876543" cy="3339310"/>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pPr marL="93663" algn="just"/>
            <a:endParaRPr lang="de-DE" sz="1400">
              <a:solidFill>
                <a:schemeClr val="bg1"/>
              </a:solidFill>
              <a:latin typeface="Calibri"/>
              <a:cs typeface="Calibri"/>
            </a:endParaRPr>
          </a:p>
        </p:txBody>
      </p:sp>
      <p:sp>
        <p:nvSpPr>
          <p:cNvPr id="31" name="object 19">
            <a:extLst>
              <a:ext uri="{FF2B5EF4-FFF2-40B4-BE49-F238E27FC236}">
                <a16:creationId xmlns:a16="http://schemas.microsoft.com/office/drawing/2014/main" id="{D7AE6437-C4AF-4713-8C6F-0E4497058174}"/>
              </a:ext>
            </a:extLst>
          </p:cNvPr>
          <p:cNvSpPr txBox="1"/>
          <p:nvPr/>
        </p:nvSpPr>
        <p:spPr>
          <a:xfrm>
            <a:off x="7147026" y="931560"/>
            <a:ext cx="3014134" cy="288000"/>
          </a:xfrm>
          <a:prstGeom prst="rect">
            <a:avLst/>
          </a:prstGeom>
          <a:solidFill>
            <a:srgbClr val="0092CF"/>
          </a:solidFill>
          <a:ln>
            <a:solidFill>
              <a:srgbClr val="0092CF"/>
            </a:solidFill>
          </a:ln>
        </p:spPr>
        <p:txBody>
          <a:bodyPr vert="horz" wrap="square" lIns="0" tIns="70485" rIns="0" bIns="0" rtlCol="0" anchor="ctr">
            <a:spAutoFit/>
          </a:bodyPr>
          <a:lstStyle/>
          <a:p>
            <a:pPr marL="100330">
              <a:lnSpc>
                <a:spcPct val="100000"/>
              </a:lnSpc>
              <a:spcBef>
                <a:spcPts val="555"/>
              </a:spcBef>
            </a:pPr>
            <a:endParaRPr lang="de-DE" sz="1600" b="1">
              <a:solidFill>
                <a:schemeClr val="bg1"/>
              </a:solidFill>
              <a:latin typeface="Calibri"/>
              <a:cs typeface="Calibri"/>
            </a:endParaRPr>
          </a:p>
        </p:txBody>
      </p:sp>
      <p:sp>
        <p:nvSpPr>
          <p:cNvPr id="32" name="Textfeld 31">
            <a:extLst>
              <a:ext uri="{FF2B5EF4-FFF2-40B4-BE49-F238E27FC236}">
                <a16:creationId xmlns:a16="http://schemas.microsoft.com/office/drawing/2014/main" id="{E36FB202-51B9-48EB-BD30-3E8177226F20}"/>
              </a:ext>
            </a:extLst>
          </p:cNvPr>
          <p:cNvSpPr txBox="1"/>
          <p:nvPr/>
        </p:nvSpPr>
        <p:spPr>
          <a:xfrm>
            <a:off x="7017166" y="1313370"/>
            <a:ext cx="2983687" cy="2900794"/>
          </a:xfrm>
          <a:prstGeom prst="rect">
            <a:avLst/>
          </a:prstGeom>
          <a:noFill/>
        </p:spPr>
        <p:txBody>
          <a:bodyPr wrap="square">
            <a:spAutoFit/>
          </a:bodyPr>
          <a:lstStyle/>
          <a:p>
            <a:pPr marL="177800" algn="just">
              <a:spcBef>
                <a:spcPts val="300"/>
              </a:spcBef>
            </a:pPr>
            <a:r>
              <a:rPr lang="de-DE" sz="1200" b="1">
                <a:latin typeface="Calibri" panose="020F0502020204030204" pitchFamily="34" charset="0"/>
                <a:cs typeface="Calibri" panose="020F0502020204030204" pitchFamily="34" charset="0"/>
              </a:rPr>
              <a:t>Gesamtleistung</a:t>
            </a:r>
          </a:p>
          <a:p>
            <a:pPr marL="285750" indent="-107950" algn="just">
              <a:spcBef>
                <a:spcPts val="300"/>
              </a:spcBef>
              <a:buFont typeface="Arial" panose="020B0604020202020204" pitchFamily="34" charset="0"/>
              <a:buChar char="•"/>
            </a:pPr>
            <a:r>
              <a:rPr lang="de-DE" sz="1200">
                <a:latin typeface="Calibri" panose="020F0502020204030204" pitchFamily="34" charset="0"/>
                <a:cs typeface="Calibri" panose="020F0502020204030204" pitchFamily="34" charset="0"/>
              </a:rPr>
              <a:t>Die Gesamtleistung der Deliverit Logistics GmbH belief sich im Jahr 2020 auf TEUR 22.479. Es wird für das Jahr 2021 eine Umsatzsteigerung von etwa 20% erwartet. (Ausbau der Paketlogistik, des Entsorgungsgeschäftes und Realisierung von vorhandenem Umsatzpotential im Bereich der Lagerhaltung und Kommissionierung)</a:t>
            </a:r>
          </a:p>
          <a:p>
            <a:pPr marL="285750" indent="-109538" algn="just">
              <a:spcAft>
                <a:spcPts val="600"/>
              </a:spcAft>
              <a:buFont typeface="Arial" panose="020B0604020202020204" pitchFamily="34" charset="0"/>
              <a:buChar char="•"/>
            </a:pPr>
            <a:r>
              <a:rPr lang="de-DE" sz="1200">
                <a:latin typeface="Calibri" panose="020F0502020204030204" pitchFamily="34" charset="0"/>
                <a:cs typeface="Calibri" panose="020F0502020204030204" pitchFamily="34" charset="0"/>
              </a:rPr>
              <a:t>Die sonstigen betrieblichen Aufwendungen verteilen sich auf  Betriebs- und   Verwaltungsaufwendungen und übrige betriebliche Aufwendungen.</a:t>
            </a:r>
          </a:p>
        </p:txBody>
      </p:sp>
      <p:sp>
        <p:nvSpPr>
          <p:cNvPr id="37" name="Textfeld 36">
            <a:extLst>
              <a:ext uri="{FF2B5EF4-FFF2-40B4-BE49-F238E27FC236}">
                <a16:creationId xmlns:a16="http://schemas.microsoft.com/office/drawing/2014/main" id="{A8AE5655-7F48-4276-8446-5749987D77B8}"/>
              </a:ext>
            </a:extLst>
          </p:cNvPr>
          <p:cNvSpPr txBox="1"/>
          <p:nvPr/>
        </p:nvSpPr>
        <p:spPr>
          <a:xfrm>
            <a:off x="7035183" y="928521"/>
            <a:ext cx="2579416" cy="307777"/>
          </a:xfrm>
          <a:prstGeom prst="rect">
            <a:avLst/>
          </a:prstGeom>
          <a:noFill/>
        </p:spPr>
        <p:txBody>
          <a:bodyPr wrap="square">
            <a:spAutoFit/>
          </a:bodyPr>
          <a:lstStyle/>
          <a:p>
            <a:pPr marL="100330">
              <a:lnSpc>
                <a:spcPct val="100000"/>
              </a:lnSpc>
              <a:spcBef>
                <a:spcPts val="555"/>
              </a:spcBef>
            </a:pPr>
            <a:r>
              <a:rPr lang="de-DE" sz="1400" b="1">
                <a:solidFill>
                  <a:schemeClr val="bg1"/>
                </a:solidFill>
                <a:latin typeface="Calibri"/>
                <a:cs typeface="Calibri"/>
              </a:rPr>
              <a:t>Übersicht</a:t>
            </a:r>
          </a:p>
        </p:txBody>
      </p:sp>
      <p:sp>
        <p:nvSpPr>
          <p:cNvPr id="39" name="Textfeld 38">
            <a:extLst>
              <a:ext uri="{FF2B5EF4-FFF2-40B4-BE49-F238E27FC236}">
                <a16:creationId xmlns:a16="http://schemas.microsoft.com/office/drawing/2014/main" id="{31A890B4-BC19-4F53-B4EC-BA571D8E6C6E}"/>
              </a:ext>
            </a:extLst>
          </p:cNvPr>
          <p:cNvSpPr txBox="1"/>
          <p:nvPr/>
        </p:nvSpPr>
        <p:spPr>
          <a:xfrm>
            <a:off x="140405" y="4735715"/>
            <a:ext cx="9860448" cy="900246"/>
          </a:xfrm>
          <a:prstGeom prst="rect">
            <a:avLst/>
          </a:prstGeom>
          <a:noFill/>
        </p:spPr>
        <p:txBody>
          <a:bodyPr wrap="square">
            <a:spAutoFit/>
          </a:bodyPr>
          <a:lstStyle/>
          <a:p>
            <a:pPr marL="177800" algn="just">
              <a:spcBef>
                <a:spcPts val="300"/>
              </a:spcBef>
            </a:pPr>
            <a:r>
              <a:rPr lang="de-DE" sz="1400" b="1" u="sng">
                <a:solidFill>
                  <a:schemeClr val="bg1"/>
                </a:solidFill>
                <a:latin typeface="Calibri" panose="020F0502020204030204" pitchFamily="34" charset="0"/>
                <a:cs typeface="Calibri" panose="020F0502020204030204" pitchFamily="34" charset="0"/>
              </a:rPr>
              <a:t>NEUSTRUKTURIERUNG</a:t>
            </a:r>
          </a:p>
          <a:p>
            <a:pPr marL="285750" indent="-107950" algn="just">
              <a:spcBef>
                <a:spcPts val="300"/>
              </a:spcBef>
              <a:buFont typeface="Arial" panose="020B0604020202020204" pitchFamily="34" charset="0"/>
              <a:buChar char="•"/>
            </a:pPr>
            <a:r>
              <a:rPr lang="de-DE" sz="1200" b="1">
                <a:solidFill>
                  <a:schemeClr val="bg1"/>
                </a:solidFill>
                <a:latin typeface="Calibri" panose="020F0502020204030204" pitchFamily="34" charset="0"/>
                <a:cs typeface="Calibri" panose="020F0502020204030204" pitchFamily="34" charset="0"/>
              </a:rPr>
              <a:t>Durch eine Neustrukturierung der Beschäftigtenstruktur in den Jahren 2019 und 2020 und den Einsatz von Subunternehmen konnte der Personalaufwand in den vergangenen Jahren stark gesenkt werden. Es ist geplant, in den kommenden Jahren weiterhin vermehrt auf Subunternehmen zurückzugreifen. </a:t>
            </a:r>
          </a:p>
        </p:txBody>
      </p:sp>
      <p:sp>
        <p:nvSpPr>
          <p:cNvPr id="44" name="object 12">
            <a:extLst>
              <a:ext uri="{FF2B5EF4-FFF2-40B4-BE49-F238E27FC236}">
                <a16:creationId xmlns:a16="http://schemas.microsoft.com/office/drawing/2014/main" id="{5A1FA028-30EB-4B09-BAF5-5E2A2543DBC2}"/>
              </a:ext>
            </a:extLst>
          </p:cNvPr>
          <p:cNvSpPr/>
          <p:nvPr/>
        </p:nvSpPr>
        <p:spPr>
          <a:xfrm>
            <a:off x="7147026" y="925650"/>
            <a:ext cx="3014133" cy="3754672"/>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graphicFrame>
        <p:nvGraphicFramePr>
          <p:cNvPr id="6" name="Objekt 5">
            <a:extLst>
              <a:ext uri="{FF2B5EF4-FFF2-40B4-BE49-F238E27FC236}">
                <a16:creationId xmlns:a16="http://schemas.microsoft.com/office/drawing/2014/main" id="{DB6A8DDA-885C-40FD-9D0F-A0420154855F}"/>
              </a:ext>
            </a:extLst>
          </p:cNvPr>
          <p:cNvGraphicFramePr>
            <a:graphicFrameLocks noChangeAspect="1"/>
          </p:cNvGraphicFramePr>
          <p:nvPr>
            <p:extLst>
              <p:ext uri="{D42A27DB-BD31-4B8C-83A1-F6EECF244321}">
                <p14:modId xmlns:p14="http://schemas.microsoft.com/office/powerpoint/2010/main" val="2077578492"/>
              </p:ext>
            </p:extLst>
          </p:nvPr>
        </p:nvGraphicFramePr>
        <p:xfrm>
          <a:off x="302807" y="925650"/>
          <a:ext cx="5943600" cy="3124200"/>
        </p:xfrm>
        <a:graphic>
          <a:graphicData uri="http://schemas.openxmlformats.org/presentationml/2006/ole">
            <mc:AlternateContent xmlns:mc="http://schemas.openxmlformats.org/markup-compatibility/2006">
              <mc:Choice xmlns:v="urn:schemas-microsoft-com:vml" Requires="v">
                <p:oleObj name="Worksheet" r:id="rId3" imgW="5943651" imgH="3124064" progId="Excel.Sheet.12">
                  <p:embed/>
                </p:oleObj>
              </mc:Choice>
              <mc:Fallback>
                <p:oleObj name="Worksheet" r:id="rId3" imgW="5943651" imgH="3124064" progId="Excel.Sheet.12">
                  <p:embed/>
                  <p:pic>
                    <p:nvPicPr>
                      <p:cNvPr id="6" name="Objekt 5">
                        <a:extLst>
                          <a:ext uri="{FF2B5EF4-FFF2-40B4-BE49-F238E27FC236}">
                            <a16:creationId xmlns:a16="http://schemas.microsoft.com/office/drawing/2014/main" id="{DB6A8DDA-885C-40FD-9D0F-A0420154855F}"/>
                          </a:ext>
                        </a:extLst>
                      </p:cNvPr>
                      <p:cNvPicPr/>
                      <p:nvPr/>
                    </p:nvPicPr>
                    <p:blipFill>
                      <a:blip r:embed="rId4"/>
                      <a:stretch>
                        <a:fillRect/>
                      </a:stretch>
                    </p:blipFill>
                    <p:spPr>
                      <a:xfrm>
                        <a:off x="302807" y="925650"/>
                        <a:ext cx="5943600" cy="3124200"/>
                      </a:xfrm>
                      <a:prstGeom prst="rect">
                        <a:avLst/>
                      </a:prstGeom>
                    </p:spPr>
                  </p:pic>
                </p:oleObj>
              </mc:Fallback>
            </mc:AlternateContent>
          </a:graphicData>
        </a:graphic>
      </p:graphicFrame>
    </p:spTree>
    <p:extLst>
      <p:ext uri="{BB962C8B-B14F-4D97-AF65-F5344CB8AC3E}">
        <p14:creationId xmlns:p14="http://schemas.microsoft.com/office/powerpoint/2010/main" val="3487777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18">
            <a:extLst>
              <a:ext uri="{FF2B5EF4-FFF2-40B4-BE49-F238E27FC236}">
                <a16:creationId xmlns:a16="http://schemas.microsoft.com/office/drawing/2014/main" id="{2E4A5120-418F-458E-87FD-29EA320865F5}"/>
              </a:ext>
            </a:extLst>
          </p:cNvPr>
          <p:cNvSpPr/>
          <p:nvPr/>
        </p:nvSpPr>
        <p:spPr>
          <a:xfrm>
            <a:off x="7215751" y="1274953"/>
            <a:ext cx="2876543" cy="3339310"/>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pPr marL="93663" algn="just"/>
            <a:endParaRPr lang="de-DE" sz="1400">
              <a:solidFill>
                <a:schemeClr val="bg1"/>
              </a:solidFill>
              <a:latin typeface="Calibri"/>
              <a:cs typeface="Calibri"/>
            </a:endParaRPr>
          </a:p>
        </p:txBody>
      </p:sp>
      <p:sp>
        <p:nvSpPr>
          <p:cNvPr id="19" name="object 19">
            <a:extLst>
              <a:ext uri="{FF2B5EF4-FFF2-40B4-BE49-F238E27FC236}">
                <a16:creationId xmlns:a16="http://schemas.microsoft.com/office/drawing/2014/main" id="{0BEE1A38-4097-43CC-BA3B-2579F4766BCB}"/>
              </a:ext>
            </a:extLst>
          </p:cNvPr>
          <p:cNvSpPr txBox="1"/>
          <p:nvPr/>
        </p:nvSpPr>
        <p:spPr>
          <a:xfrm>
            <a:off x="7147028" y="926797"/>
            <a:ext cx="3014132" cy="28800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lang="de-DE" sz="1600" b="1">
              <a:solidFill>
                <a:schemeClr val="bg1"/>
              </a:solidFill>
              <a:latin typeface="Calibri"/>
              <a:cs typeface="Calibri"/>
            </a:endParaRPr>
          </a:p>
        </p:txBody>
      </p:sp>
      <p:sp>
        <p:nvSpPr>
          <p:cNvPr id="42" name="object 13">
            <a:extLst>
              <a:ext uri="{FF2B5EF4-FFF2-40B4-BE49-F238E27FC236}">
                <a16:creationId xmlns:a16="http://schemas.microsoft.com/office/drawing/2014/main" id="{636855C7-C16A-45A0-93A5-923705817DF8}"/>
              </a:ext>
            </a:extLst>
          </p:cNvPr>
          <p:cNvSpPr/>
          <p:nvPr/>
        </p:nvSpPr>
        <p:spPr>
          <a:xfrm>
            <a:off x="302807" y="5106227"/>
            <a:ext cx="9890115" cy="95364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lstStyle/>
          <a:p>
            <a:pPr marL="285750" indent="-285750" algn="just">
              <a:buFont typeface="Arial" panose="020B0604020202020204" pitchFamily="34" charset="0"/>
              <a:buChar char="•"/>
            </a:pPr>
            <a:endParaRPr lang="de-DE" sz="1400" b="1">
              <a:solidFill>
                <a:schemeClr val="bg1"/>
              </a:solidFill>
            </a:endParaRPr>
          </a:p>
        </p:txBody>
      </p:sp>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Historische Bilanz und Planung</a:t>
            </a:r>
          </a:p>
        </p:txBody>
      </p:sp>
      <p:sp>
        <p:nvSpPr>
          <p:cNvPr id="16" name="Textfeld 19">
            <a:extLst>
              <a:ext uri="{FF2B5EF4-FFF2-40B4-BE49-F238E27FC236}">
                <a16:creationId xmlns:a16="http://schemas.microsoft.com/office/drawing/2014/main" id="{97020269-176E-4AF9-A767-148D43834975}"/>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feld 36">
            <a:extLst>
              <a:ext uri="{FF2B5EF4-FFF2-40B4-BE49-F238E27FC236}">
                <a16:creationId xmlns:a16="http://schemas.microsoft.com/office/drawing/2014/main" id="{A8AE5655-7F48-4276-8446-5749987D77B8}"/>
              </a:ext>
            </a:extLst>
          </p:cNvPr>
          <p:cNvSpPr txBox="1"/>
          <p:nvPr/>
        </p:nvSpPr>
        <p:spPr>
          <a:xfrm>
            <a:off x="7035183" y="910415"/>
            <a:ext cx="2579416" cy="307777"/>
          </a:xfrm>
          <a:prstGeom prst="rect">
            <a:avLst/>
          </a:prstGeom>
          <a:noFill/>
        </p:spPr>
        <p:txBody>
          <a:bodyPr wrap="square">
            <a:spAutoFit/>
          </a:bodyPr>
          <a:lstStyle/>
          <a:p>
            <a:pPr marL="100330">
              <a:lnSpc>
                <a:spcPct val="100000"/>
              </a:lnSpc>
              <a:spcBef>
                <a:spcPts val="555"/>
              </a:spcBef>
            </a:pPr>
            <a:r>
              <a:rPr lang="de-DE" sz="1400" b="1">
                <a:solidFill>
                  <a:schemeClr val="bg1"/>
                </a:solidFill>
                <a:latin typeface="Calibri"/>
                <a:cs typeface="Calibri"/>
              </a:rPr>
              <a:t>Planungsgrundlagen</a:t>
            </a:r>
          </a:p>
        </p:txBody>
      </p:sp>
      <p:sp>
        <p:nvSpPr>
          <p:cNvPr id="44" name="object 12">
            <a:extLst>
              <a:ext uri="{FF2B5EF4-FFF2-40B4-BE49-F238E27FC236}">
                <a16:creationId xmlns:a16="http://schemas.microsoft.com/office/drawing/2014/main" id="{5A1FA028-30EB-4B09-BAF5-5E2A2543DBC2}"/>
              </a:ext>
            </a:extLst>
          </p:cNvPr>
          <p:cNvSpPr/>
          <p:nvPr/>
        </p:nvSpPr>
        <p:spPr>
          <a:xfrm>
            <a:off x="7147026" y="925650"/>
            <a:ext cx="3014133" cy="3754672"/>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
        <p:nvSpPr>
          <p:cNvPr id="12" name="Textfeld 11">
            <a:extLst>
              <a:ext uri="{FF2B5EF4-FFF2-40B4-BE49-F238E27FC236}">
                <a16:creationId xmlns:a16="http://schemas.microsoft.com/office/drawing/2014/main" id="{16A91DB2-C5AA-41E3-B780-F9F3382045CC}"/>
              </a:ext>
            </a:extLst>
          </p:cNvPr>
          <p:cNvSpPr txBox="1"/>
          <p:nvPr/>
        </p:nvSpPr>
        <p:spPr>
          <a:xfrm>
            <a:off x="7261090" y="1289168"/>
            <a:ext cx="2785864" cy="2492990"/>
          </a:xfrm>
          <a:prstGeom prst="rect">
            <a:avLst/>
          </a:prstGeom>
          <a:noFill/>
        </p:spPr>
        <p:txBody>
          <a:bodyPr wrap="square">
            <a:spAutoFit/>
          </a:bodyPr>
          <a:lstStyle/>
          <a:p>
            <a:pPr marL="93663" algn="just"/>
            <a:r>
              <a:rPr lang="de-DE" sz="1200" spc="10">
                <a:latin typeface="Calibri"/>
                <a:cs typeface="Calibri"/>
              </a:rPr>
              <a:t>Alle im Folgenden aufgeführten historischen Finanzinformationen basieren auf den geprüften Jahresabschlüssen der Deliverit Logistics GmbH für die Jahre 2015 bis 2019. Die Finanzprognosen für die Jahre 2020 bis 2026 basieren auf den Umsätzen aus dem bestehenden Geschäft und dem Roll-out der bereits etablierten und markterprobten Systeme und auf einer vorsichtigen Interpretation der besten bis dato verfügbaren Informationen.</a:t>
            </a:r>
          </a:p>
        </p:txBody>
      </p:sp>
      <p:sp>
        <p:nvSpPr>
          <p:cNvPr id="17" name="Textfeld 16">
            <a:extLst>
              <a:ext uri="{FF2B5EF4-FFF2-40B4-BE49-F238E27FC236}">
                <a16:creationId xmlns:a16="http://schemas.microsoft.com/office/drawing/2014/main" id="{FFD2E105-D6F5-4567-AA48-8A5E738BE5BA}"/>
              </a:ext>
            </a:extLst>
          </p:cNvPr>
          <p:cNvSpPr txBox="1"/>
          <p:nvPr/>
        </p:nvSpPr>
        <p:spPr>
          <a:xfrm>
            <a:off x="315148" y="5172309"/>
            <a:ext cx="9860448" cy="646331"/>
          </a:xfrm>
          <a:prstGeom prst="rect">
            <a:avLst/>
          </a:prstGeom>
          <a:noFill/>
        </p:spPr>
        <p:txBody>
          <a:bodyPr wrap="square">
            <a:spAutoFit/>
          </a:bodyPr>
          <a:lstStyle/>
          <a:p>
            <a:pPr marL="285750" indent="-285750" algn="just">
              <a:buFont typeface="Arial" panose="020B0604020202020204" pitchFamily="34" charset="0"/>
              <a:buChar char="•"/>
            </a:pPr>
            <a:r>
              <a:rPr lang="de-DE" sz="1200" b="1">
                <a:solidFill>
                  <a:schemeClr val="bg1"/>
                </a:solidFill>
              </a:rPr>
              <a:t>Durch eine Verschlankung des Fuhrparkes konnte die Kapitalbindung im Anlagevermögen erheblich reduziert werden. </a:t>
            </a:r>
          </a:p>
          <a:p>
            <a:pPr marL="285750" indent="-285750" algn="just">
              <a:buFont typeface="Arial" panose="020B0604020202020204" pitchFamily="34" charset="0"/>
              <a:buChar char="•"/>
            </a:pPr>
            <a:r>
              <a:rPr lang="de-DE" sz="1200" b="1">
                <a:solidFill>
                  <a:schemeClr val="bg1"/>
                </a:solidFill>
              </a:rPr>
              <a:t>Durch eine weitere Reduktion des Fuhrparkes bei gleichzeitiger Stärkung der Eigenkapitalbasis ist eine Reduktion des Anlagevermögens auf etwa 7,5% der Bilanzsumme im Jahr 2023 geplant.</a:t>
            </a:r>
          </a:p>
        </p:txBody>
      </p:sp>
      <p:graphicFrame>
        <p:nvGraphicFramePr>
          <p:cNvPr id="4" name="Objekt 3">
            <a:extLst>
              <a:ext uri="{FF2B5EF4-FFF2-40B4-BE49-F238E27FC236}">
                <a16:creationId xmlns:a16="http://schemas.microsoft.com/office/drawing/2014/main" id="{0197BEFA-C3EC-4ABE-8071-25F4779E5CBE}"/>
              </a:ext>
            </a:extLst>
          </p:cNvPr>
          <p:cNvGraphicFramePr>
            <a:graphicFrameLocks noChangeAspect="1"/>
          </p:cNvGraphicFramePr>
          <p:nvPr>
            <p:extLst>
              <p:ext uri="{D42A27DB-BD31-4B8C-83A1-F6EECF244321}">
                <p14:modId xmlns:p14="http://schemas.microsoft.com/office/powerpoint/2010/main" val="2435431309"/>
              </p:ext>
            </p:extLst>
          </p:nvPr>
        </p:nvGraphicFramePr>
        <p:xfrm>
          <a:off x="302807" y="925650"/>
          <a:ext cx="5943600" cy="3943350"/>
        </p:xfrm>
        <a:graphic>
          <a:graphicData uri="http://schemas.openxmlformats.org/presentationml/2006/ole">
            <mc:AlternateContent xmlns:mc="http://schemas.openxmlformats.org/markup-compatibility/2006">
              <mc:Choice xmlns:v="urn:schemas-microsoft-com:vml" Requires="v">
                <p:oleObj name="Worksheet" r:id="rId3" imgW="5943651" imgH="3943350" progId="Excel.Sheet.12">
                  <p:embed/>
                </p:oleObj>
              </mc:Choice>
              <mc:Fallback>
                <p:oleObj name="Worksheet" r:id="rId3" imgW="5943651" imgH="3943350" progId="Excel.Sheet.12">
                  <p:embed/>
                  <p:pic>
                    <p:nvPicPr>
                      <p:cNvPr id="4" name="Objekt 3">
                        <a:extLst>
                          <a:ext uri="{FF2B5EF4-FFF2-40B4-BE49-F238E27FC236}">
                            <a16:creationId xmlns:a16="http://schemas.microsoft.com/office/drawing/2014/main" id="{0197BEFA-C3EC-4ABE-8071-25F4779E5CBE}"/>
                          </a:ext>
                        </a:extLst>
                      </p:cNvPr>
                      <p:cNvPicPr/>
                      <p:nvPr/>
                    </p:nvPicPr>
                    <p:blipFill>
                      <a:blip r:embed="rId4"/>
                      <a:stretch>
                        <a:fillRect/>
                      </a:stretch>
                    </p:blipFill>
                    <p:spPr>
                      <a:xfrm>
                        <a:off x="302807" y="925650"/>
                        <a:ext cx="5943600" cy="3943350"/>
                      </a:xfrm>
                      <a:prstGeom prst="rect">
                        <a:avLst/>
                      </a:prstGeom>
                    </p:spPr>
                  </p:pic>
                </p:oleObj>
              </mc:Fallback>
            </mc:AlternateContent>
          </a:graphicData>
        </a:graphic>
      </p:graphicFrame>
    </p:spTree>
    <p:extLst>
      <p:ext uri="{BB962C8B-B14F-4D97-AF65-F5344CB8AC3E}">
        <p14:creationId xmlns:p14="http://schemas.microsoft.com/office/powerpoint/2010/main" val="2436420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8">
            <a:extLst>
              <a:ext uri="{FF2B5EF4-FFF2-40B4-BE49-F238E27FC236}">
                <a16:creationId xmlns:a16="http://schemas.microsoft.com/office/drawing/2014/main" id="{97A2A77E-83F7-4653-BD19-7C76DC1DD3CE}"/>
              </a:ext>
            </a:extLst>
          </p:cNvPr>
          <p:cNvSpPr/>
          <p:nvPr/>
        </p:nvSpPr>
        <p:spPr>
          <a:xfrm>
            <a:off x="7215751" y="1274953"/>
            <a:ext cx="2876543" cy="3339310"/>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pPr marL="93663" algn="just"/>
            <a:endParaRPr lang="de-DE" sz="1400">
              <a:solidFill>
                <a:schemeClr val="bg1"/>
              </a:solidFill>
              <a:latin typeface="Calibri"/>
              <a:cs typeface="Calibri"/>
            </a:endParaRPr>
          </a:p>
        </p:txBody>
      </p:sp>
      <p:sp>
        <p:nvSpPr>
          <p:cNvPr id="42" name="object 13">
            <a:extLst>
              <a:ext uri="{FF2B5EF4-FFF2-40B4-BE49-F238E27FC236}">
                <a16:creationId xmlns:a16="http://schemas.microsoft.com/office/drawing/2014/main" id="{636855C7-C16A-45A0-93A5-923705817DF8}"/>
              </a:ext>
            </a:extLst>
          </p:cNvPr>
          <p:cNvSpPr/>
          <p:nvPr/>
        </p:nvSpPr>
        <p:spPr>
          <a:xfrm>
            <a:off x="273139" y="5190667"/>
            <a:ext cx="9890115" cy="95364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lstStyle/>
          <a:p>
            <a:pPr marL="285750" indent="-285750" algn="just">
              <a:buFont typeface="Arial" panose="020B0604020202020204" pitchFamily="34" charset="0"/>
              <a:buChar char="•"/>
            </a:pPr>
            <a:endParaRPr lang="de-DE" sz="1400" b="1">
              <a:solidFill>
                <a:schemeClr val="bg1"/>
              </a:solidFill>
            </a:endParaRPr>
          </a:p>
        </p:txBody>
      </p:sp>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Historischer Cash-Flow und Planung</a:t>
            </a:r>
          </a:p>
        </p:txBody>
      </p:sp>
      <p:sp>
        <p:nvSpPr>
          <p:cNvPr id="16" name="Textfeld 19">
            <a:extLst>
              <a:ext uri="{FF2B5EF4-FFF2-40B4-BE49-F238E27FC236}">
                <a16:creationId xmlns:a16="http://schemas.microsoft.com/office/drawing/2014/main" id="{97020269-176E-4AF9-A767-148D43834975}"/>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object 19">
            <a:extLst>
              <a:ext uri="{FF2B5EF4-FFF2-40B4-BE49-F238E27FC236}">
                <a16:creationId xmlns:a16="http://schemas.microsoft.com/office/drawing/2014/main" id="{D7AE6437-C4AF-4713-8C6F-0E4497058174}"/>
              </a:ext>
            </a:extLst>
          </p:cNvPr>
          <p:cNvSpPr txBox="1"/>
          <p:nvPr/>
        </p:nvSpPr>
        <p:spPr>
          <a:xfrm>
            <a:off x="7147028" y="926797"/>
            <a:ext cx="3014132" cy="28800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lang="de-DE" sz="1600" b="1">
              <a:solidFill>
                <a:schemeClr val="bg1"/>
              </a:solidFill>
              <a:latin typeface="Calibri"/>
              <a:cs typeface="Calibri"/>
            </a:endParaRPr>
          </a:p>
        </p:txBody>
      </p:sp>
      <p:sp>
        <p:nvSpPr>
          <p:cNvPr id="37" name="Textfeld 36">
            <a:extLst>
              <a:ext uri="{FF2B5EF4-FFF2-40B4-BE49-F238E27FC236}">
                <a16:creationId xmlns:a16="http://schemas.microsoft.com/office/drawing/2014/main" id="{A8AE5655-7F48-4276-8446-5749987D77B8}"/>
              </a:ext>
            </a:extLst>
          </p:cNvPr>
          <p:cNvSpPr txBox="1"/>
          <p:nvPr/>
        </p:nvSpPr>
        <p:spPr>
          <a:xfrm>
            <a:off x="7035183" y="928521"/>
            <a:ext cx="2579416" cy="307777"/>
          </a:xfrm>
          <a:prstGeom prst="rect">
            <a:avLst/>
          </a:prstGeom>
          <a:noFill/>
        </p:spPr>
        <p:txBody>
          <a:bodyPr wrap="square">
            <a:spAutoFit/>
          </a:bodyPr>
          <a:lstStyle/>
          <a:p>
            <a:pPr marL="100330">
              <a:lnSpc>
                <a:spcPct val="100000"/>
              </a:lnSpc>
              <a:spcBef>
                <a:spcPts val="555"/>
              </a:spcBef>
            </a:pPr>
            <a:r>
              <a:rPr lang="de-DE" sz="1400" b="1">
                <a:solidFill>
                  <a:schemeClr val="bg1"/>
                </a:solidFill>
                <a:latin typeface="Calibri"/>
                <a:cs typeface="Calibri"/>
              </a:rPr>
              <a:t>Einflussfaktoren</a:t>
            </a:r>
          </a:p>
        </p:txBody>
      </p:sp>
      <p:sp>
        <p:nvSpPr>
          <p:cNvPr id="44" name="object 12">
            <a:extLst>
              <a:ext uri="{FF2B5EF4-FFF2-40B4-BE49-F238E27FC236}">
                <a16:creationId xmlns:a16="http://schemas.microsoft.com/office/drawing/2014/main" id="{5A1FA028-30EB-4B09-BAF5-5E2A2543DBC2}"/>
              </a:ext>
            </a:extLst>
          </p:cNvPr>
          <p:cNvSpPr/>
          <p:nvPr/>
        </p:nvSpPr>
        <p:spPr>
          <a:xfrm>
            <a:off x="7147026" y="925650"/>
            <a:ext cx="3014133" cy="3754672"/>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
        <p:nvSpPr>
          <p:cNvPr id="13" name="Textfeld 12">
            <a:extLst>
              <a:ext uri="{FF2B5EF4-FFF2-40B4-BE49-F238E27FC236}">
                <a16:creationId xmlns:a16="http://schemas.microsoft.com/office/drawing/2014/main" id="{B557AE5B-BFD0-4D34-8BB4-FC9076FE1661}"/>
              </a:ext>
            </a:extLst>
          </p:cNvPr>
          <p:cNvSpPr txBox="1"/>
          <p:nvPr/>
        </p:nvSpPr>
        <p:spPr>
          <a:xfrm>
            <a:off x="7145094" y="1257734"/>
            <a:ext cx="2876543" cy="2492990"/>
          </a:xfrm>
          <a:prstGeom prst="rect">
            <a:avLst/>
          </a:prstGeom>
          <a:noFill/>
        </p:spPr>
        <p:txBody>
          <a:bodyPr wrap="square">
            <a:spAutoFit/>
          </a:bodyPr>
          <a:lstStyle/>
          <a:p>
            <a:pPr marL="93663" algn="just">
              <a:spcBef>
                <a:spcPts val="300"/>
              </a:spcBef>
            </a:pPr>
            <a:r>
              <a:rPr lang="de-DE" sz="1200" b="1" spc="10">
                <a:latin typeface="Calibri"/>
                <a:cs typeface="Calibri"/>
              </a:rPr>
              <a:t>Tilgungen</a:t>
            </a:r>
          </a:p>
          <a:p>
            <a:pPr marL="93663" algn="just">
              <a:spcBef>
                <a:spcPts val="300"/>
              </a:spcBef>
            </a:pPr>
            <a:endParaRPr lang="de-DE" sz="700" b="1" u="sng" spc="10">
              <a:latin typeface="Calibri"/>
              <a:cs typeface="Calibri"/>
            </a:endParaRPr>
          </a:p>
          <a:p>
            <a:pPr marL="93663" algn="just">
              <a:spcBef>
                <a:spcPts val="300"/>
              </a:spcBef>
            </a:pPr>
            <a:r>
              <a:rPr lang="de-DE" sz="1200" spc="10">
                <a:latin typeface="Calibri"/>
                <a:cs typeface="Calibri"/>
              </a:rPr>
              <a:t>In den Jahren 2019 und 2020 hat die Deliverit Logistics GmbH ihre Verbindlichkeiten um 37,7% reduziert. Insgesamt wurden Verbindlichkeiten in der Höhe von  3.471 TEUR (inklusive Verbindlichkeiten aus LuL) zurückgezahlt.</a:t>
            </a:r>
          </a:p>
          <a:p>
            <a:pPr marL="93663" algn="just">
              <a:spcBef>
                <a:spcPts val="300"/>
              </a:spcBef>
            </a:pPr>
            <a:endParaRPr lang="de-DE" sz="700" spc="10">
              <a:latin typeface="Calibri"/>
              <a:cs typeface="Calibri"/>
            </a:endParaRPr>
          </a:p>
          <a:p>
            <a:pPr marL="93663" algn="just">
              <a:spcBef>
                <a:spcPts val="300"/>
              </a:spcBef>
            </a:pPr>
            <a:r>
              <a:rPr lang="de-DE" sz="1200" spc="10">
                <a:latin typeface="Calibri"/>
                <a:cs typeface="Calibri"/>
              </a:rPr>
              <a:t>Durch die Tilgungen ist die Zinsbelastung stark gesunken, weshalb Deliverit in den nächsten Jahren einen steigenden Flow to Equity erwartet.</a:t>
            </a:r>
          </a:p>
        </p:txBody>
      </p:sp>
      <p:sp>
        <p:nvSpPr>
          <p:cNvPr id="17" name="Textfeld 16">
            <a:extLst>
              <a:ext uri="{FF2B5EF4-FFF2-40B4-BE49-F238E27FC236}">
                <a16:creationId xmlns:a16="http://schemas.microsoft.com/office/drawing/2014/main" id="{59966631-2799-46E9-8FCD-6519C639A459}"/>
              </a:ext>
            </a:extLst>
          </p:cNvPr>
          <p:cNvSpPr txBox="1"/>
          <p:nvPr/>
        </p:nvSpPr>
        <p:spPr>
          <a:xfrm>
            <a:off x="285480" y="5256749"/>
            <a:ext cx="9860448" cy="646331"/>
          </a:xfrm>
          <a:prstGeom prst="rect">
            <a:avLst/>
          </a:prstGeom>
          <a:noFill/>
        </p:spPr>
        <p:txBody>
          <a:bodyPr wrap="square">
            <a:spAutoFit/>
          </a:bodyPr>
          <a:lstStyle/>
          <a:p>
            <a:pPr marL="285750" indent="-285750">
              <a:buFont typeface="Arial" panose="020B0604020202020204" pitchFamily="34" charset="0"/>
              <a:buChar char="•"/>
            </a:pPr>
            <a:r>
              <a:rPr lang="de-DE" sz="1200" b="1">
                <a:solidFill>
                  <a:schemeClr val="bg1"/>
                </a:solidFill>
              </a:rPr>
              <a:t>Trotz der Neustrukturierung konnte die Deliverit Logistics GmbH in den vergangenen 4 Geschäftsjahren einen positiven operativen Cash Flow erwirtschaften. </a:t>
            </a:r>
          </a:p>
          <a:p>
            <a:pPr marL="285750" indent="-285750">
              <a:buFont typeface="Arial" panose="020B0604020202020204" pitchFamily="34" charset="0"/>
              <a:buChar char="•"/>
            </a:pPr>
            <a:r>
              <a:rPr lang="de-DE" sz="1200" b="1">
                <a:solidFill>
                  <a:schemeClr val="bg1"/>
                </a:solidFill>
              </a:rPr>
              <a:t>Bis auf  in dem investitionsintensiven Jahr 2018 war der Free Cash Flow in den vergangenen Jahren ebenfalls positiv. </a:t>
            </a:r>
          </a:p>
        </p:txBody>
      </p:sp>
      <p:graphicFrame>
        <p:nvGraphicFramePr>
          <p:cNvPr id="4" name="Objekt 3">
            <a:extLst>
              <a:ext uri="{FF2B5EF4-FFF2-40B4-BE49-F238E27FC236}">
                <a16:creationId xmlns:a16="http://schemas.microsoft.com/office/drawing/2014/main" id="{DBE3A456-8EA8-47FB-85AD-1AB2E53CB0EF}"/>
              </a:ext>
            </a:extLst>
          </p:cNvPr>
          <p:cNvGraphicFramePr>
            <a:graphicFrameLocks noChangeAspect="1"/>
          </p:cNvGraphicFramePr>
          <p:nvPr>
            <p:extLst>
              <p:ext uri="{D42A27DB-BD31-4B8C-83A1-F6EECF244321}">
                <p14:modId xmlns:p14="http://schemas.microsoft.com/office/powerpoint/2010/main" val="1414964347"/>
              </p:ext>
            </p:extLst>
          </p:nvPr>
        </p:nvGraphicFramePr>
        <p:xfrm>
          <a:off x="302807" y="925650"/>
          <a:ext cx="5943600" cy="4067175"/>
        </p:xfrm>
        <a:graphic>
          <a:graphicData uri="http://schemas.openxmlformats.org/presentationml/2006/ole">
            <mc:AlternateContent xmlns:mc="http://schemas.openxmlformats.org/markup-compatibility/2006">
              <mc:Choice xmlns:v="urn:schemas-microsoft-com:vml" Requires="v">
                <p:oleObj name="Worksheet" r:id="rId3" imgW="5943651" imgH="4067039" progId="Excel.Sheet.12">
                  <p:embed/>
                </p:oleObj>
              </mc:Choice>
              <mc:Fallback>
                <p:oleObj name="Worksheet" r:id="rId3" imgW="5943651" imgH="4067039" progId="Excel.Sheet.12">
                  <p:embed/>
                  <p:pic>
                    <p:nvPicPr>
                      <p:cNvPr id="4" name="Objekt 3">
                        <a:extLst>
                          <a:ext uri="{FF2B5EF4-FFF2-40B4-BE49-F238E27FC236}">
                            <a16:creationId xmlns:a16="http://schemas.microsoft.com/office/drawing/2014/main" id="{DBE3A456-8EA8-47FB-85AD-1AB2E53CB0EF}"/>
                          </a:ext>
                        </a:extLst>
                      </p:cNvPr>
                      <p:cNvPicPr/>
                      <p:nvPr/>
                    </p:nvPicPr>
                    <p:blipFill>
                      <a:blip r:embed="rId4"/>
                      <a:stretch>
                        <a:fillRect/>
                      </a:stretch>
                    </p:blipFill>
                    <p:spPr>
                      <a:xfrm>
                        <a:off x="302807" y="925650"/>
                        <a:ext cx="5943600" cy="4067175"/>
                      </a:xfrm>
                      <a:prstGeom prst="rect">
                        <a:avLst/>
                      </a:prstGeom>
                    </p:spPr>
                  </p:pic>
                </p:oleObj>
              </mc:Fallback>
            </mc:AlternateContent>
          </a:graphicData>
        </a:graphic>
      </p:graphicFrame>
    </p:spTree>
    <p:extLst>
      <p:ext uri="{BB962C8B-B14F-4D97-AF65-F5344CB8AC3E}">
        <p14:creationId xmlns:p14="http://schemas.microsoft.com/office/powerpoint/2010/main" val="1220646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EBITDA Bereinigungen &amp; Einmal-Effekte</a:t>
            </a:r>
          </a:p>
        </p:txBody>
      </p:sp>
      <p:sp>
        <p:nvSpPr>
          <p:cNvPr id="9" name="object 12">
            <a:extLst>
              <a:ext uri="{FF2B5EF4-FFF2-40B4-BE49-F238E27FC236}">
                <a16:creationId xmlns:a16="http://schemas.microsoft.com/office/drawing/2014/main" id="{E9CF7DEB-E8BD-4FCE-8931-46E9A9E9ED20}"/>
              </a:ext>
            </a:extLst>
          </p:cNvPr>
          <p:cNvSpPr/>
          <p:nvPr/>
        </p:nvSpPr>
        <p:spPr>
          <a:xfrm>
            <a:off x="306902" y="3135413"/>
            <a:ext cx="9864000" cy="2595431"/>
          </a:xfrm>
          <a:custGeom>
            <a:avLst/>
            <a:gdLst/>
            <a:ahLst/>
            <a:cxnLst/>
            <a:rect l="l" t="t" r="r" b="b"/>
            <a:pathLst>
              <a:path w="3915409" h="2642870">
                <a:moveTo>
                  <a:pt x="0" y="0"/>
                </a:moveTo>
                <a:lnTo>
                  <a:pt x="3915156" y="0"/>
                </a:lnTo>
                <a:lnTo>
                  <a:pt x="3915156" y="2642616"/>
                </a:lnTo>
                <a:lnTo>
                  <a:pt x="0" y="2642616"/>
                </a:lnTo>
                <a:lnTo>
                  <a:pt x="0" y="0"/>
                </a:lnTo>
                <a:close/>
              </a:path>
            </a:pathLst>
          </a:custGeom>
          <a:ln w="3175">
            <a:solidFill>
              <a:srgbClr val="A5A5A5"/>
            </a:solidFill>
          </a:ln>
        </p:spPr>
        <p:txBody>
          <a:bodyPr wrap="square" lIns="0" tIns="0" rIns="0" bIns="0" rtlCol="0"/>
          <a:lstStyle/>
          <a:p>
            <a:endParaRPr/>
          </a:p>
        </p:txBody>
      </p:sp>
      <p:sp>
        <p:nvSpPr>
          <p:cNvPr id="10" name="object 18">
            <a:extLst>
              <a:ext uri="{FF2B5EF4-FFF2-40B4-BE49-F238E27FC236}">
                <a16:creationId xmlns:a16="http://schemas.microsoft.com/office/drawing/2014/main" id="{88872B64-F114-4FBB-B7E1-92F9923ADABC}"/>
              </a:ext>
            </a:extLst>
          </p:cNvPr>
          <p:cNvSpPr/>
          <p:nvPr/>
        </p:nvSpPr>
        <p:spPr>
          <a:xfrm>
            <a:off x="398057" y="3508253"/>
            <a:ext cx="9678451" cy="2123658"/>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pPr algn="just"/>
            <a:endParaRPr lang="de-DE"/>
          </a:p>
        </p:txBody>
      </p:sp>
      <p:sp>
        <p:nvSpPr>
          <p:cNvPr id="11" name="object 19">
            <a:extLst>
              <a:ext uri="{FF2B5EF4-FFF2-40B4-BE49-F238E27FC236}">
                <a16:creationId xmlns:a16="http://schemas.microsoft.com/office/drawing/2014/main" id="{ADA6D05A-3FA5-412C-9B43-74E9B2C27B4F}"/>
              </a:ext>
            </a:extLst>
          </p:cNvPr>
          <p:cNvSpPr txBox="1"/>
          <p:nvPr/>
        </p:nvSpPr>
        <p:spPr>
          <a:xfrm>
            <a:off x="306902" y="3137806"/>
            <a:ext cx="9864000" cy="28800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a:latin typeface="Calibri"/>
              <a:cs typeface="Calibri"/>
            </a:endParaRPr>
          </a:p>
        </p:txBody>
      </p:sp>
      <p:sp>
        <p:nvSpPr>
          <p:cNvPr id="22" name="Textfeld 19">
            <a:extLst>
              <a:ext uri="{FF2B5EF4-FFF2-40B4-BE49-F238E27FC236}">
                <a16:creationId xmlns:a16="http://schemas.microsoft.com/office/drawing/2014/main" id="{CEC51CDA-E4C1-4B44-847F-68D4C6DE34BB}"/>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feld 23">
            <a:extLst>
              <a:ext uri="{FF2B5EF4-FFF2-40B4-BE49-F238E27FC236}">
                <a16:creationId xmlns:a16="http://schemas.microsoft.com/office/drawing/2014/main" id="{1422C150-41E8-4734-BE46-E77696C7D310}"/>
              </a:ext>
            </a:extLst>
          </p:cNvPr>
          <p:cNvSpPr txBox="1"/>
          <p:nvPr/>
        </p:nvSpPr>
        <p:spPr>
          <a:xfrm>
            <a:off x="398057" y="3524267"/>
            <a:ext cx="9615076" cy="1754326"/>
          </a:xfrm>
          <a:prstGeom prst="rect">
            <a:avLst/>
          </a:prstGeom>
          <a:noFill/>
        </p:spPr>
        <p:txBody>
          <a:bodyPr wrap="square">
            <a:spAutoFit/>
          </a:bodyPr>
          <a:lstStyle/>
          <a:p>
            <a:pPr algn="just"/>
            <a:r>
              <a:rPr lang="de-DE" sz="1200" b="1"/>
              <a:t>Währungseffekte</a:t>
            </a:r>
            <a:r>
              <a:rPr lang="de-DE" sz="1200"/>
              <a:t>:</a:t>
            </a:r>
            <a:r>
              <a:rPr lang="de-DE" sz="1600"/>
              <a:t> </a:t>
            </a:r>
            <a:r>
              <a:rPr lang="de-DE" sz="1200"/>
              <a:t>Durch Aufträge aus dem Ausland konnte Deliverit in der Vergangenheit positive Währungseffekte verbuchen. Hauptsächlich durch eine Aufwertung des Euros gegenüber dem Dollar ergeben sich für das vergangene Geschäftsjahr positive Währungseffekte in Höhe von 110 TEUR.</a:t>
            </a:r>
          </a:p>
          <a:p>
            <a:pPr algn="just"/>
            <a:r>
              <a:rPr lang="de-DE" sz="1200" b="1"/>
              <a:t>Beratungskoten für strategische Neuausrichtung:</a:t>
            </a:r>
            <a:r>
              <a:rPr lang="de-DE" sz="1200"/>
              <a:t> Im Jahre 2019 wurde eine strategische Neuausrichtung zur Senkung von Kosten und zur Reduktion der Kapitalintensität implementiert.</a:t>
            </a:r>
          </a:p>
          <a:p>
            <a:pPr algn="just"/>
            <a:r>
              <a:rPr lang="de-DE" sz="1200" b="1"/>
              <a:t>Beratungskosten für den Firmenverkauf:</a:t>
            </a:r>
          </a:p>
          <a:p>
            <a:pPr algn="just"/>
            <a:r>
              <a:rPr lang="de-DE" sz="1200"/>
              <a:t>Die Beratungskosten für den Firmenverkauf belaufen sich im Jahre 2020 auf 45 TEUR.</a:t>
            </a:r>
          </a:p>
          <a:p>
            <a:pPr algn="just"/>
            <a:r>
              <a:rPr lang="de-DE" sz="1200" b="1"/>
              <a:t>Abfindungskosten:</a:t>
            </a:r>
            <a:r>
              <a:rPr lang="de-DE" sz="1600" b="1"/>
              <a:t> </a:t>
            </a:r>
            <a:r>
              <a:rPr lang="de-DE" sz="1200"/>
              <a:t>Die Abfindung eines langjährigen Mitarbeiters im Jahre 2020 sorgt für eine positive Berichtigung des operativen Ergebnisses um 30 TEUR.</a:t>
            </a:r>
          </a:p>
        </p:txBody>
      </p:sp>
      <p:sp>
        <p:nvSpPr>
          <p:cNvPr id="27" name="Textfeld 26">
            <a:extLst>
              <a:ext uri="{FF2B5EF4-FFF2-40B4-BE49-F238E27FC236}">
                <a16:creationId xmlns:a16="http://schemas.microsoft.com/office/drawing/2014/main" id="{999BCAFB-409D-496A-93AB-C4587BC19502}"/>
              </a:ext>
            </a:extLst>
          </p:cNvPr>
          <p:cNvSpPr txBox="1"/>
          <p:nvPr/>
        </p:nvSpPr>
        <p:spPr>
          <a:xfrm>
            <a:off x="598314" y="3101543"/>
            <a:ext cx="6096000" cy="307777"/>
          </a:xfrm>
          <a:prstGeom prst="rect">
            <a:avLst/>
          </a:prstGeom>
          <a:noFill/>
        </p:spPr>
        <p:txBody>
          <a:bodyPr wrap="square">
            <a:spAutoFit/>
          </a:bodyPr>
          <a:lstStyle/>
          <a:p>
            <a:pPr marL="100330">
              <a:lnSpc>
                <a:spcPct val="100000"/>
              </a:lnSpc>
              <a:spcBef>
                <a:spcPts val="555"/>
              </a:spcBef>
            </a:pPr>
            <a:r>
              <a:rPr lang="de-DE" sz="1400" b="1" spc="10">
                <a:solidFill>
                  <a:srgbClr val="FFFFFF"/>
                </a:solidFill>
                <a:latin typeface="Calibri"/>
                <a:cs typeface="Calibri"/>
              </a:rPr>
              <a:t>EBITDA Bereinigungen</a:t>
            </a:r>
            <a:endParaRPr lang="de-DE" sz="1400">
              <a:latin typeface="Calibri"/>
              <a:cs typeface="Calibri"/>
            </a:endParaRPr>
          </a:p>
        </p:txBody>
      </p:sp>
      <p:graphicFrame>
        <p:nvGraphicFramePr>
          <p:cNvPr id="5" name="Objekt 4">
            <a:extLst>
              <a:ext uri="{FF2B5EF4-FFF2-40B4-BE49-F238E27FC236}">
                <a16:creationId xmlns:a16="http://schemas.microsoft.com/office/drawing/2014/main" id="{A05CA68B-2D31-4BD7-983F-FF3A9C27AAAF}"/>
              </a:ext>
            </a:extLst>
          </p:cNvPr>
          <p:cNvGraphicFramePr>
            <a:graphicFrameLocks noChangeAspect="1"/>
          </p:cNvGraphicFramePr>
          <p:nvPr>
            <p:extLst>
              <p:ext uri="{D42A27DB-BD31-4B8C-83A1-F6EECF244321}">
                <p14:modId xmlns:p14="http://schemas.microsoft.com/office/powerpoint/2010/main" val="3079892374"/>
              </p:ext>
            </p:extLst>
          </p:nvPr>
        </p:nvGraphicFramePr>
        <p:xfrm>
          <a:off x="302807" y="945770"/>
          <a:ext cx="6505575" cy="1409700"/>
        </p:xfrm>
        <a:graphic>
          <a:graphicData uri="http://schemas.openxmlformats.org/presentationml/2006/ole">
            <mc:AlternateContent xmlns:mc="http://schemas.openxmlformats.org/markup-compatibility/2006">
              <mc:Choice xmlns:v="urn:schemas-microsoft-com:vml" Requires="v">
                <p:oleObj name="Worksheet" r:id="rId3" imgW="6505668" imgH="1409564" progId="Excel.Sheet.12">
                  <p:embed/>
                </p:oleObj>
              </mc:Choice>
              <mc:Fallback>
                <p:oleObj name="Worksheet" r:id="rId3" imgW="6505668" imgH="1409564" progId="Excel.Sheet.12">
                  <p:embed/>
                  <p:pic>
                    <p:nvPicPr>
                      <p:cNvPr id="5" name="Objekt 4">
                        <a:extLst>
                          <a:ext uri="{FF2B5EF4-FFF2-40B4-BE49-F238E27FC236}">
                            <a16:creationId xmlns:a16="http://schemas.microsoft.com/office/drawing/2014/main" id="{A05CA68B-2D31-4BD7-983F-FF3A9C27AAAF}"/>
                          </a:ext>
                        </a:extLst>
                      </p:cNvPr>
                      <p:cNvPicPr/>
                      <p:nvPr/>
                    </p:nvPicPr>
                    <p:blipFill>
                      <a:blip r:embed="rId4"/>
                      <a:stretch>
                        <a:fillRect/>
                      </a:stretch>
                    </p:blipFill>
                    <p:spPr>
                      <a:xfrm>
                        <a:off x="302807" y="945770"/>
                        <a:ext cx="6505575" cy="1409700"/>
                      </a:xfrm>
                      <a:prstGeom prst="rect">
                        <a:avLst/>
                      </a:prstGeom>
                    </p:spPr>
                  </p:pic>
                </p:oleObj>
              </mc:Fallback>
            </mc:AlternateContent>
          </a:graphicData>
        </a:graphic>
      </p:graphicFrame>
    </p:spTree>
    <p:extLst>
      <p:ext uri="{BB962C8B-B14F-4D97-AF65-F5344CB8AC3E}">
        <p14:creationId xmlns:p14="http://schemas.microsoft.com/office/powerpoint/2010/main" val="106259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normAutofit/>
          </a:bodyPr>
          <a:lstStyle/>
          <a:p>
            <a:r>
              <a:rPr lang="de-DE"/>
              <a:t>Aktuelle Auftragspipeline</a:t>
            </a:r>
          </a:p>
        </p:txBody>
      </p:sp>
      <p:sp>
        <p:nvSpPr>
          <p:cNvPr id="18" name="Textfeld 17">
            <a:extLst>
              <a:ext uri="{FF2B5EF4-FFF2-40B4-BE49-F238E27FC236}">
                <a16:creationId xmlns:a16="http://schemas.microsoft.com/office/drawing/2014/main" id="{060FA205-797E-49FB-9EA6-AF13C7856F5A}"/>
              </a:ext>
            </a:extLst>
          </p:cNvPr>
          <p:cNvSpPr txBox="1"/>
          <p:nvPr/>
        </p:nvSpPr>
        <p:spPr>
          <a:xfrm>
            <a:off x="5537977" y="1169801"/>
            <a:ext cx="2736000" cy="276999"/>
          </a:xfrm>
          <a:prstGeom prst="rect">
            <a:avLst/>
          </a:prstGeom>
          <a:noFill/>
        </p:spPr>
        <p:txBody>
          <a:bodyPr wrap="square" rtlCol="0">
            <a:spAutoFit/>
          </a:bodyPr>
          <a:lstStyle/>
          <a:p>
            <a:r>
              <a:rPr lang="de-DE" sz="1200"/>
              <a:t>31.12.2022 / Volumen: 3.300 TEUR p.a.</a:t>
            </a:r>
          </a:p>
        </p:txBody>
      </p:sp>
      <p:sp>
        <p:nvSpPr>
          <p:cNvPr id="19" name="Textfeld 18">
            <a:extLst>
              <a:ext uri="{FF2B5EF4-FFF2-40B4-BE49-F238E27FC236}">
                <a16:creationId xmlns:a16="http://schemas.microsoft.com/office/drawing/2014/main" id="{F00CA028-C495-4897-8901-DD4B5ED3E23F}"/>
              </a:ext>
            </a:extLst>
          </p:cNvPr>
          <p:cNvSpPr txBox="1"/>
          <p:nvPr/>
        </p:nvSpPr>
        <p:spPr>
          <a:xfrm>
            <a:off x="5559545" y="1684126"/>
            <a:ext cx="2736000" cy="276999"/>
          </a:xfrm>
          <a:prstGeom prst="rect">
            <a:avLst/>
          </a:prstGeom>
          <a:noFill/>
        </p:spPr>
        <p:txBody>
          <a:bodyPr wrap="square" rtlCol="0">
            <a:spAutoFit/>
          </a:bodyPr>
          <a:lstStyle/>
          <a:p>
            <a:r>
              <a:rPr lang="de-DE" sz="1200"/>
              <a:t>31.12.2022 /  Volumen: 1.300 TEUR p.a.</a:t>
            </a:r>
          </a:p>
        </p:txBody>
      </p:sp>
      <p:sp>
        <p:nvSpPr>
          <p:cNvPr id="20" name="Textfeld 19">
            <a:extLst>
              <a:ext uri="{FF2B5EF4-FFF2-40B4-BE49-F238E27FC236}">
                <a16:creationId xmlns:a16="http://schemas.microsoft.com/office/drawing/2014/main" id="{AB614656-6AED-417E-A207-442672E74789}"/>
              </a:ext>
            </a:extLst>
          </p:cNvPr>
          <p:cNvSpPr txBox="1"/>
          <p:nvPr/>
        </p:nvSpPr>
        <p:spPr>
          <a:xfrm>
            <a:off x="5547959" y="2198451"/>
            <a:ext cx="2736000" cy="276999"/>
          </a:xfrm>
          <a:prstGeom prst="rect">
            <a:avLst/>
          </a:prstGeom>
          <a:noFill/>
        </p:spPr>
        <p:txBody>
          <a:bodyPr wrap="square" rtlCol="0">
            <a:spAutoFit/>
          </a:bodyPr>
          <a:lstStyle/>
          <a:p>
            <a:r>
              <a:rPr lang="de-DE" sz="1200"/>
              <a:t>31.12.2023 / Volumen: 350 TEUR p.a.</a:t>
            </a:r>
          </a:p>
        </p:txBody>
      </p:sp>
      <p:sp>
        <p:nvSpPr>
          <p:cNvPr id="21" name="Textfeld 20">
            <a:extLst>
              <a:ext uri="{FF2B5EF4-FFF2-40B4-BE49-F238E27FC236}">
                <a16:creationId xmlns:a16="http://schemas.microsoft.com/office/drawing/2014/main" id="{3D034BE4-7050-4751-923B-55B905EFFF17}"/>
              </a:ext>
            </a:extLst>
          </p:cNvPr>
          <p:cNvSpPr txBox="1"/>
          <p:nvPr/>
        </p:nvSpPr>
        <p:spPr>
          <a:xfrm>
            <a:off x="5547959" y="2712776"/>
            <a:ext cx="2736000" cy="276999"/>
          </a:xfrm>
          <a:prstGeom prst="rect">
            <a:avLst/>
          </a:prstGeom>
          <a:noFill/>
        </p:spPr>
        <p:txBody>
          <a:bodyPr wrap="square" rtlCol="0">
            <a:spAutoFit/>
          </a:bodyPr>
          <a:lstStyle/>
          <a:p>
            <a:r>
              <a:rPr lang="de-DE" sz="1200"/>
              <a:t>31.12.2023 / Volumen: 715 TEUR p.a.</a:t>
            </a:r>
          </a:p>
        </p:txBody>
      </p:sp>
      <p:sp>
        <p:nvSpPr>
          <p:cNvPr id="22" name="Textfeld 21">
            <a:extLst>
              <a:ext uri="{FF2B5EF4-FFF2-40B4-BE49-F238E27FC236}">
                <a16:creationId xmlns:a16="http://schemas.microsoft.com/office/drawing/2014/main" id="{974541DD-76C1-4DC5-BD46-1853E1EE1440}"/>
              </a:ext>
            </a:extLst>
          </p:cNvPr>
          <p:cNvSpPr txBox="1"/>
          <p:nvPr/>
        </p:nvSpPr>
        <p:spPr>
          <a:xfrm>
            <a:off x="5547959" y="3227101"/>
            <a:ext cx="2736000" cy="276999"/>
          </a:xfrm>
          <a:prstGeom prst="rect">
            <a:avLst/>
          </a:prstGeom>
          <a:noFill/>
        </p:spPr>
        <p:txBody>
          <a:bodyPr wrap="square" rtlCol="0">
            <a:spAutoFit/>
          </a:bodyPr>
          <a:lstStyle/>
          <a:p>
            <a:r>
              <a:rPr lang="de-DE" sz="1200"/>
              <a:t>31.12.2023 / Volumen: 780 TEUR p.a.</a:t>
            </a:r>
          </a:p>
        </p:txBody>
      </p:sp>
      <p:sp>
        <p:nvSpPr>
          <p:cNvPr id="23" name="Textfeld 22">
            <a:extLst>
              <a:ext uri="{FF2B5EF4-FFF2-40B4-BE49-F238E27FC236}">
                <a16:creationId xmlns:a16="http://schemas.microsoft.com/office/drawing/2014/main" id="{742C0301-D75A-408D-957D-7DAA8807A8F3}"/>
              </a:ext>
            </a:extLst>
          </p:cNvPr>
          <p:cNvSpPr txBox="1"/>
          <p:nvPr/>
        </p:nvSpPr>
        <p:spPr>
          <a:xfrm>
            <a:off x="5547959" y="3741426"/>
            <a:ext cx="2736000" cy="276999"/>
          </a:xfrm>
          <a:prstGeom prst="rect">
            <a:avLst/>
          </a:prstGeom>
          <a:noFill/>
        </p:spPr>
        <p:txBody>
          <a:bodyPr wrap="square" rtlCol="0">
            <a:spAutoFit/>
          </a:bodyPr>
          <a:lstStyle/>
          <a:p>
            <a:r>
              <a:rPr lang="de-DE" sz="1200"/>
              <a:t>31.12.2024 / Volumen: 500 TEUR p.a. </a:t>
            </a:r>
          </a:p>
        </p:txBody>
      </p:sp>
      <p:sp>
        <p:nvSpPr>
          <p:cNvPr id="24" name="Textfeld 23">
            <a:extLst>
              <a:ext uri="{FF2B5EF4-FFF2-40B4-BE49-F238E27FC236}">
                <a16:creationId xmlns:a16="http://schemas.microsoft.com/office/drawing/2014/main" id="{C23A26D0-F122-4F4C-803C-50988DB9EAAF}"/>
              </a:ext>
            </a:extLst>
          </p:cNvPr>
          <p:cNvSpPr txBox="1"/>
          <p:nvPr/>
        </p:nvSpPr>
        <p:spPr>
          <a:xfrm>
            <a:off x="5550867" y="4255751"/>
            <a:ext cx="2736000" cy="276999"/>
          </a:xfrm>
          <a:prstGeom prst="rect">
            <a:avLst/>
          </a:prstGeom>
          <a:noFill/>
        </p:spPr>
        <p:txBody>
          <a:bodyPr wrap="square" rtlCol="0">
            <a:spAutoFit/>
          </a:bodyPr>
          <a:lstStyle/>
          <a:p>
            <a:r>
              <a:rPr lang="de-DE" sz="1200"/>
              <a:t>31.12.2025 / Volumen: 800 TEUR p.a.</a:t>
            </a:r>
          </a:p>
        </p:txBody>
      </p:sp>
      <p:sp>
        <p:nvSpPr>
          <p:cNvPr id="25" name="Textfeld 24">
            <a:extLst>
              <a:ext uri="{FF2B5EF4-FFF2-40B4-BE49-F238E27FC236}">
                <a16:creationId xmlns:a16="http://schemas.microsoft.com/office/drawing/2014/main" id="{C12C8126-9AB8-4AF1-A48E-804D00F37902}"/>
              </a:ext>
            </a:extLst>
          </p:cNvPr>
          <p:cNvSpPr txBox="1"/>
          <p:nvPr/>
        </p:nvSpPr>
        <p:spPr>
          <a:xfrm>
            <a:off x="5537977" y="4770076"/>
            <a:ext cx="2736000" cy="276999"/>
          </a:xfrm>
          <a:prstGeom prst="rect">
            <a:avLst/>
          </a:prstGeom>
          <a:noFill/>
        </p:spPr>
        <p:txBody>
          <a:bodyPr wrap="square" rtlCol="0">
            <a:spAutoFit/>
          </a:bodyPr>
          <a:lstStyle/>
          <a:p>
            <a:r>
              <a:rPr lang="de-DE" sz="1200"/>
              <a:t>31.12.2025 / Volumen:  1.500 TEUR p.a.</a:t>
            </a:r>
          </a:p>
        </p:txBody>
      </p:sp>
      <p:sp>
        <p:nvSpPr>
          <p:cNvPr id="26" name="Textfeld 25">
            <a:extLst>
              <a:ext uri="{FF2B5EF4-FFF2-40B4-BE49-F238E27FC236}">
                <a16:creationId xmlns:a16="http://schemas.microsoft.com/office/drawing/2014/main" id="{215BDFE6-1456-40FD-8685-949485BB31FA}"/>
              </a:ext>
            </a:extLst>
          </p:cNvPr>
          <p:cNvSpPr txBox="1"/>
          <p:nvPr/>
        </p:nvSpPr>
        <p:spPr>
          <a:xfrm>
            <a:off x="5547959" y="5284401"/>
            <a:ext cx="2736000" cy="276999"/>
          </a:xfrm>
          <a:prstGeom prst="rect">
            <a:avLst/>
          </a:prstGeom>
          <a:noFill/>
        </p:spPr>
        <p:txBody>
          <a:bodyPr wrap="square" rtlCol="0">
            <a:spAutoFit/>
          </a:bodyPr>
          <a:lstStyle/>
          <a:p>
            <a:r>
              <a:rPr lang="de-DE" sz="1200"/>
              <a:t>31.12.2025 / Volumen: 1.700 TEUR p.a.</a:t>
            </a:r>
          </a:p>
        </p:txBody>
      </p:sp>
      <p:sp>
        <p:nvSpPr>
          <p:cNvPr id="33" name="Textfeld 32">
            <a:extLst>
              <a:ext uri="{FF2B5EF4-FFF2-40B4-BE49-F238E27FC236}">
                <a16:creationId xmlns:a16="http://schemas.microsoft.com/office/drawing/2014/main" id="{A4973976-5439-46F9-98C1-BCB87A9774FB}"/>
              </a:ext>
            </a:extLst>
          </p:cNvPr>
          <p:cNvSpPr txBox="1"/>
          <p:nvPr/>
        </p:nvSpPr>
        <p:spPr>
          <a:xfrm>
            <a:off x="5537977" y="5798726"/>
            <a:ext cx="2736000" cy="276999"/>
          </a:xfrm>
          <a:prstGeom prst="rect">
            <a:avLst/>
          </a:prstGeom>
          <a:noFill/>
        </p:spPr>
        <p:txBody>
          <a:bodyPr wrap="square" rtlCol="0">
            <a:spAutoFit/>
          </a:bodyPr>
          <a:lstStyle/>
          <a:p>
            <a:r>
              <a:rPr lang="de-DE" sz="1200"/>
              <a:t>31.12.2025 / Volumen: 1.806 TEUR p.a.</a:t>
            </a:r>
          </a:p>
        </p:txBody>
      </p:sp>
      <p:sp>
        <p:nvSpPr>
          <p:cNvPr id="36" name="Textfeld 19">
            <a:extLst>
              <a:ext uri="{FF2B5EF4-FFF2-40B4-BE49-F238E27FC236}">
                <a16:creationId xmlns:a16="http://schemas.microsoft.com/office/drawing/2014/main" id="{3995E18D-F31C-4977-938E-7EDE77E1589A}"/>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feld 26">
            <a:extLst>
              <a:ext uri="{FF2B5EF4-FFF2-40B4-BE49-F238E27FC236}">
                <a16:creationId xmlns:a16="http://schemas.microsoft.com/office/drawing/2014/main" id="{B39319CC-D1D3-499D-86A3-17A8549F79DB}"/>
              </a:ext>
            </a:extLst>
          </p:cNvPr>
          <p:cNvSpPr txBox="1"/>
          <p:nvPr/>
        </p:nvSpPr>
        <p:spPr>
          <a:xfrm>
            <a:off x="8091706" y="2666156"/>
            <a:ext cx="2058626" cy="4616648"/>
          </a:xfrm>
          <a:prstGeom prst="rect">
            <a:avLst/>
          </a:prstGeom>
          <a:noFill/>
        </p:spPr>
        <p:txBody>
          <a:bodyPr wrap="square">
            <a:spAutoFit/>
          </a:bodyPr>
          <a:lstStyle/>
          <a:p>
            <a:pPr marL="285750" indent="-285750">
              <a:buFont typeface="Arial" panose="020B0604020202020204" pitchFamily="34" charset="0"/>
              <a:buChar char="•"/>
            </a:pPr>
            <a:r>
              <a:rPr lang="de-DE" sz="1400" b="1">
                <a:solidFill>
                  <a:schemeClr val="bg1"/>
                </a:solidFill>
              </a:rPr>
              <a:t>Das Gesamtauftragsvolumen am 01.01.2021 für das Jahr 2021 betrug 15.500 TEUR</a:t>
            </a:r>
          </a:p>
          <a:p>
            <a:pPr marL="285750" indent="-285750">
              <a:buFont typeface="Arial" panose="020B0604020202020204" pitchFamily="34" charset="0"/>
              <a:buChar char="•"/>
            </a:pPr>
            <a:r>
              <a:rPr lang="de-DE" sz="1400" b="1">
                <a:solidFill>
                  <a:schemeClr val="bg1"/>
                </a:solidFill>
              </a:rPr>
              <a:t>Bis Ende 2022 bestehen Verträge im Wert von 12.751 TEUR p.a.</a:t>
            </a:r>
          </a:p>
          <a:p>
            <a:pPr marL="285750" indent="-285750">
              <a:buFont typeface="Arial" panose="020B0604020202020204" pitchFamily="34" charset="0"/>
              <a:buChar char="•"/>
            </a:pPr>
            <a:r>
              <a:rPr lang="de-DE" sz="1400" b="1">
                <a:solidFill>
                  <a:schemeClr val="bg1"/>
                </a:solidFill>
              </a:rPr>
              <a:t>Bis Ende 2023 bestehen Verträge im Wert von 8.151 TEUR p.a.</a:t>
            </a:r>
          </a:p>
          <a:p>
            <a:pPr marL="285750" indent="-285750">
              <a:buFont typeface="Arial" panose="020B0604020202020204" pitchFamily="34" charset="0"/>
              <a:buChar char="•"/>
            </a:pPr>
            <a:r>
              <a:rPr lang="de-DE" sz="1400" b="1">
                <a:solidFill>
                  <a:schemeClr val="bg1"/>
                </a:solidFill>
              </a:rPr>
              <a:t>Bis Ende 2024 bestehen Verträge im Wert von 6.306 TEUR p.a.</a:t>
            </a:r>
          </a:p>
          <a:p>
            <a:pPr marL="285750" indent="-285750">
              <a:buFont typeface="Arial" panose="020B0604020202020204" pitchFamily="34" charset="0"/>
              <a:buChar char="•"/>
            </a:pPr>
            <a:r>
              <a:rPr lang="de-DE" sz="1400" b="1">
                <a:solidFill>
                  <a:schemeClr val="bg1"/>
                </a:solidFill>
              </a:rPr>
              <a:t>Bis Ende 2025 bestehen Verträge im Wert von 5.800 TEUR p.a. </a:t>
            </a:r>
          </a:p>
        </p:txBody>
      </p:sp>
      <p:sp>
        <p:nvSpPr>
          <p:cNvPr id="30" name="Textfeld 29">
            <a:extLst>
              <a:ext uri="{FF2B5EF4-FFF2-40B4-BE49-F238E27FC236}">
                <a16:creationId xmlns:a16="http://schemas.microsoft.com/office/drawing/2014/main" id="{B0A39C4F-1776-4F07-BE42-0F44A92DAF59}"/>
              </a:ext>
            </a:extLst>
          </p:cNvPr>
          <p:cNvSpPr txBox="1"/>
          <p:nvPr/>
        </p:nvSpPr>
        <p:spPr>
          <a:xfrm>
            <a:off x="311744" y="4629506"/>
            <a:ext cx="6096000" cy="369332"/>
          </a:xfrm>
          <a:prstGeom prst="rect">
            <a:avLst/>
          </a:prstGeom>
          <a:noFill/>
        </p:spPr>
        <p:txBody>
          <a:bodyPr wrap="square">
            <a:spAutoFit/>
          </a:bodyPr>
          <a:lstStyle/>
          <a:p>
            <a:r>
              <a:rPr lang="de-DE" sz="1800"/>
              <a:t> </a:t>
            </a:r>
            <a:r>
              <a:rPr lang="de-DE" sz="1200"/>
              <a:t>restliche Vertragslaufzeit; Stand 01.01.2021</a:t>
            </a:r>
            <a:endParaRPr lang="de-DE" sz="1800"/>
          </a:p>
        </p:txBody>
      </p:sp>
      <p:sp>
        <p:nvSpPr>
          <p:cNvPr id="57" name="object 18">
            <a:extLst>
              <a:ext uri="{FF2B5EF4-FFF2-40B4-BE49-F238E27FC236}">
                <a16:creationId xmlns:a16="http://schemas.microsoft.com/office/drawing/2014/main" id="{3787D1BF-E5B9-4345-B11C-EA23E9E3058F}"/>
              </a:ext>
            </a:extLst>
          </p:cNvPr>
          <p:cNvSpPr/>
          <p:nvPr/>
        </p:nvSpPr>
        <p:spPr>
          <a:xfrm>
            <a:off x="8203803" y="1266315"/>
            <a:ext cx="1872000" cy="4718929"/>
          </a:xfrm>
          <a:custGeom>
            <a:avLst/>
            <a:gdLst/>
            <a:ahLst/>
            <a:cxnLst/>
            <a:rect l="l" t="t" r="r" b="b"/>
            <a:pathLst>
              <a:path w="3761740" h="2159635">
                <a:moveTo>
                  <a:pt x="0" y="0"/>
                </a:moveTo>
                <a:lnTo>
                  <a:pt x="3761231" y="0"/>
                </a:lnTo>
                <a:lnTo>
                  <a:pt x="3761231" y="2159508"/>
                </a:lnTo>
                <a:lnTo>
                  <a:pt x="0" y="2159508"/>
                </a:lnTo>
                <a:lnTo>
                  <a:pt x="0" y="0"/>
                </a:lnTo>
                <a:close/>
              </a:path>
            </a:pathLst>
          </a:custGeom>
          <a:solidFill>
            <a:srgbClr val="F2F2F2"/>
          </a:solidFill>
        </p:spPr>
        <p:txBody>
          <a:bodyPr wrap="square" lIns="0" tIns="0" rIns="0" bIns="0" rtlCol="0"/>
          <a:lstStyle/>
          <a:p>
            <a:endParaRPr lang="de-DE" sz="1100" b="1"/>
          </a:p>
        </p:txBody>
      </p:sp>
      <p:sp>
        <p:nvSpPr>
          <p:cNvPr id="58" name="object 19">
            <a:extLst>
              <a:ext uri="{FF2B5EF4-FFF2-40B4-BE49-F238E27FC236}">
                <a16:creationId xmlns:a16="http://schemas.microsoft.com/office/drawing/2014/main" id="{8BBD5B0A-6D57-47B0-81D0-08BC7EB77756}"/>
              </a:ext>
            </a:extLst>
          </p:cNvPr>
          <p:cNvSpPr txBox="1"/>
          <p:nvPr/>
        </p:nvSpPr>
        <p:spPr>
          <a:xfrm>
            <a:off x="8129391" y="882225"/>
            <a:ext cx="2008381" cy="286617"/>
          </a:xfrm>
          <a:prstGeom prst="rect">
            <a:avLst/>
          </a:prstGeom>
          <a:noFill/>
        </p:spPr>
        <p:txBody>
          <a:bodyPr vert="horz" wrap="square" lIns="0" tIns="70485" rIns="0" bIns="0" rtlCol="0" anchor="ctr">
            <a:spAutoFit/>
          </a:bodyPr>
          <a:lstStyle/>
          <a:p>
            <a:pPr marL="100330">
              <a:lnSpc>
                <a:spcPct val="100000"/>
              </a:lnSpc>
              <a:spcBef>
                <a:spcPts val="555"/>
              </a:spcBef>
            </a:pPr>
            <a:endParaRPr lang="de-DE" sz="1400" b="1">
              <a:solidFill>
                <a:schemeClr val="bg1"/>
              </a:solidFill>
              <a:latin typeface="Calibri"/>
              <a:cs typeface="Calibri"/>
            </a:endParaRPr>
          </a:p>
        </p:txBody>
      </p:sp>
      <p:sp>
        <p:nvSpPr>
          <p:cNvPr id="59" name="object 13">
            <a:extLst>
              <a:ext uri="{FF2B5EF4-FFF2-40B4-BE49-F238E27FC236}">
                <a16:creationId xmlns:a16="http://schemas.microsoft.com/office/drawing/2014/main" id="{33E514D2-61AA-4D7F-B6D9-C89E4FABC9CA}"/>
              </a:ext>
            </a:extLst>
          </p:cNvPr>
          <p:cNvSpPr/>
          <p:nvPr/>
        </p:nvSpPr>
        <p:spPr>
          <a:xfrm>
            <a:off x="317066" y="925648"/>
            <a:ext cx="2968119" cy="5130487"/>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nchor="t"/>
          <a:lstStyle/>
          <a:p>
            <a:pPr marL="72000" algn="just"/>
            <a:r>
              <a:rPr lang="de-DE" sz="1400" b="1" u="sng">
                <a:solidFill>
                  <a:schemeClr val="bg1"/>
                </a:solidFill>
              </a:rPr>
              <a:t>KUNDE</a:t>
            </a:r>
          </a:p>
        </p:txBody>
      </p:sp>
      <p:sp>
        <p:nvSpPr>
          <p:cNvPr id="62" name="object 19">
            <a:extLst>
              <a:ext uri="{FF2B5EF4-FFF2-40B4-BE49-F238E27FC236}">
                <a16:creationId xmlns:a16="http://schemas.microsoft.com/office/drawing/2014/main" id="{2534DD25-4EAF-4975-92B3-A19D65ADAE48}"/>
              </a:ext>
            </a:extLst>
          </p:cNvPr>
          <p:cNvSpPr txBox="1"/>
          <p:nvPr/>
        </p:nvSpPr>
        <p:spPr>
          <a:xfrm>
            <a:off x="3307012" y="4735823"/>
            <a:ext cx="2299885"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3" name="object 19">
            <a:extLst>
              <a:ext uri="{FF2B5EF4-FFF2-40B4-BE49-F238E27FC236}">
                <a16:creationId xmlns:a16="http://schemas.microsoft.com/office/drawing/2014/main" id="{FE32B5F8-CFA4-4AFD-B8FF-55D7EF65CB92}"/>
              </a:ext>
            </a:extLst>
          </p:cNvPr>
          <p:cNvSpPr txBox="1"/>
          <p:nvPr/>
        </p:nvSpPr>
        <p:spPr>
          <a:xfrm>
            <a:off x="3307012" y="5745705"/>
            <a:ext cx="2299885"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4" name="object 19">
            <a:extLst>
              <a:ext uri="{FF2B5EF4-FFF2-40B4-BE49-F238E27FC236}">
                <a16:creationId xmlns:a16="http://schemas.microsoft.com/office/drawing/2014/main" id="{A4F264BC-8598-4DB6-9CF8-1840D3ECDAA0}"/>
              </a:ext>
            </a:extLst>
          </p:cNvPr>
          <p:cNvSpPr txBox="1"/>
          <p:nvPr/>
        </p:nvSpPr>
        <p:spPr>
          <a:xfrm>
            <a:off x="3307012" y="5240766"/>
            <a:ext cx="2299885"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5" name="object 19">
            <a:extLst>
              <a:ext uri="{FF2B5EF4-FFF2-40B4-BE49-F238E27FC236}">
                <a16:creationId xmlns:a16="http://schemas.microsoft.com/office/drawing/2014/main" id="{2786B2E5-B7EF-427C-87B2-9F41EFCB6BAC}"/>
              </a:ext>
            </a:extLst>
          </p:cNvPr>
          <p:cNvSpPr txBox="1"/>
          <p:nvPr/>
        </p:nvSpPr>
        <p:spPr>
          <a:xfrm>
            <a:off x="3307012" y="4230880"/>
            <a:ext cx="2299885"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6" name="object 19">
            <a:extLst>
              <a:ext uri="{FF2B5EF4-FFF2-40B4-BE49-F238E27FC236}">
                <a16:creationId xmlns:a16="http://schemas.microsoft.com/office/drawing/2014/main" id="{7710EBAF-58C1-48D3-9FDF-6B3FAF144291}"/>
              </a:ext>
            </a:extLst>
          </p:cNvPr>
          <p:cNvSpPr txBox="1"/>
          <p:nvPr/>
        </p:nvSpPr>
        <p:spPr>
          <a:xfrm>
            <a:off x="3307012" y="3725937"/>
            <a:ext cx="1731746"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7" name="object 19">
            <a:extLst>
              <a:ext uri="{FF2B5EF4-FFF2-40B4-BE49-F238E27FC236}">
                <a16:creationId xmlns:a16="http://schemas.microsoft.com/office/drawing/2014/main" id="{6CE25DC8-3BDE-4BCA-8656-0644EE5B8320}"/>
              </a:ext>
            </a:extLst>
          </p:cNvPr>
          <p:cNvSpPr txBox="1"/>
          <p:nvPr/>
        </p:nvSpPr>
        <p:spPr>
          <a:xfrm>
            <a:off x="3307012" y="3220994"/>
            <a:ext cx="1145178"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8" name="object 19">
            <a:extLst>
              <a:ext uri="{FF2B5EF4-FFF2-40B4-BE49-F238E27FC236}">
                <a16:creationId xmlns:a16="http://schemas.microsoft.com/office/drawing/2014/main" id="{AC6405B4-FB25-4BE4-AC58-7B88A554B372}"/>
              </a:ext>
            </a:extLst>
          </p:cNvPr>
          <p:cNvSpPr txBox="1"/>
          <p:nvPr/>
        </p:nvSpPr>
        <p:spPr>
          <a:xfrm>
            <a:off x="3307012" y="2716051"/>
            <a:ext cx="1145178"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69" name="object 19">
            <a:extLst>
              <a:ext uri="{FF2B5EF4-FFF2-40B4-BE49-F238E27FC236}">
                <a16:creationId xmlns:a16="http://schemas.microsoft.com/office/drawing/2014/main" id="{4319B990-F025-4A9F-ACB4-EEF68968995F}"/>
              </a:ext>
            </a:extLst>
          </p:cNvPr>
          <p:cNvSpPr txBox="1"/>
          <p:nvPr/>
        </p:nvSpPr>
        <p:spPr>
          <a:xfrm>
            <a:off x="3307012" y="2207933"/>
            <a:ext cx="1145178"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70" name="object 19">
            <a:extLst>
              <a:ext uri="{FF2B5EF4-FFF2-40B4-BE49-F238E27FC236}">
                <a16:creationId xmlns:a16="http://schemas.microsoft.com/office/drawing/2014/main" id="{CA7F30E2-42F7-4488-8155-52429F660B54}"/>
              </a:ext>
            </a:extLst>
          </p:cNvPr>
          <p:cNvSpPr txBox="1"/>
          <p:nvPr/>
        </p:nvSpPr>
        <p:spPr>
          <a:xfrm>
            <a:off x="3307012" y="1696640"/>
            <a:ext cx="573108"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72" name="object 19">
            <a:extLst>
              <a:ext uri="{FF2B5EF4-FFF2-40B4-BE49-F238E27FC236}">
                <a16:creationId xmlns:a16="http://schemas.microsoft.com/office/drawing/2014/main" id="{CB3274A9-EE3F-4D6E-A654-891F0E1FF737}"/>
              </a:ext>
            </a:extLst>
          </p:cNvPr>
          <p:cNvSpPr txBox="1"/>
          <p:nvPr/>
        </p:nvSpPr>
        <p:spPr>
          <a:xfrm>
            <a:off x="3307012" y="1184077"/>
            <a:ext cx="573108" cy="312820"/>
          </a:xfrm>
          <a:prstGeom prst="rect">
            <a:avLst/>
          </a:prstGeom>
          <a:solidFill>
            <a:srgbClr val="0092CF"/>
          </a:solidFill>
        </p:spPr>
        <p:txBody>
          <a:bodyPr vert="horz" wrap="square" lIns="0" tIns="70485" rIns="0" bIns="0" rtlCol="0" anchor="ctr">
            <a:spAutoFit/>
          </a:bodyPr>
          <a:lstStyle/>
          <a:p>
            <a:pPr marL="100330">
              <a:lnSpc>
                <a:spcPct val="100000"/>
              </a:lnSpc>
              <a:spcBef>
                <a:spcPts val="555"/>
              </a:spcBef>
            </a:pPr>
            <a:endParaRPr sz="1600" b="1">
              <a:solidFill>
                <a:schemeClr val="bg1"/>
              </a:solidFill>
              <a:latin typeface="Calibri"/>
              <a:cs typeface="Calibri"/>
            </a:endParaRPr>
          </a:p>
        </p:txBody>
      </p:sp>
      <p:sp>
        <p:nvSpPr>
          <p:cNvPr id="75" name="Textfeld 74">
            <a:extLst>
              <a:ext uri="{FF2B5EF4-FFF2-40B4-BE49-F238E27FC236}">
                <a16:creationId xmlns:a16="http://schemas.microsoft.com/office/drawing/2014/main" id="{02EB6C3F-2971-4869-A0DF-DE5298B6184E}"/>
              </a:ext>
            </a:extLst>
          </p:cNvPr>
          <p:cNvSpPr txBox="1"/>
          <p:nvPr/>
        </p:nvSpPr>
        <p:spPr>
          <a:xfrm>
            <a:off x="3281128" y="1239565"/>
            <a:ext cx="824118" cy="200055"/>
          </a:xfrm>
          <a:prstGeom prst="rect">
            <a:avLst/>
          </a:prstGeom>
          <a:noFill/>
        </p:spPr>
        <p:txBody>
          <a:bodyPr wrap="square">
            <a:spAutoFit/>
          </a:bodyPr>
          <a:lstStyle/>
          <a:p>
            <a:pPr marL="0" rtl="0" eaLnBrk="1" fontAlgn="b" latinLnBrk="0" hangingPunct="1">
              <a:spcBef>
                <a:spcPts val="1700"/>
              </a:spcBef>
              <a:spcAft>
                <a:spcPts val="0"/>
              </a:spcAft>
            </a:pPr>
            <a:r>
              <a:rPr lang="de-DE" sz="700" b="1">
                <a:solidFill>
                  <a:schemeClr val="bg1"/>
                </a:solidFill>
                <a:latin typeface="Calibri" panose="020F0502020204030204" pitchFamily="34" charset="0"/>
              </a:rPr>
              <a:t>12 Monate</a:t>
            </a:r>
            <a:endParaRPr lang="de-DE" sz="1100" b="1" i="0" u="none" strike="noStrike">
              <a:solidFill>
                <a:schemeClr val="bg1"/>
              </a:solidFill>
              <a:effectLst/>
              <a:latin typeface="Arial" panose="020B0604020202020204" pitchFamily="34" charset="0"/>
            </a:endParaRPr>
          </a:p>
        </p:txBody>
      </p:sp>
      <p:sp>
        <p:nvSpPr>
          <p:cNvPr id="77" name="Textfeld 76">
            <a:extLst>
              <a:ext uri="{FF2B5EF4-FFF2-40B4-BE49-F238E27FC236}">
                <a16:creationId xmlns:a16="http://schemas.microsoft.com/office/drawing/2014/main" id="{0BFE9421-57A7-428A-9798-19567D2352D4}"/>
              </a:ext>
            </a:extLst>
          </p:cNvPr>
          <p:cNvSpPr txBox="1"/>
          <p:nvPr/>
        </p:nvSpPr>
        <p:spPr>
          <a:xfrm>
            <a:off x="3288636" y="1751494"/>
            <a:ext cx="824118" cy="200055"/>
          </a:xfrm>
          <a:prstGeom prst="rect">
            <a:avLst/>
          </a:prstGeom>
          <a:noFill/>
        </p:spPr>
        <p:txBody>
          <a:bodyPr wrap="square">
            <a:spAutoFit/>
          </a:bodyPr>
          <a:lstStyle/>
          <a:p>
            <a:pPr marL="0" rtl="0" eaLnBrk="1" fontAlgn="b" latinLnBrk="0" hangingPunct="1">
              <a:spcBef>
                <a:spcPts val="1700"/>
              </a:spcBef>
              <a:spcAft>
                <a:spcPts val="0"/>
              </a:spcAft>
            </a:pPr>
            <a:r>
              <a:rPr lang="de-DE" sz="700" b="1">
                <a:solidFill>
                  <a:schemeClr val="bg1"/>
                </a:solidFill>
                <a:latin typeface="Calibri" panose="020F0502020204030204" pitchFamily="34" charset="0"/>
              </a:rPr>
              <a:t>12 Monate</a:t>
            </a:r>
            <a:endParaRPr lang="de-DE" sz="1100" b="1" i="0" u="none" strike="noStrike">
              <a:solidFill>
                <a:schemeClr val="bg1"/>
              </a:solidFill>
              <a:effectLst/>
              <a:latin typeface="Arial" panose="020B0604020202020204" pitchFamily="34" charset="0"/>
            </a:endParaRPr>
          </a:p>
        </p:txBody>
      </p:sp>
      <p:sp>
        <p:nvSpPr>
          <p:cNvPr id="78" name="Textfeld 77">
            <a:extLst>
              <a:ext uri="{FF2B5EF4-FFF2-40B4-BE49-F238E27FC236}">
                <a16:creationId xmlns:a16="http://schemas.microsoft.com/office/drawing/2014/main" id="{F56D9CFF-C1E3-46F0-AFC3-5454A93A24EA}"/>
              </a:ext>
            </a:extLst>
          </p:cNvPr>
          <p:cNvSpPr txBox="1"/>
          <p:nvPr/>
        </p:nvSpPr>
        <p:spPr>
          <a:xfrm>
            <a:off x="3559645" y="2242227"/>
            <a:ext cx="738309" cy="230832"/>
          </a:xfrm>
          <a:prstGeom prst="rect">
            <a:avLst/>
          </a:prstGeom>
          <a:solidFill>
            <a:srgbClr val="0092CF"/>
          </a:solidFill>
        </p:spPr>
        <p:txBody>
          <a:bodyPr wrap="square">
            <a:spAutoFit/>
          </a:bodyPr>
          <a:lstStyle/>
          <a:p>
            <a:pPr marL="0" rtl="0" eaLnBrk="1" fontAlgn="b" latinLnBrk="0" hangingPunct="1">
              <a:spcBef>
                <a:spcPts val="1700"/>
              </a:spcBef>
              <a:spcAft>
                <a:spcPts val="0"/>
              </a:spcAft>
            </a:pPr>
            <a:r>
              <a:rPr lang="de-DE" sz="900" b="1">
                <a:solidFill>
                  <a:schemeClr val="bg1"/>
                </a:solidFill>
                <a:latin typeface="Calibri" panose="020F0502020204030204" pitchFamily="34" charset="0"/>
              </a:rPr>
              <a:t>24 Monate</a:t>
            </a:r>
            <a:endParaRPr lang="de-DE" sz="1400" b="1" i="0" u="none" strike="noStrike">
              <a:solidFill>
                <a:schemeClr val="bg1"/>
              </a:solidFill>
              <a:effectLst/>
              <a:latin typeface="Arial" panose="020B0604020202020204" pitchFamily="34" charset="0"/>
            </a:endParaRPr>
          </a:p>
        </p:txBody>
      </p:sp>
      <p:sp>
        <p:nvSpPr>
          <p:cNvPr id="79" name="Textfeld 78">
            <a:extLst>
              <a:ext uri="{FF2B5EF4-FFF2-40B4-BE49-F238E27FC236}">
                <a16:creationId xmlns:a16="http://schemas.microsoft.com/office/drawing/2014/main" id="{11CFE5A0-4A8C-446E-A33B-EF682D75E621}"/>
              </a:ext>
            </a:extLst>
          </p:cNvPr>
          <p:cNvSpPr txBox="1"/>
          <p:nvPr/>
        </p:nvSpPr>
        <p:spPr>
          <a:xfrm>
            <a:off x="3559646" y="2746946"/>
            <a:ext cx="738308" cy="230832"/>
          </a:xfrm>
          <a:prstGeom prst="rect">
            <a:avLst/>
          </a:prstGeom>
          <a:solidFill>
            <a:srgbClr val="0092CF"/>
          </a:solidFill>
        </p:spPr>
        <p:txBody>
          <a:bodyPr wrap="square">
            <a:spAutoFit/>
          </a:bodyPr>
          <a:lstStyle/>
          <a:p>
            <a:pPr marL="0" rtl="0" eaLnBrk="1" fontAlgn="b" latinLnBrk="0" hangingPunct="1">
              <a:spcBef>
                <a:spcPts val="1700"/>
              </a:spcBef>
              <a:spcAft>
                <a:spcPts val="0"/>
              </a:spcAft>
            </a:pPr>
            <a:r>
              <a:rPr lang="de-DE" sz="900" b="1">
                <a:solidFill>
                  <a:schemeClr val="bg1"/>
                </a:solidFill>
                <a:latin typeface="Calibri" panose="020F0502020204030204" pitchFamily="34" charset="0"/>
              </a:rPr>
              <a:t>24 Monate</a:t>
            </a:r>
            <a:endParaRPr lang="de-DE" sz="1400" b="1" i="0" u="none" strike="noStrike">
              <a:solidFill>
                <a:schemeClr val="bg1"/>
              </a:solidFill>
              <a:effectLst/>
              <a:latin typeface="Arial" panose="020B0604020202020204" pitchFamily="34" charset="0"/>
            </a:endParaRPr>
          </a:p>
        </p:txBody>
      </p:sp>
      <p:sp>
        <p:nvSpPr>
          <p:cNvPr id="80" name="Textfeld 79">
            <a:extLst>
              <a:ext uri="{FF2B5EF4-FFF2-40B4-BE49-F238E27FC236}">
                <a16:creationId xmlns:a16="http://schemas.microsoft.com/office/drawing/2014/main" id="{63DBD23F-D91F-494A-B58D-3E275C21543A}"/>
              </a:ext>
            </a:extLst>
          </p:cNvPr>
          <p:cNvSpPr txBox="1"/>
          <p:nvPr/>
        </p:nvSpPr>
        <p:spPr>
          <a:xfrm>
            <a:off x="3562614" y="3254236"/>
            <a:ext cx="735340" cy="230832"/>
          </a:xfrm>
          <a:prstGeom prst="rect">
            <a:avLst/>
          </a:prstGeom>
          <a:solidFill>
            <a:srgbClr val="0092CF"/>
          </a:solidFill>
        </p:spPr>
        <p:txBody>
          <a:bodyPr wrap="square">
            <a:spAutoFit/>
          </a:bodyPr>
          <a:lstStyle/>
          <a:p>
            <a:pPr marL="0" rtl="0" eaLnBrk="1" fontAlgn="b" latinLnBrk="0" hangingPunct="1">
              <a:spcBef>
                <a:spcPts val="1700"/>
              </a:spcBef>
              <a:spcAft>
                <a:spcPts val="0"/>
              </a:spcAft>
            </a:pPr>
            <a:r>
              <a:rPr lang="de-DE" sz="900" b="1">
                <a:solidFill>
                  <a:schemeClr val="bg1"/>
                </a:solidFill>
                <a:latin typeface="Calibri" panose="020F0502020204030204" pitchFamily="34" charset="0"/>
              </a:rPr>
              <a:t>24 Monate</a:t>
            </a:r>
            <a:endParaRPr lang="de-DE" sz="1400" b="1" i="0" u="none" strike="noStrike">
              <a:solidFill>
                <a:schemeClr val="bg1"/>
              </a:solidFill>
              <a:effectLst/>
              <a:latin typeface="Arial" panose="020B0604020202020204" pitchFamily="34" charset="0"/>
            </a:endParaRPr>
          </a:p>
        </p:txBody>
      </p:sp>
      <p:sp>
        <p:nvSpPr>
          <p:cNvPr id="82" name="Textfeld 81">
            <a:extLst>
              <a:ext uri="{FF2B5EF4-FFF2-40B4-BE49-F238E27FC236}">
                <a16:creationId xmlns:a16="http://schemas.microsoft.com/office/drawing/2014/main" id="{00BB49C2-8C21-4039-89B6-4D857BBF22B2}"/>
              </a:ext>
            </a:extLst>
          </p:cNvPr>
          <p:cNvSpPr txBox="1"/>
          <p:nvPr/>
        </p:nvSpPr>
        <p:spPr>
          <a:xfrm>
            <a:off x="3774472" y="3736994"/>
            <a:ext cx="1182941" cy="276999"/>
          </a:xfrm>
          <a:prstGeom prst="rect">
            <a:avLst/>
          </a:prstGeom>
          <a:solidFill>
            <a:srgbClr val="0092CF"/>
          </a:solidFill>
        </p:spPr>
        <p:txBody>
          <a:bodyPr wrap="square">
            <a:spAutoFit/>
          </a:bodyPr>
          <a:lstStyle/>
          <a:p>
            <a:pPr marL="0" rtl="0" eaLnBrk="1" fontAlgn="b" latinLnBrk="0" hangingPunct="1">
              <a:spcBef>
                <a:spcPts val="1700"/>
              </a:spcBef>
              <a:spcAft>
                <a:spcPts val="0"/>
              </a:spcAft>
            </a:pPr>
            <a:r>
              <a:rPr lang="de-DE" sz="1200" b="1">
                <a:solidFill>
                  <a:schemeClr val="bg1"/>
                </a:solidFill>
                <a:latin typeface="Calibri" panose="020F0502020204030204" pitchFamily="34" charset="0"/>
              </a:rPr>
              <a:t>36 Monate</a:t>
            </a:r>
            <a:endParaRPr lang="de-DE" sz="1200" b="1" i="0" u="none" strike="noStrike">
              <a:solidFill>
                <a:schemeClr val="bg1"/>
              </a:solidFill>
              <a:effectLst/>
              <a:latin typeface="Arial" panose="020B0604020202020204" pitchFamily="34" charset="0"/>
            </a:endParaRPr>
          </a:p>
        </p:txBody>
      </p:sp>
      <p:sp>
        <p:nvSpPr>
          <p:cNvPr id="87" name="Textfeld 86">
            <a:extLst>
              <a:ext uri="{FF2B5EF4-FFF2-40B4-BE49-F238E27FC236}">
                <a16:creationId xmlns:a16="http://schemas.microsoft.com/office/drawing/2014/main" id="{CA2F4253-C436-40BF-8B8F-A7996FC6AC2A}"/>
              </a:ext>
            </a:extLst>
          </p:cNvPr>
          <p:cNvSpPr txBox="1"/>
          <p:nvPr/>
        </p:nvSpPr>
        <p:spPr>
          <a:xfrm>
            <a:off x="4014781" y="4255750"/>
            <a:ext cx="1195606"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a:solidFill>
                  <a:schemeClr val="bg1"/>
                </a:solidFill>
                <a:effectLst/>
                <a:latin typeface="Calibri" panose="020F0502020204030204" pitchFamily="34" charset="0"/>
              </a:rPr>
              <a:t>48 Monate</a:t>
            </a:r>
            <a:endParaRPr lang="de-DE" sz="1200" b="1" i="0" u="none" strike="noStrike">
              <a:solidFill>
                <a:schemeClr val="bg1"/>
              </a:solidFill>
              <a:effectLst/>
              <a:latin typeface="Arial" panose="020B0604020202020204" pitchFamily="34" charset="0"/>
            </a:endParaRPr>
          </a:p>
        </p:txBody>
      </p:sp>
      <p:sp>
        <p:nvSpPr>
          <p:cNvPr id="88" name="Textfeld 87">
            <a:extLst>
              <a:ext uri="{FF2B5EF4-FFF2-40B4-BE49-F238E27FC236}">
                <a16:creationId xmlns:a16="http://schemas.microsoft.com/office/drawing/2014/main" id="{A15C70F3-91D3-4373-9B30-5819780D1BED}"/>
              </a:ext>
            </a:extLst>
          </p:cNvPr>
          <p:cNvSpPr txBox="1"/>
          <p:nvPr/>
        </p:nvSpPr>
        <p:spPr>
          <a:xfrm>
            <a:off x="4017680" y="4754465"/>
            <a:ext cx="1195606"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a:solidFill>
                  <a:schemeClr val="bg1"/>
                </a:solidFill>
                <a:effectLst/>
                <a:latin typeface="Calibri" panose="020F0502020204030204" pitchFamily="34" charset="0"/>
              </a:rPr>
              <a:t>48 Monate</a:t>
            </a:r>
            <a:endParaRPr lang="de-DE" sz="1200" b="1" i="0" u="none" strike="noStrike">
              <a:solidFill>
                <a:schemeClr val="bg1"/>
              </a:solidFill>
              <a:effectLst/>
              <a:latin typeface="Arial" panose="020B0604020202020204" pitchFamily="34" charset="0"/>
            </a:endParaRPr>
          </a:p>
        </p:txBody>
      </p:sp>
      <p:sp>
        <p:nvSpPr>
          <p:cNvPr id="89" name="Textfeld 88">
            <a:extLst>
              <a:ext uri="{FF2B5EF4-FFF2-40B4-BE49-F238E27FC236}">
                <a16:creationId xmlns:a16="http://schemas.microsoft.com/office/drawing/2014/main" id="{EAE11343-2376-4E36-A828-A76FCD8D7C1F}"/>
              </a:ext>
            </a:extLst>
          </p:cNvPr>
          <p:cNvSpPr txBox="1"/>
          <p:nvPr/>
        </p:nvSpPr>
        <p:spPr>
          <a:xfrm>
            <a:off x="4005139" y="5261042"/>
            <a:ext cx="17279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a:solidFill>
                  <a:schemeClr val="bg1"/>
                </a:solidFill>
                <a:effectLst/>
                <a:latin typeface="Calibri" panose="020F0502020204030204" pitchFamily="34" charset="0"/>
              </a:rPr>
              <a:t>48 Monate</a:t>
            </a:r>
            <a:endParaRPr lang="de-DE" sz="1200" b="1" i="0" u="none" strike="noStrike">
              <a:solidFill>
                <a:schemeClr val="bg1"/>
              </a:solidFill>
              <a:effectLst/>
              <a:latin typeface="Arial" panose="020B0604020202020204" pitchFamily="34" charset="0"/>
            </a:endParaRPr>
          </a:p>
        </p:txBody>
      </p:sp>
      <p:sp>
        <p:nvSpPr>
          <p:cNvPr id="90" name="Textfeld 89">
            <a:extLst>
              <a:ext uri="{FF2B5EF4-FFF2-40B4-BE49-F238E27FC236}">
                <a16:creationId xmlns:a16="http://schemas.microsoft.com/office/drawing/2014/main" id="{116DAF39-2A1A-4FF9-B4B8-4A15BB8F42B3}"/>
              </a:ext>
            </a:extLst>
          </p:cNvPr>
          <p:cNvSpPr txBox="1"/>
          <p:nvPr/>
        </p:nvSpPr>
        <p:spPr>
          <a:xfrm>
            <a:off x="4005139" y="5745705"/>
            <a:ext cx="1195606"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a:solidFill>
                  <a:schemeClr val="bg1"/>
                </a:solidFill>
                <a:effectLst/>
                <a:latin typeface="Calibri" panose="020F0502020204030204" pitchFamily="34" charset="0"/>
              </a:rPr>
              <a:t>48 Monate</a:t>
            </a:r>
            <a:endParaRPr lang="de-DE" sz="1200" b="1" i="0" u="none" strike="noStrike">
              <a:solidFill>
                <a:schemeClr val="bg1"/>
              </a:solidFill>
              <a:effectLst/>
              <a:latin typeface="Arial" panose="020B0604020202020204" pitchFamily="34" charset="0"/>
            </a:endParaRPr>
          </a:p>
        </p:txBody>
      </p:sp>
      <p:sp>
        <p:nvSpPr>
          <p:cNvPr id="93" name="Textfeld 92">
            <a:extLst>
              <a:ext uri="{FF2B5EF4-FFF2-40B4-BE49-F238E27FC236}">
                <a16:creationId xmlns:a16="http://schemas.microsoft.com/office/drawing/2014/main" id="{1208C8EB-AE21-42CC-9CCA-8146F58E3038}"/>
              </a:ext>
            </a:extLst>
          </p:cNvPr>
          <p:cNvSpPr txBox="1"/>
          <p:nvPr/>
        </p:nvSpPr>
        <p:spPr>
          <a:xfrm>
            <a:off x="8247083" y="1297422"/>
            <a:ext cx="1810363" cy="4424687"/>
          </a:xfrm>
          <a:prstGeom prst="rect">
            <a:avLst/>
          </a:prstGeom>
          <a:noFill/>
        </p:spPr>
        <p:txBody>
          <a:bodyPr wrap="square">
            <a:noAutofit/>
          </a:bodyPr>
          <a:lstStyle/>
          <a:p>
            <a:r>
              <a:rPr lang="de-DE" sz="1200" b="1"/>
              <a:t>Das Gesamtauftragsvolumen am 01.01.2021 für das Jahr 2021 betrug 15.500 TEUR</a:t>
            </a:r>
          </a:p>
          <a:p>
            <a:endParaRPr lang="de-DE" sz="1200" b="1"/>
          </a:p>
          <a:p>
            <a:r>
              <a:rPr lang="de-DE" sz="1200" b="1"/>
              <a:t>Bis Ende 2022 bestehen Verträge im Wert von 12.751 TEUR p.a.</a:t>
            </a:r>
          </a:p>
          <a:p>
            <a:endParaRPr lang="de-DE" sz="1200" b="1"/>
          </a:p>
          <a:p>
            <a:r>
              <a:rPr lang="de-DE" sz="1200" b="1"/>
              <a:t>Bis Ende 2023 bestehen Verträge im Wert von 8.151 TEUR p.a.</a:t>
            </a:r>
          </a:p>
          <a:p>
            <a:endParaRPr lang="de-DE" sz="1200" b="1"/>
          </a:p>
          <a:p>
            <a:r>
              <a:rPr lang="de-DE" sz="1200" b="1"/>
              <a:t>Bis Ende 2024 bestehen Verträge im Wert von 6.306 TEUR p.a.</a:t>
            </a:r>
          </a:p>
          <a:p>
            <a:endParaRPr lang="de-DE" sz="1200" b="1"/>
          </a:p>
          <a:p>
            <a:r>
              <a:rPr lang="de-DE" sz="1200" b="1"/>
              <a:t>Bis Ende 2025 bestehen Verträge im Wert von 5.800 TEUR p.a. </a:t>
            </a:r>
          </a:p>
        </p:txBody>
      </p:sp>
      <p:sp>
        <p:nvSpPr>
          <p:cNvPr id="94" name="Textfeld 93">
            <a:extLst>
              <a:ext uri="{FF2B5EF4-FFF2-40B4-BE49-F238E27FC236}">
                <a16:creationId xmlns:a16="http://schemas.microsoft.com/office/drawing/2014/main" id="{527BA8B0-EE97-48DE-801B-244F630EF6CA}"/>
              </a:ext>
            </a:extLst>
          </p:cNvPr>
          <p:cNvSpPr txBox="1"/>
          <p:nvPr/>
        </p:nvSpPr>
        <p:spPr>
          <a:xfrm>
            <a:off x="3229936" y="887401"/>
            <a:ext cx="1731746" cy="230832"/>
          </a:xfrm>
          <a:prstGeom prst="rect">
            <a:avLst/>
          </a:prstGeom>
          <a:noFill/>
        </p:spPr>
        <p:txBody>
          <a:bodyPr wrap="square">
            <a:spAutoFit/>
          </a:bodyPr>
          <a:lstStyle/>
          <a:p>
            <a:pPr marL="0" rtl="0" eaLnBrk="1" fontAlgn="b" latinLnBrk="0" hangingPunct="1">
              <a:spcBef>
                <a:spcPts val="1700"/>
              </a:spcBef>
              <a:spcAft>
                <a:spcPts val="0"/>
              </a:spcAft>
            </a:pPr>
            <a:r>
              <a:rPr lang="de-DE" sz="900" b="1" i="0" u="none" strike="noStrike">
                <a:solidFill>
                  <a:srgbClr val="000000"/>
                </a:solidFill>
                <a:effectLst/>
                <a:latin typeface="Calibri" panose="020F0502020204030204" pitchFamily="34" charset="0"/>
              </a:rPr>
              <a:t>RESTLICHE VERTRAGSLAUFZEIT</a:t>
            </a:r>
            <a:endParaRPr lang="de-DE" sz="1400" b="1" i="0" u="none" strike="noStrike">
              <a:solidFill>
                <a:srgbClr val="000000"/>
              </a:solidFill>
              <a:effectLst/>
              <a:latin typeface="Arial" panose="020B0604020202020204" pitchFamily="34" charset="0"/>
            </a:endParaRPr>
          </a:p>
        </p:txBody>
      </p:sp>
      <p:sp>
        <p:nvSpPr>
          <p:cNvPr id="96" name="Textfeld 95">
            <a:extLst>
              <a:ext uri="{FF2B5EF4-FFF2-40B4-BE49-F238E27FC236}">
                <a16:creationId xmlns:a16="http://schemas.microsoft.com/office/drawing/2014/main" id="{9042836F-14C8-4343-8B24-F358278677AB}"/>
              </a:ext>
            </a:extLst>
          </p:cNvPr>
          <p:cNvSpPr txBox="1"/>
          <p:nvPr/>
        </p:nvSpPr>
        <p:spPr>
          <a:xfrm>
            <a:off x="5525025" y="887401"/>
            <a:ext cx="1005799" cy="230832"/>
          </a:xfrm>
          <a:prstGeom prst="rect">
            <a:avLst/>
          </a:prstGeom>
          <a:noFill/>
        </p:spPr>
        <p:txBody>
          <a:bodyPr wrap="square">
            <a:spAutoFit/>
          </a:bodyPr>
          <a:lstStyle>
            <a:defPPr>
              <a:defRPr lang="de-DE"/>
            </a:defPPr>
            <a:lvl1pPr fontAlgn="b">
              <a:spcBef>
                <a:spcPts val="1700"/>
              </a:spcBef>
              <a:spcAft>
                <a:spcPts val="0"/>
              </a:spcAft>
              <a:defRPr sz="900" b="1" i="0" u="none" strike="noStrike">
                <a:solidFill>
                  <a:schemeClr val="bg1"/>
                </a:solidFill>
                <a:effectLst/>
                <a:latin typeface="Calibri" panose="020F0502020204030204" pitchFamily="34" charset="0"/>
              </a:defRPr>
            </a:lvl1pPr>
          </a:lstStyle>
          <a:p>
            <a:r>
              <a:rPr lang="de-DE">
                <a:solidFill>
                  <a:srgbClr val="000000"/>
                </a:solidFill>
              </a:rPr>
              <a:t>VERTRAGSENDE</a:t>
            </a:r>
          </a:p>
        </p:txBody>
      </p:sp>
      <p:sp>
        <p:nvSpPr>
          <p:cNvPr id="97" name="Textfeld 96">
            <a:extLst>
              <a:ext uri="{FF2B5EF4-FFF2-40B4-BE49-F238E27FC236}">
                <a16:creationId xmlns:a16="http://schemas.microsoft.com/office/drawing/2014/main" id="{CF3737CA-E279-450A-9CC2-FCA155AEACEF}"/>
              </a:ext>
            </a:extLst>
          </p:cNvPr>
          <p:cNvSpPr txBox="1"/>
          <p:nvPr/>
        </p:nvSpPr>
        <p:spPr>
          <a:xfrm>
            <a:off x="6367489" y="887401"/>
            <a:ext cx="1854599" cy="230832"/>
          </a:xfrm>
          <a:prstGeom prst="rect">
            <a:avLst/>
          </a:prstGeom>
          <a:noFill/>
        </p:spPr>
        <p:txBody>
          <a:bodyPr wrap="square">
            <a:spAutoFit/>
          </a:bodyPr>
          <a:lstStyle/>
          <a:p>
            <a:pPr marL="0" rtl="0" eaLnBrk="1" fontAlgn="b" latinLnBrk="0" hangingPunct="1">
              <a:spcBef>
                <a:spcPts val="1700"/>
              </a:spcBef>
              <a:spcAft>
                <a:spcPts val="0"/>
              </a:spcAft>
            </a:pPr>
            <a:r>
              <a:rPr lang="de-DE" sz="900" b="1">
                <a:solidFill>
                  <a:srgbClr val="000000"/>
                </a:solidFill>
                <a:latin typeface="Calibri" panose="020F0502020204030204" pitchFamily="34" charset="0"/>
              </a:rPr>
              <a:t>RESTLICHES AUFTRAGSVOLUMEN</a:t>
            </a:r>
          </a:p>
        </p:txBody>
      </p:sp>
      <p:sp>
        <p:nvSpPr>
          <p:cNvPr id="100" name="Textfeld 99">
            <a:extLst>
              <a:ext uri="{FF2B5EF4-FFF2-40B4-BE49-F238E27FC236}">
                <a16:creationId xmlns:a16="http://schemas.microsoft.com/office/drawing/2014/main" id="{B8B548F2-83E2-4971-80EC-C72839CCA906}"/>
              </a:ext>
            </a:extLst>
          </p:cNvPr>
          <p:cNvSpPr txBox="1"/>
          <p:nvPr/>
        </p:nvSpPr>
        <p:spPr>
          <a:xfrm>
            <a:off x="390419" y="1237711"/>
            <a:ext cx="29788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GP AG (Werkverkehre Luftpost)</a:t>
            </a:r>
            <a:endParaRPr lang="de-DE" sz="1200" b="1" i="0" u="none" strike="noStrike">
              <a:solidFill>
                <a:schemeClr val="bg1"/>
              </a:solidFill>
              <a:effectLst/>
              <a:latin typeface="Arial" panose="020B0604020202020204" pitchFamily="34" charset="0"/>
            </a:endParaRPr>
          </a:p>
        </p:txBody>
      </p:sp>
      <p:sp>
        <p:nvSpPr>
          <p:cNvPr id="102" name="Textfeld 101">
            <a:extLst>
              <a:ext uri="{FF2B5EF4-FFF2-40B4-BE49-F238E27FC236}">
                <a16:creationId xmlns:a16="http://schemas.microsoft.com/office/drawing/2014/main" id="{0783E436-368B-4A3A-B3AB-1B98E64B08B1}"/>
              </a:ext>
            </a:extLst>
          </p:cNvPr>
          <p:cNvSpPr txBox="1"/>
          <p:nvPr/>
        </p:nvSpPr>
        <p:spPr>
          <a:xfrm>
            <a:off x="376454" y="1609436"/>
            <a:ext cx="2776321" cy="461665"/>
          </a:xfrm>
          <a:prstGeom prst="rect">
            <a:avLst/>
          </a:prstGeom>
          <a:noFill/>
        </p:spPr>
        <p:txBody>
          <a:bodyPr wrap="square">
            <a:spAutoFit/>
          </a:bodyPr>
          <a:lstStyle/>
          <a:p>
            <a:pPr fontAlgn="b">
              <a:spcBef>
                <a:spcPts val="1700"/>
              </a:spcBef>
            </a:pPr>
            <a:r>
              <a:rPr lang="de-DE" sz="1200" b="1" i="0" u="none" strike="noStrike" kern="1200">
                <a:solidFill>
                  <a:schemeClr val="bg1"/>
                </a:solidFill>
                <a:effectLst/>
                <a:latin typeface="Calibri" panose="020F0502020204030204" pitchFamily="34" charset="0"/>
              </a:rPr>
              <a:t>Entsorgungsvertrag Stadtwerke ABC (unbefristet Entsorgungslogistik)</a:t>
            </a:r>
            <a:endParaRPr lang="de-DE" sz="1200" b="1" i="0" u="none" strike="noStrike">
              <a:solidFill>
                <a:schemeClr val="bg1"/>
              </a:solidFill>
              <a:effectLst/>
              <a:latin typeface="Arial" panose="020B0604020202020204" pitchFamily="34" charset="0"/>
            </a:endParaRPr>
          </a:p>
        </p:txBody>
      </p:sp>
      <p:sp>
        <p:nvSpPr>
          <p:cNvPr id="103" name="Textfeld 102">
            <a:extLst>
              <a:ext uri="{FF2B5EF4-FFF2-40B4-BE49-F238E27FC236}">
                <a16:creationId xmlns:a16="http://schemas.microsoft.com/office/drawing/2014/main" id="{78C7C554-F084-4317-8BD4-B5D170FC2CBB}"/>
              </a:ext>
            </a:extLst>
          </p:cNvPr>
          <p:cNvSpPr txBox="1"/>
          <p:nvPr/>
        </p:nvSpPr>
        <p:spPr>
          <a:xfrm>
            <a:off x="389956" y="2128718"/>
            <a:ext cx="2978832" cy="461665"/>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Spezialmülltransport Chemiewerk AG (Entsorgungslogistik)</a:t>
            </a:r>
            <a:endParaRPr lang="de-DE" sz="1200" b="1" i="0" u="none" strike="noStrike">
              <a:solidFill>
                <a:schemeClr val="bg1"/>
              </a:solidFill>
              <a:effectLst/>
              <a:latin typeface="Arial" panose="020B0604020202020204" pitchFamily="34" charset="0"/>
            </a:endParaRPr>
          </a:p>
        </p:txBody>
      </p:sp>
      <p:sp>
        <p:nvSpPr>
          <p:cNvPr id="104" name="Textfeld 103">
            <a:extLst>
              <a:ext uri="{FF2B5EF4-FFF2-40B4-BE49-F238E27FC236}">
                <a16:creationId xmlns:a16="http://schemas.microsoft.com/office/drawing/2014/main" id="{AC7B68E7-8130-4094-9939-9874B2470C80}"/>
              </a:ext>
            </a:extLst>
          </p:cNvPr>
          <p:cNvSpPr txBox="1"/>
          <p:nvPr/>
        </p:nvSpPr>
        <p:spPr>
          <a:xfrm>
            <a:off x="389956" y="2659680"/>
            <a:ext cx="2978832" cy="461665"/>
          </a:xfrm>
          <a:prstGeom prst="rect">
            <a:avLst/>
          </a:prstGeom>
          <a:noFill/>
        </p:spPr>
        <p:txBody>
          <a:bodyPr wrap="square">
            <a:spAutoFit/>
          </a:bodyPr>
          <a:lstStyle/>
          <a:p>
            <a:pPr fontAlgn="b">
              <a:spcBef>
                <a:spcPts val="1700"/>
              </a:spcBef>
            </a:pPr>
            <a:r>
              <a:rPr lang="de-DE" sz="1200" b="1" i="0" u="none" strike="noStrike" kern="1200">
                <a:solidFill>
                  <a:schemeClr val="bg1"/>
                </a:solidFill>
                <a:effectLst/>
                <a:latin typeface="Calibri" panose="020F0502020204030204" pitchFamily="34" charset="0"/>
              </a:rPr>
              <a:t>Simons Elektro AG (Lagerhaltung und Kommissionierung-J-I-T)</a:t>
            </a:r>
            <a:endParaRPr lang="de-DE" sz="1200" b="1" i="0" u="none" strike="noStrike">
              <a:solidFill>
                <a:schemeClr val="bg1"/>
              </a:solidFill>
              <a:effectLst/>
              <a:latin typeface="Arial" panose="020B0604020202020204" pitchFamily="34" charset="0"/>
            </a:endParaRPr>
          </a:p>
        </p:txBody>
      </p:sp>
      <p:sp>
        <p:nvSpPr>
          <p:cNvPr id="105" name="Textfeld 104">
            <a:extLst>
              <a:ext uri="{FF2B5EF4-FFF2-40B4-BE49-F238E27FC236}">
                <a16:creationId xmlns:a16="http://schemas.microsoft.com/office/drawing/2014/main" id="{BB71358E-5097-476C-B801-8F183BC849F2}"/>
              </a:ext>
            </a:extLst>
          </p:cNvPr>
          <p:cNvSpPr txBox="1"/>
          <p:nvPr/>
        </p:nvSpPr>
        <p:spPr>
          <a:xfrm>
            <a:off x="389959" y="3149298"/>
            <a:ext cx="2978832" cy="461665"/>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Werbeartikel Company Inc. (Lagerhaltung und Kommissionierung)</a:t>
            </a:r>
            <a:endParaRPr lang="de-DE" sz="1200" b="1" i="0" u="none" strike="noStrike">
              <a:solidFill>
                <a:schemeClr val="bg1"/>
              </a:solidFill>
              <a:effectLst/>
              <a:latin typeface="Arial" panose="020B0604020202020204" pitchFamily="34" charset="0"/>
            </a:endParaRPr>
          </a:p>
        </p:txBody>
      </p:sp>
      <p:sp>
        <p:nvSpPr>
          <p:cNvPr id="106" name="Textfeld 105">
            <a:extLst>
              <a:ext uri="{FF2B5EF4-FFF2-40B4-BE49-F238E27FC236}">
                <a16:creationId xmlns:a16="http://schemas.microsoft.com/office/drawing/2014/main" id="{C95F9EDC-8245-4440-9E4B-70B2C8388F44}"/>
              </a:ext>
            </a:extLst>
          </p:cNvPr>
          <p:cNvSpPr txBox="1"/>
          <p:nvPr/>
        </p:nvSpPr>
        <p:spPr>
          <a:xfrm>
            <a:off x="419741" y="3638916"/>
            <a:ext cx="2762767" cy="461665"/>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LHD Road Feeder Service (Werkverkehre Luftfracht)</a:t>
            </a:r>
            <a:endParaRPr lang="de-DE" sz="1200" b="1" i="0" u="none" strike="noStrike">
              <a:solidFill>
                <a:schemeClr val="bg1"/>
              </a:solidFill>
              <a:effectLst/>
              <a:latin typeface="Arial" panose="020B0604020202020204" pitchFamily="34" charset="0"/>
            </a:endParaRPr>
          </a:p>
        </p:txBody>
      </p:sp>
      <p:sp>
        <p:nvSpPr>
          <p:cNvPr id="108" name="Textfeld 107">
            <a:extLst>
              <a:ext uri="{FF2B5EF4-FFF2-40B4-BE49-F238E27FC236}">
                <a16:creationId xmlns:a16="http://schemas.microsoft.com/office/drawing/2014/main" id="{BCABAA96-C824-415E-8881-D0E781D7FAD8}"/>
              </a:ext>
            </a:extLst>
          </p:cNvPr>
          <p:cNvSpPr txBox="1"/>
          <p:nvPr/>
        </p:nvSpPr>
        <p:spPr>
          <a:xfrm>
            <a:off x="419741" y="4282974"/>
            <a:ext cx="29788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Projekt fastmed (Werkverkehre Luftpost)</a:t>
            </a:r>
            <a:endParaRPr lang="de-DE" sz="1200" b="1" i="0" u="none" strike="noStrike">
              <a:solidFill>
                <a:schemeClr val="bg1"/>
              </a:solidFill>
              <a:effectLst/>
              <a:latin typeface="Arial" panose="020B0604020202020204" pitchFamily="34" charset="0"/>
            </a:endParaRPr>
          </a:p>
        </p:txBody>
      </p:sp>
      <p:sp>
        <p:nvSpPr>
          <p:cNvPr id="109" name="Textfeld 108">
            <a:extLst>
              <a:ext uri="{FF2B5EF4-FFF2-40B4-BE49-F238E27FC236}">
                <a16:creationId xmlns:a16="http://schemas.microsoft.com/office/drawing/2014/main" id="{99FAAF59-6BC8-482C-9EE5-5A4B5D1E6C35}"/>
              </a:ext>
            </a:extLst>
          </p:cNvPr>
          <p:cNvSpPr txBox="1"/>
          <p:nvPr/>
        </p:nvSpPr>
        <p:spPr>
          <a:xfrm>
            <a:off x="437206" y="4793540"/>
            <a:ext cx="29788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Industrie AG (Werkverkehre Sprinter)</a:t>
            </a:r>
            <a:endParaRPr lang="de-DE" sz="1200" b="1" i="0" u="none" strike="noStrike">
              <a:solidFill>
                <a:schemeClr val="bg1"/>
              </a:solidFill>
              <a:effectLst/>
              <a:latin typeface="Arial" panose="020B0604020202020204" pitchFamily="34" charset="0"/>
            </a:endParaRPr>
          </a:p>
        </p:txBody>
      </p:sp>
      <p:sp>
        <p:nvSpPr>
          <p:cNvPr id="110" name="Textfeld 109">
            <a:extLst>
              <a:ext uri="{FF2B5EF4-FFF2-40B4-BE49-F238E27FC236}">
                <a16:creationId xmlns:a16="http://schemas.microsoft.com/office/drawing/2014/main" id="{4D2CC70A-7653-43DC-84DD-5C025D20878B}"/>
              </a:ext>
            </a:extLst>
          </p:cNvPr>
          <p:cNvSpPr txBox="1"/>
          <p:nvPr/>
        </p:nvSpPr>
        <p:spPr>
          <a:xfrm>
            <a:off x="423984" y="5294033"/>
            <a:ext cx="29788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XYZ Werke (Werkverkehre 20t)</a:t>
            </a:r>
            <a:endParaRPr lang="de-DE" sz="1200" b="1" i="0" u="none" strike="noStrike">
              <a:solidFill>
                <a:schemeClr val="bg1"/>
              </a:solidFill>
              <a:effectLst/>
              <a:latin typeface="Arial" panose="020B0604020202020204" pitchFamily="34" charset="0"/>
            </a:endParaRPr>
          </a:p>
        </p:txBody>
      </p:sp>
      <p:sp>
        <p:nvSpPr>
          <p:cNvPr id="112" name="Textfeld 111">
            <a:extLst>
              <a:ext uri="{FF2B5EF4-FFF2-40B4-BE49-F238E27FC236}">
                <a16:creationId xmlns:a16="http://schemas.microsoft.com/office/drawing/2014/main" id="{3DABBC9D-5787-4FD6-AF9F-9C47FDD64869}"/>
              </a:ext>
            </a:extLst>
          </p:cNvPr>
          <p:cNvSpPr txBox="1"/>
          <p:nvPr/>
        </p:nvSpPr>
        <p:spPr>
          <a:xfrm>
            <a:off x="389956" y="5732175"/>
            <a:ext cx="2978832" cy="276999"/>
          </a:xfrm>
          <a:prstGeom prst="rect">
            <a:avLst/>
          </a:prstGeom>
          <a:noFill/>
        </p:spPr>
        <p:txBody>
          <a:bodyPr wrap="square">
            <a:spAutoFit/>
          </a:bodyPr>
          <a:lstStyle/>
          <a:p>
            <a:pPr marL="0" rtl="0" eaLnBrk="1" fontAlgn="b" latinLnBrk="0" hangingPunct="1">
              <a:spcBef>
                <a:spcPts val="1700"/>
              </a:spcBef>
              <a:spcAft>
                <a:spcPts val="0"/>
              </a:spcAft>
            </a:pPr>
            <a:r>
              <a:rPr lang="de-DE" sz="1200" b="1" i="0" u="none" strike="noStrike" kern="1200">
                <a:solidFill>
                  <a:schemeClr val="bg1"/>
                </a:solidFill>
                <a:effectLst/>
                <a:latin typeface="Calibri" panose="020F0502020204030204" pitchFamily="34" charset="0"/>
              </a:rPr>
              <a:t>Computer SE (Werkverkehre IT)</a:t>
            </a:r>
            <a:endParaRPr lang="de-DE" sz="2400" b="1" i="0" u="none" strike="noStrike">
              <a:solidFill>
                <a:schemeClr val="bg1"/>
              </a:solidFill>
              <a:effectLst/>
              <a:latin typeface="Arial" panose="020B0604020202020204" pitchFamily="34" charset="0"/>
            </a:endParaRPr>
          </a:p>
        </p:txBody>
      </p:sp>
      <p:sp>
        <p:nvSpPr>
          <p:cNvPr id="55" name="Textfeld 54">
            <a:extLst>
              <a:ext uri="{FF2B5EF4-FFF2-40B4-BE49-F238E27FC236}">
                <a16:creationId xmlns:a16="http://schemas.microsoft.com/office/drawing/2014/main" id="{88C4DB5F-DEDC-4D29-8E20-33AA42F13381}"/>
              </a:ext>
            </a:extLst>
          </p:cNvPr>
          <p:cNvSpPr txBox="1"/>
          <p:nvPr/>
        </p:nvSpPr>
        <p:spPr>
          <a:xfrm>
            <a:off x="8129390" y="926747"/>
            <a:ext cx="2031769" cy="288000"/>
          </a:xfrm>
          <a:prstGeom prst="rect">
            <a:avLst/>
          </a:prstGeom>
          <a:solidFill>
            <a:srgbClr val="0092CF"/>
          </a:solidFill>
        </p:spPr>
        <p:txBody>
          <a:bodyPr wrap="square">
            <a:spAutoFit/>
          </a:bodyPr>
          <a:lstStyle/>
          <a:p>
            <a:pPr marL="100330">
              <a:lnSpc>
                <a:spcPct val="100000"/>
              </a:lnSpc>
              <a:spcBef>
                <a:spcPts val="555"/>
              </a:spcBef>
            </a:pPr>
            <a:endParaRPr lang="de-DE" sz="1400" b="1">
              <a:solidFill>
                <a:schemeClr val="bg1"/>
              </a:solidFill>
              <a:latin typeface="Calibri"/>
              <a:cs typeface="Calibri"/>
            </a:endParaRPr>
          </a:p>
        </p:txBody>
      </p:sp>
      <p:sp>
        <p:nvSpPr>
          <p:cNvPr id="60" name="Textfeld 59">
            <a:extLst>
              <a:ext uri="{FF2B5EF4-FFF2-40B4-BE49-F238E27FC236}">
                <a16:creationId xmlns:a16="http://schemas.microsoft.com/office/drawing/2014/main" id="{A96B3BE2-0930-4734-AE74-6E1E4CA65168}"/>
              </a:ext>
            </a:extLst>
          </p:cNvPr>
          <p:cNvSpPr txBox="1"/>
          <p:nvPr/>
        </p:nvSpPr>
        <p:spPr>
          <a:xfrm>
            <a:off x="8005415" y="906989"/>
            <a:ext cx="1556401" cy="307777"/>
          </a:xfrm>
          <a:prstGeom prst="rect">
            <a:avLst/>
          </a:prstGeom>
          <a:noFill/>
        </p:spPr>
        <p:txBody>
          <a:bodyPr wrap="square">
            <a:spAutoFit/>
          </a:bodyPr>
          <a:lstStyle/>
          <a:p>
            <a:pPr marL="100330">
              <a:lnSpc>
                <a:spcPct val="100000"/>
              </a:lnSpc>
              <a:spcBef>
                <a:spcPts val="555"/>
              </a:spcBef>
            </a:pPr>
            <a:r>
              <a:rPr lang="de-DE" sz="1400" b="1">
                <a:solidFill>
                  <a:schemeClr val="bg1"/>
                </a:solidFill>
                <a:latin typeface="Calibri"/>
                <a:cs typeface="Calibri"/>
              </a:rPr>
              <a:t>Ausblick</a:t>
            </a:r>
          </a:p>
        </p:txBody>
      </p:sp>
      <p:sp>
        <p:nvSpPr>
          <p:cNvPr id="61" name="object 12">
            <a:extLst>
              <a:ext uri="{FF2B5EF4-FFF2-40B4-BE49-F238E27FC236}">
                <a16:creationId xmlns:a16="http://schemas.microsoft.com/office/drawing/2014/main" id="{D66CABA9-2F64-42AA-9341-8F04327AD13F}"/>
              </a:ext>
            </a:extLst>
          </p:cNvPr>
          <p:cNvSpPr/>
          <p:nvPr/>
        </p:nvSpPr>
        <p:spPr>
          <a:xfrm>
            <a:off x="8123999" y="925649"/>
            <a:ext cx="2037160" cy="5127159"/>
          </a:xfrm>
          <a:custGeom>
            <a:avLst/>
            <a:gdLst/>
            <a:ahLst/>
            <a:cxnLst/>
            <a:rect l="l" t="t" r="r" b="b"/>
            <a:pathLst>
              <a:path w="8051800" h="2345690">
                <a:moveTo>
                  <a:pt x="0" y="0"/>
                </a:moveTo>
                <a:lnTo>
                  <a:pt x="8051292" y="0"/>
                </a:lnTo>
                <a:lnTo>
                  <a:pt x="8051292" y="2345435"/>
                </a:lnTo>
                <a:lnTo>
                  <a:pt x="0" y="2345435"/>
                </a:lnTo>
                <a:lnTo>
                  <a:pt x="0" y="0"/>
                </a:lnTo>
                <a:close/>
              </a:path>
            </a:pathLst>
          </a:custGeom>
          <a:ln w="3175">
            <a:solidFill>
              <a:srgbClr val="A5A5A5"/>
            </a:solidFill>
          </a:ln>
        </p:spPr>
        <p:txBody>
          <a:bodyPr wrap="square" lIns="0" tIns="0" rIns="0" bIns="0" rtlCol="0"/>
          <a:lstStyle/>
          <a:p>
            <a:endParaRPr sz="1632"/>
          </a:p>
        </p:txBody>
      </p:sp>
    </p:spTree>
    <p:extLst>
      <p:ext uri="{BB962C8B-B14F-4D97-AF65-F5344CB8AC3E}">
        <p14:creationId xmlns:p14="http://schemas.microsoft.com/office/powerpoint/2010/main" val="2398288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8</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83438"/>
          </a:xfrm>
          <a:prstGeom prst="rect">
            <a:avLst/>
          </a:prstGeom>
        </p:spPr>
        <p:txBody>
          <a:bodyPr vert="horz" wrap="square" lIns="0" tIns="13970" rIns="0" bIns="0" rtlCol="0">
            <a:spAutoFit/>
          </a:bodyPr>
          <a:lstStyle/>
          <a:p>
            <a:pPr marL="12700">
              <a:lnSpc>
                <a:spcPct val="100000"/>
              </a:lnSpc>
              <a:spcBef>
                <a:spcPts val="110"/>
              </a:spcBef>
            </a:pPr>
            <a:r>
              <a:rPr lang="de-DE" sz="2400" b="1" spc="15">
                <a:solidFill>
                  <a:srgbClr val="FFFFFF"/>
                </a:solidFill>
                <a:latin typeface="+mn-lt"/>
                <a:cs typeface="Calibri"/>
              </a:rPr>
              <a:t>Informationen </a:t>
            </a:r>
            <a:r>
              <a:rPr lang="de-DE" sz="2400" b="1" kern="1200" spc="15">
                <a:solidFill>
                  <a:srgbClr val="FFFFFF"/>
                </a:solidFill>
                <a:latin typeface="+mn-lt"/>
                <a:ea typeface="+mn-ea"/>
                <a:cs typeface="Calibri"/>
              </a:rPr>
              <a:t>zur Angebotsabgabe</a:t>
            </a:r>
            <a:endParaRPr lang="de-DE" sz="2400" b="1" spc="-10">
              <a:solidFill>
                <a:schemeClr val="bg1"/>
              </a:solidFill>
              <a:latin typeface="Calibri"/>
              <a:cs typeface="Calibri"/>
            </a:endParaRP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2827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EBE8-3874-48DF-964A-B23A7CC7B215}"/>
              </a:ext>
            </a:extLst>
          </p:cNvPr>
          <p:cNvSpPr>
            <a:spLocks noGrp="1"/>
          </p:cNvSpPr>
          <p:nvPr>
            <p:ph type="title"/>
          </p:nvPr>
        </p:nvSpPr>
        <p:spPr>
          <a:xfrm>
            <a:off x="302807" y="125620"/>
            <a:ext cx="9903694" cy="684121"/>
          </a:xfrm>
        </p:spPr>
        <p:txBody>
          <a:bodyPr/>
          <a:lstStyle/>
          <a:p>
            <a:r>
              <a:rPr lang="de-DE"/>
              <a:t>Zeitplan</a:t>
            </a:r>
          </a:p>
        </p:txBody>
      </p:sp>
      <p:sp>
        <p:nvSpPr>
          <p:cNvPr id="4" name="Foliennummernplatzhalter 3">
            <a:extLst>
              <a:ext uri="{FF2B5EF4-FFF2-40B4-BE49-F238E27FC236}">
                <a16:creationId xmlns:a16="http://schemas.microsoft.com/office/drawing/2014/main" id="{6E3017C1-E4D2-4E50-A927-CB56C1AB2BC9}"/>
              </a:ext>
            </a:extLst>
          </p:cNvPr>
          <p:cNvSpPr>
            <a:spLocks noGrp="1"/>
          </p:cNvSpPr>
          <p:nvPr>
            <p:ph type="sldNum" sz="quarter" idx="4"/>
          </p:nvPr>
        </p:nvSpPr>
        <p:spPr/>
        <p:txBody>
          <a:bodyPr/>
          <a:lstStyle/>
          <a:p>
            <a:pPr algn="r"/>
            <a:r>
              <a:rPr lang="de-DE"/>
              <a:t>Seite </a:t>
            </a:r>
            <a:fld id="{67489CC3-7238-444E-A7A9-4B5CBD2CEC7D}" type="slidenum">
              <a:rPr lang="de-DE" smtClean="0"/>
              <a:pPr algn="r"/>
              <a:t>34</a:t>
            </a:fld>
            <a:endParaRPr lang="de-DE"/>
          </a:p>
        </p:txBody>
      </p:sp>
      <p:sp>
        <p:nvSpPr>
          <p:cNvPr id="18" name="object 13">
            <a:extLst>
              <a:ext uri="{FF2B5EF4-FFF2-40B4-BE49-F238E27FC236}">
                <a16:creationId xmlns:a16="http://schemas.microsoft.com/office/drawing/2014/main" id="{36495FCE-2D09-4C9B-8E23-F70CDAB12BE4}"/>
              </a:ext>
            </a:extLst>
          </p:cNvPr>
          <p:cNvSpPr/>
          <p:nvPr/>
        </p:nvSpPr>
        <p:spPr>
          <a:xfrm>
            <a:off x="848300" y="1270027"/>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marR="477520" algn="ctr"/>
            <a:r>
              <a:rPr lang="de-DE" sz="1200" spc="15">
                <a:latin typeface="Calibri"/>
                <a:cs typeface="Calibri"/>
              </a:rPr>
              <a:t>Einreichen der der indikativen Angebote auf Basis des Informations Memorandums.</a:t>
            </a:r>
            <a:endParaRPr lang="de-DE" sz="1200">
              <a:latin typeface="Calibri"/>
              <a:cs typeface="Calibri"/>
            </a:endParaRPr>
          </a:p>
        </p:txBody>
      </p:sp>
      <p:sp>
        <p:nvSpPr>
          <p:cNvPr id="20" name="object 13">
            <a:extLst>
              <a:ext uri="{FF2B5EF4-FFF2-40B4-BE49-F238E27FC236}">
                <a16:creationId xmlns:a16="http://schemas.microsoft.com/office/drawing/2014/main" id="{2198641A-262C-4463-A44C-B413CBAC4266}"/>
              </a:ext>
            </a:extLst>
          </p:cNvPr>
          <p:cNvSpPr/>
          <p:nvPr/>
        </p:nvSpPr>
        <p:spPr>
          <a:xfrm>
            <a:off x="850705" y="1835339"/>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marR="652780" algn="ctr">
              <a:spcBef>
                <a:spcPts val="5"/>
              </a:spcBef>
            </a:pPr>
            <a:r>
              <a:rPr lang="de-DE" sz="1200" spc="10">
                <a:latin typeface="Calibri"/>
                <a:cs typeface="Calibri"/>
              </a:rPr>
              <a:t>Evaluierung der indikativen Angebote / Auswahl der Investoren zu der nächsten Runde</a:t>
            </a:r>
            <a:endParaRPr lang="de-DE" sz="1200">
              <a:latin typeface="Calibri"/>
              <a:cs typeface="Calibri"/>
            </a:endParaRPr>
          </a:p>
        </p:txBody>
      </p:sp>
      <p:sp>
        <p:nvSpPr>
          <p:cNvPr id="21" name="object 13">
            <a:extLst>
              <a:ext uri="{FF2B5EF4-FFF2-40B4-BE49-F238E27FC236}">
                <a16:creationId xmlns:a16="http://schemas.microsoft.com/office/drawing/2014/main" id="{E800A6FC-EFFC-431B-BD9F-A03F5949DC5D}"/>
              </a:ext>
            </a:extLst>
          </p:cNvPr>
          <p:cNvSpPr/>
          <p:nvPr/>
        </p:nvSpPr>
        <p:spPr>
          <a:xfrm>
            <a:off x="850705" y="2415891"/>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spc="15">
                <a:latin typeface="Calibri"/>
                <a:cs typeface="Calibri"/>
              </a:rPr>
              <a:t>Management Präsentation</a:t>
            </a:r>
            <a:endParaRPr lang="de-DE" sz="1200">
              <a:latin typeface="Calibri"/>
              <a:cs typeface="Calibri"/>
            </a:endParaRPr>
          </a:p>
        </p:txBody>
      </p:sp>
      <p:sp>
        <p:nvSpPr>
          <p:cNvPr id="22" name="object 13">
            <a:extLst>
              <a:ext uri="{FF2B5EF4-FFF2-40B4-BE49-F238E27FC236}">
                <a16:creationId xmlns:a16="http://schemas.microsoft.com/office/drawing/2014/main" id="{A52513C8-96CA-49CB-92A3-608A5A96C4F0}"/>
              </a:ext>
            </a:extLst>
          </p:cNvPr>
          <p:cNvSpPr/>
          <p:nvPr/>
        </p:nvSpPr>
        <p:spPr>
          <a:xfrm>
            <a:off x="850705" y="2996443"/>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defTabSz="914400" rtl="0" eaLnBrk="1" latinLnBrk="0" hangingPunct="1">
              <a:spcBef>
                <a:spcPts val="5"/>
              </a:spcBef>
            </a:pPr>
            <a:r>
              <a:rPr lang="de-DE" sz="1200" kern="1200" spc="15">
                <a:solidFill>
                  <a:schemeClr val="tx1"/>
                </a:solidFill>
                <a:latin typeface="Calibri"/>
                <a:ea typeface="+mn-ea"/>
                <a:cs typeface="Calibri"/>
              </a:rPr>
              <a:t>Due Diligence und Zugang zu weiteren Unternehmensinformationen über einen virtuellen Datenraum</a:t>
            </a:r>
          </a:p>
        </p:txBody>
      </p:sp>
      <p:sp>
        <p:nvSpPr>
          <p:cNvPr id="23" name="object 13">
            <a:extLst>
              <a:ext uri="{FF2B5EF4-FFF2-40B4-BE49-F238E27FC236}">
                <a16:creationId xmlns:a16="http://schemas.microsoft.com/office/drawing/2014/main" id="{D00140AC-4B30-482F-9849-4B070BA8115A}"/>
              </a:ext>
            </a:extLst>
          </p:cNvPr>
          <p:cNvSpPr/>
          <p:nvPr/>
        </p:nvSpPr>
        <p:spPr>
          <a:xfrm>
            <a:off x="848684" y="3576995"/>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defTabSz="914400" rtl="0" eaLnBrk="1" latinLnBrk="0" hangingPunct="1">
              <a:spcBef>
                <a:spcPts val="5"/>
              </a:spcBef>
            </a:pPr>
            <a:r>
              <a:rPr lang="de-DE" sz="1200" kern="1200" spc="15">
                <a:solidFill>
                  <a:schemeClr val="tx1"/>
                </a:solidFill>
                <a:latin typeface="Calibri"/>
                <a:ea typeface="+mn-ea"/>
                <a:cs typeface="Calibri"/>
              </a:rPr>
              <a:t>Abgabe der bindenden Angebote und einreichen eines Letter of Intent (LOI)</a:t>
            </a:r>
          </a:p>
        </p:txBody>
      </p:sp>
      <p:sp>
        <p:nvSpPr>
          <p:cNvPr id="24" name="object 13">
            <a:extLst>
              <a:ext uri="{FF2B5EF4-FFF2-40B4-BE49-F238E27FC236}">
                <a16:creationId xmlns:a16="http://schemas.microsoft.com/office/drawing/2014/main" id="{225905B0-0BAC-4E64-817A-02A960C8EF42}"/>
              </a:ext>
            </a:extLst>
          </p:cNvPr>
          <p:cNvSpPr/>
          <p:nvPr/>
        </p:nvSpPr>
        <p:spPr>
          <a:xfrm>
            <a:off x="848684" y="4157547"/>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spcBef>
                <a:spcPts val="5"/>
              </a:spcBef>
            </a:pPr>
            <a:r>
              <a:rPr lang="de-DE" sz="1200" spc="10">
                <a:latin typeface="Calibri"/>
                <a:cs typeface="Calibri"/>
              </a:rPr>
              <a:t>Preisverhandlungen</a:t>
            </a:r>
            <a:endParaRPr lang="de-DE" sz="1200">
              <a:latin typeface="Calibri"/>
              <a:cs typeface="Calibri"/>
            </a:endParaRPr>
          </a:p>
        </p:txBody>
      </p:sp>
      <p:sp>
        <p:nvSpPr>
          <p:cNvPr id="25" name="object 13">
            <a:extLst>
              <a:ext uri="{FF2B5EF4-FFF2-40B4-BE49-F238E27FC236}">
                <a16:creationId xmlns:a16="http://schemas.microsoft.com/office/drawing/2014/main" id="{8ACF7EF3-57A2-4285-B496-2003335FF87A}"/>
              </a:ext>
            </a:extLst>
          </p:cNvPr>
          <p:cNvSpPr/>
          <p:nvPr/>
        </p:nvSpPr>
        <p:spPr>
          <a:xfrm>
            <a:off x="848684" y="4738101"/>
            <a:ext cx="475200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spc="10">
                <a:latin typeface="Calibri"/>
                <a:cs typeface="Calibri"/>
              </a:rPr>
              <a:t>Signing &amp; Closing</a:t>
            </a:r>
            <a:endParaRPr lang="de-DE" sz="1200">
              <a:latin typeface="Calibri"/>
              <a:cs typeface="Calibri"/>
            </a:endParaRPr>
          </a:p>
        </p:txBody>
      </p:sp>
      <p:sp>
        <p:nvSpPr>
          <p:cNvPr id="45" name="object 13">
            <a:extLst>
              <a:ext uri="{FF2B5EF4-FFF2-40B4-BE49-F238E27FC236}">
                <a16:creationId xmlns:a16="http://schemas.microsoft.com/office/drawing/2014/main" id="{0ADDAE7C-005C-4F8A-A6E1-0B98E556F725}"/>
              </a:ext>
            </a:extLst>
          </p:cNvPr>
          <p:cNvSpPr/>
          <p:nvPr/>
        </p:nvSpPr>
        <p:spPr>
          <a:xfrm>
            <a:off x="323832" y="934085"/>
            <a:ext cx="5278873" cy="287999"/>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nchor="ctr"/>
          <a:lstStyle/>
          <a:p>
            <a:pPr marL="50165" marR="652780">
              <a:lnSpc>
                <a:spcPct val="102600"/>
              </a:lnSpc>
              <a:spcBef>
                <a:spcPts val="5"/>
              </a:spcBef>
            </a:pPr>
            <a:r>
              <a:rPr lang="de-DE" sz="1400" b="1">
                <a:solidFill>
                  <a:schemeClr val="bg1"/>
                </a:solidFill>
                <a:latin typeface="Calibri"/>
                <a:cs typeface="Calibri"/>
              </a:rPr>
              <a:t>Projektschritte</a:t>
            </a:r>
          </a:p>
        </p:txBody>
      </p:sp>
      <p:sp>
        <p:nvSpPr>
          <p:cNvPr id="47" name="object 13">
            <a:extLst>
              <a:ext uri="{FF2B5EF4-FFF2-40B4-BE49-F238E27FC236}">
                <a16:creationId xmlns:a16="http://schemas.microsoft.com/office/drawing/2014/main" id="{6F240B45-D9C0-48D2-9BD7-8595B30827A2}"/>
              </a:ext>
            </a:extLst>
          </p:cNvPr>
          <p:cNvSpPr/>
          <p:nvPr/>
        </p:nvSpPr>
        <p:spPr>
          <a:xfrm>
            <a:off x="5673472" y="930075"/>
            <a:ext cx="1327152" cy="287999"/>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0092CF"/>
          </a:solidFill>
        </p:spPr>
        <p:txBody>
          <a:bodyPr wrap="square" lIns="0" tIns="0" rIns="0" bIns="0" rtlCol="0" anchor="ctr"/>
          <a:lstStyle/>
          <a:p>
            <a:pPr marL="50165">
              <a:lnSpc>
                <a:spcPct val="100000"/>
              </a:lnSpc>
            </a:pPr>
            <a:r>
              <a:rPr lang="de-DE" sz="1400" b="1">
                <a:solidFill>
                  <a:schemeClr val="bg1"/>
                </a:solidFill>
                <a:latin typeface="Calibri"/>
                <a:cs typeface="Calibri"/>
              </a:rPr>
              <a:t>Timing</a:t>
            </a:r>
          </a:p>
        </p:txBody>
      </p:sp>
      <p:sp>
        <p:nvSpPr>
          <p:cNvPr id="55" name="object 13">
            <a:extLst>
              <a:ext uri="{FF2B5EF4-FFF2-40B4-BE49-F238E27FC236}">
                <a16:creationId xmlns:a16="http://schemas.microsoft.com/office/drawing/2014/main" id="{94C463A0-9F14-4C38-8915-A2809C4D29AD}"/>
              </a:ext>
            </a:extLst>
          </p:cNvPr>
          <p:cNvSpPr/>
          <p:nvPr/>
        </p:nvSpPr>
        <p:spPr>
          <a:xfrm>
            <a:off x="331053" y="4738101"/>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7</a:t>
            </a:r>
          </a:p>
        </p:txBody>
      </p:sp>
      <p:sp>
        <p:nvSpPr>
          <p:cNvPr id="61" name="object 13">
            <a:extLst>
              <a:ext uri="{FF2B5EF4-FFF2-40B4-BE49-F238E27FC236}">
                <a16:creationId xmlns:a16="http://schemas.microsoft.com/office/drawing/2014/main" id="{1FEDE9F9-EAC0-4DC1-9FBF-860221500BD0}"/>
              </a:ext>
            </a:extLst>
          </p:cNvPr>
          <p:cNvSpPr/>
          <p:nvPr/>
        </p:nvSpPr>
        <p:spPr>
          <a:xfrm>
            <a:off x="323832" y="4158712"/>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6</a:t>
            </a:r>
          </a:p>
        </p:txBody>
      </p:sp>
      <p:sp>
        <p:nvSpPr>
          <p:cNvPr id="62" name="object 13">
            <a:extLst>
              <a:ext uri="{FF2B5EF4-FFF2-40B4-BE49-F238E27FC236}">
                <a16:creationId xmlns:a16="http://schemas.microsoft.com/office/drawing/2014/main" id="{486A9542-895C-4CAC-80A4-890025E20DF9}"/>
              </a:ext>
            </a:extLst>
          </p:cNvPr>
          <p:cNvSpPr/>
          <p:nvPr/>
        </p:nvSpPr>
        <p:spPr>
          <a:xfrm>
            <a:off x="325853" y="2999928"/>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4</a:t>
            </a:r>
          </a:p>
        </p:txBody>
      </p:sp>
      <p:sp>
        <p:nvSpPr>
          <p:cNvPr id="63" name="object 13">
            <a:extLst>
              <a:ext uri="{FF2B5EF4-FFF2-40B4-BE49-F238E27FC236}">
                <a16:creationId xmlns:a16="http://schemas.microsoft.com/office/drawing/2014/main" id="{CD793177-6195-4C04-98C9-5EE85FD3F422}"/>
              </a:ext>
            </a:extLst>
          </p:cNvPr>
          <p:cNvSpPr/>
          <p:nvPr/>
        </p:nvSpPr>
        <p:spPr>
          <a:xfrm>
            <a:off x="323832" y="3579320"/>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5</a:t>
            </a:r>
          </a:p>
        </p:txBody>
      </p:sp>
      <p:sp>
        <p:nvSpPr>
          <p:cNvPr id="64" name="object 13">
            <a:extLst>
              <a:ext uri="{FF2B5EF4-FFF2-40B4-BE49-F238E27FC236}">
                <a16:creationId xmlns:a16="http://schemas.microsoft.com/office/drawing/2014/main" id="{CD0DBE9A-3BB6-4EEF-9A9A-1C2EF3FA6E3E}"/>
              </a:ext>
            </a:extLst>
          </p:cNvPr>
          <p:cNvSpPr/>
          <p:nvPr/>
        </p:nvSpPr>
        <p:spPr>
          <a:xfrm>
            <a:off x="325853" y="2420536"/>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3</a:t>
            </a:r>
          </a:p>
        </p:txBody>
      </p:sp>
      <p:sp>
        <p:nvSpPr>
          <p:cNvPr id="65" name="object 13">
            <a:extLst>
              <a:ext uri="{FF2B5EF4-FFF2-40B4-BE49-F238E27FC236}">
                <a16:creationId xmlns:a16="http://schemas.microsoft.com/office/drawing/2014/main" id="{82D1505E-2FE8-43B6-BDB4-CFA93B231A13}"/>
              </a:ext>
            </a:extLst>
          </p:cNvPr>
          <p:cNvSpPr/>
          <p:nvPr/>
        </p:nvSpPr>
        <p:spPr>
          <a:xfrm>
            <a:off x="325853" y="1841144"/>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2</a:t>
            </a:r>
          </a:p>
        </p:txBody>
      </p:sp>
      <p:sp>
        <p:nvSpPr>
          <p:cNvPr id="66" name="object 13">
            <a:extLst>
              <a:ext uri="{FF2B5EF4-FFF2-40B4-BE49-F238E27FC236}">
                <a16:creationId xmlns:a16="http://schemas.microsoft.com/office/drawing/2014/main" id="{F9B28882-771B-48E9-891A-DE4234676C45}"/>
              </a:ext>
            </a:extLst>
          </p:cNvPr>
          <p:cNvSpPr/>
          <p:nvPr/>
        </p:nvSpPr>
        <p:spPr>
          <a:xfrm>
            <a:off x="323832" y="1273657"/>
            <a:ext cx="427958"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400" b="1">
                <a:latin typeface="Calibri"/>
                <a:cs typeface="Calibri"/>
              </a:rPr>
              <a:t>1</a:t>
            </a:r>
          </a:p>
        </p:txBody>
      </p:sp>
      <p:sp>
        <p:nvSpPr>
          <p:cNvPr id="67" name="object 13">
            <a:extLst>
              <a:ext uri="{FF2B5EF4-FFF2-40B4-BE49-F238E27FC236}">
                <a16:creationId xmlns:a16="http://schemas.microsoft.com/office/drawing/2014/main" id="{E3F280D0-2C26-4003-A6DB-8E25F2AD5A45}"/>
              </a:ext>
            </a:extLst>
          </p:cNvPr>
          <p:cNvSpPr/>
          <p:nvPr/>
        </p:nvSpPr>
        <p:spPr>
          <a:xfrm>
            <a:off x="5673472" y="1258291"/>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05.03.2021</a:t>
            </a:r>
            <a:endParaRPr lang="de-DE" sz="1200" b="1">
              <a:latin typeface="Calibri"/>
              <a:cs typeface="Calibri"/>
            </a:endParaRPr>
          </a:p>
        </p:txBody>
      </p:sp>
      <p:sp>
        <p:nvSpPr>
          <p:cNvPr id="70" name="object 13">
            <a:extLst>
              <a:ext uri="{FF2B5EF4-FFF2-40B4-BE49-F238E27FC236}">
                <a16:creationId xmlns:a16="http://schemas.microsoft.com/office/drawing/2014/main" id="{DC12FB88-4C44-4F40-9F4E-515952387BDC}"/>
              </a:ext>
            </a:extLst>
          </p:cNvPr>
          <p:cNvSpPr/>
          <p:nvPr/>
        </p:nvSpPr>
        <p:spPr>
          <a:xfrm>
            <a:off x="5673472" y="1838959"/>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Bis 15.03.2021</a:t>
            </a:r>
          </a:p>
        </p:txBody>
      </p:sp>
      <p:sp>
        <p:nvSpPr>
          <p:cNvPr id="71" name="object 13">
            <a:extLst>
              <a:ext uri="{FF2B5EF4-FFF2-40B4-BE49-F238E27FC236}">
                <a16:creationId xmlns:a16="http://schemas.microsoft.com/office/drawing/2014/main" id="{7DCF0849-2E04-499D-8CE7-4DD6BD1AC256}"/>
              </a:ext>
            </a:extLst>
          </p:cNvPr>
          <p:cNvSpPr/>
          <p:nvPr/>
        </p:nvSpPr>
        <p:spPr>
          <a:xfrm>
            <a:off x="5673472" y="2419627"/>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Ab 22.03.2021</a:t>
            </a:r>
          </a:p>
        </p:txBody>
      </p:sp>
      <p:sp>
        <p:nvSpPr>
          <p:cNvPr id="72" name="object 13">
            <a:extLst>
              <a:ext uri="{FF2B5EF4-FFF2-40B4-BE49-F238E27FC236}">
                <a16:creationId xmlns:a16="http://schemas.microsoft.com/office/drawing/2014/main" id="{8AF37286-1554-4F0C-A977-062A533CA273}"/>
              </a:ext>
            </a:extLst>
          </p:cNvPr>
          <p:cNvSpPr/>
          <p:nvPr/>
        </p:nvSpPr>
        <p:spPr>
          <a:xfrm>
            <a:off x="5673472" y="3000295"/>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Mrz. /Apr. 2021</a:t>
            </a:r>
          </a:p>
        </p:txBody>
      </p:sp>
      <p:sp>
        <p:nvSpPr>
          <p:cNvPr id="73" name="object 13">
            <a:extLst>
              <a:ext uri="{FF2B5EF4-FFF2-40B4-BE49-F238E27FC236}">
                <a16:creationId xmlns:a16="http://schemas.microsoft.com/office/drawing/2014/main" id="{87CFFC20-435F-471C-9285-A509E4AEF9CF}"/>
              </a:ext>
            </a:extLst>
          </p:cNvPr>
          <p:cNvSpPr/>
          <p:nvPr/>
        </p:nvSpPr>
        <p:spPr>
          <a:xfrm>
            <a:off x="5671451" y="3580963"/>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April 2021</a:t>
            </a:r>
          </a:p>
        </p:txBody>
      </p:sp>
      <p:sp>
        <p:nvSpPr>
          <p:cNvPr id="74" name="object 13">
            <a:extLst>
              <a:ext uri="{FF2B5EF4-FFF2-40B4-BE49-F238E27FC236}">
                <a16:creationId xmlns:a16="http://schemas.microsoft.com/office/drawing/2014/main" id="{85D58293-0AED-4A73-A0E3-0202E81D2A81}"/>
              </a:ext>
            </a:extLst>
          </p:cNvPr>
          <p:cNvSpPr/>
          <p:nvPr/>
        </p:nvSpPr>
        <p:spPr>
          <a:xfrm>
            <a:off x="5671451" y="4161631"/>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Mai 2021</a:t>
            </a:r>
          </a:p>
        </p:txBody>
      </p:sp>
      <p:sp>
        <p:nvSpPr>
          <p:cNvPr id="75" name="object 13">
            <a:extLst>
              <a:ext uri="{FF2B5EF4-FFF2-40B4-BE49-F238E27FC236}">
                <a16:creationId xmlns:a16="http://schemas.microsoft.com/office/drawing/2014/main" id="{EB6BBDD6-31B1-4B07-A99E-921DAF14F32B}"/>
              </a:ext>
            </a:extLst>
          </p:cNvPr>
          <p:cNvSpPr/>
          <p:nvPr/>
        </p:nvSpPr>
        <p:spPr>
          <a:xfrm>
            <a:off x="5671451" y="4742296"/>
            <a:ext cx="1327150" cy="468000"/>
          </a:xfrm>
          <a:custGeom>
            <a:avLst/>
            <a:gdLst/>
            <a:ahLst/>
            <a:cxnLst/>
            <a:rect l="l" t="t" r="r" b="b"/>
            <a:pathLst>
              <a:path w="7899400" h="1841500">
                <a:moveTo>
                  <a:pt x="0" y="0"/>
                </a:moveTo>
                <a:lnTo>
                  <a:pt x="7898892" y="0"/>
                </a:lnTo>
                <a:lnTo>
                  <a:pt x="7898892" y="1840992"/>
                </a:lnTo>
                <a:lnTo>
                  <a:pt x="0" y="1840992"/>
                </a:lnTo>
                <a:lnTo>
                  <a:pt x="0" y="0"/>
                </a:lnTo>
                <a:close/>
              </a:path>
            </a:pathLst>
          </a:custGeom>
          <a:solidFill>
            <a:srgbClr val="F2F2F2"/>
          </a:solidFill>
        </p:spPr>
        <p:txBody>
          <a:bodyPr wrap="square" lIns="0" tIns="0" rIns="0" bIns="0" rtlCol="0" anchor="ctr"/>
          <a:lstStyle/>
          <a:p>
            <a:pPr algn="ctr"/>
            <a:r>
              <a:rPr lang="de-DE" sz="1200">
                <a:latin typeface="Calibri"/>
                <a:cs typeface="Calibri"/>
              </a:rPr>
              <a:t>Bis Juni 2021</a:t>
            </a:r>
          </a:p>
        </p:txBody>
      </p:sp>
      <p:sp>
        <p:nvSpPr>
          <p:cNvPr id="78" name="Textfeld 77">
            <a:extLst>
              <a:ext uri="{FF2B5EF4-FFF2-40B4-BE49-F238E27FC236}">
                <a16:creationId xmlns:a16="http://schemas.microsoft.com/office/drawing/2014/main" id="{3436098A-71BF-4F96-AE52-2CA14BC97149}"/>
              </a:ext>
            </a:extLst>
          </p:cNvPr>
          <p:cNvSpPr txBox="1"/>
          <p:nvPr/>
        </p:nvSpPr>
        <p:spPr>
          <a:xfrm>
            <a:off x="7069367" y="930075"/>
            <a:ext cx="3096000" cy="4276026"/>
          </a:xfrm>
          <a:prstGeom prst="rect">
            <a:avLst/>
          </a:prstGeom>
          <a:solidFill>
            <a:srgbClr val="0092CF"/>
          </a:solidFill>
        </p:spPr>
        <p:txBody>
          <a:bodyPr wrap="square">
            <a:noAutofit/>
          </a:bodyPr>
          <a:lstStyle/>
          <a:p>
            <a:pPr marL="50165" marR="652780">
              <a:lnSpc>
                <a:spcPct val="102600"/>
              </a:lnSpc>
              <a:spcBef>
                <a:spcPts val="5"/>
              </a:spcBef>
            </a:pPr>
            <a:endParaRPr lang="de-DE" sz="1400" b="1">
              <a:solidFill>
                <a:schemeClr val="bg1"/>
              </a:solidFill>
              <a:latin typeface="Calibri"/>
              <a:cs typeface="Calibri"/>
            </a:endParaRPr>
          </a:p>
        </p:txBody>
      </p:sp>
      <p:sp>
        <p:nvSpPr>
          <p:cNvPr id="99" name="Textfeld 19">
            <a:extLst>
              <a:ext uri="{FF2B5EF4-FFF2-40B4-BE49-F238E27FC236}">
                <a16:creationId xmlns:a16="http://schemas.microsoft.com/office/drawing/2014/main" id="{080E24E8-190C-48EC-B2A5-8814302DCCDB}"/>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M&amp;A essentials – DealCircle best practice guides</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feld 29">
            <a:extLst>
              <a:ext uri="{FF2B5EF4-FFF2-40B4-BE49-F238E27FC236}">
                <a16:creationId xmlns:a16="http://schemas.microsoft.com/office/drawing/2014/main" id="{185B1EFF-04BE-47B4-AD11-2FE641AFA3F7}"/>
              </a:ext>
            </a:extLst>
          </p:cNvPr>
          <p:cNvSpPr txBox="1"/>
          <p:nvPr/>
        </p:nvSpPr>
        <p:spPr>
          <a:xfrm>
            <a:off x="7069368" y="930075"/>
            <a:ext cx="3096000" cy="3001656"/>
          </a:xfrm>
          <a:prstGeom prst="rect">
            <a:avLst/>
          </a:prstGeom>
          <a:noFill/>
        </p:spPr>
        <p:txBody>
          <a:bodyPr wrap="square">
            <a:spAutoFit/>
          </a:bodyPr>
          <a:lstStyle/>
          <a:p>
            <a:pPr marL="50165" marR="652780">
              <a:lnSpc>
                <a:spcPct val="102600"/>
              </a:lnSpc>
              <a:spcBef>
                <a:spcPts val="5"/>
              </a:spcBef>
            </a:pPr>
            <a:r>
              <a:rPr lang="de-DE" sz="1400" b="1">
                <a:solidFill>
                  <a:schemeClr val="bg1"/>
                </a:solidFill>
                <a:latin typeface="Calibri"/>
                <a:cs typeface="Calibri"/>
              </a:rPr>
              <a:t>Sprechen Sie uns an:</a:t>
            </a:r>
          </a:p>
          <a:p>
            <a:pPr marL="50165" marR="652780">
              <a:lnSpc>
                <a:spcPct val="102600"/>
              </a:lnSpc>
              <a:spcBef>
                <a:spcPts val="5"/>
              </a:spcBef>
            </a:pPr>
            <a:endParaRPr lang="de-DE" sz="1400" b="1">
              <a:solidFill>
                <a:schemeClr val="bg1"/>
              </a:solidFill>
              <a:latin typeface="Calibri"/>
              <a:cs typeface="Calibri"/>
            </a:endParaRPr>
          </a:p>
          <a:p>
            <a:pPr marL="50165" marR="652780">
              <a:lnSpc>
                <a:spcPct val="102600"/>
              </a:lnSpc>
              <a:spcBef>
                <a:spcPts val="5"/>
              </a:spcBef>
            </a:pPr>
            <a:r>
              <a:rPr lang="de-DE" sz="1200" b="1">
                <a:solidFill>
                  <a:schemeClr val="bg1"/>
                </a:solidFill>
                <a:latin typeface="Calibri"/>
                <a:cs typeface="Calibri"/>
              </a:rPr>
              <a:t>Graig Gröbli </a:t>
            </a:r>
          </a:p>
          <a:p>
            <a:pPr marL="50165" marR="652780">
              <a:lnSpc>
                <a:spcPct val="102600"/>
              </a:lnSpc>
              <a:spcBef>
                <a:spcPts val="5"/>
              </a:spcBef>
            </a:pPr>
            <a:r>
              <a:rPr lang="de-DE" sz="1200" b="1">
                <a:solidFill>
                  <a:schemeClr val="bg1"/>
                </a:solidFill>
                <a:latin typeface="Calibri"/>
                <a:cs typeface="Calibri"/>
              </a:rPr>
              <a:t>Managing Partner </a:t>
            </a:r>
          </a:p>
          <a:p>
            <a:pPr marL="50165" marR="652780">
              <a:lnSpc>
                <a:spcPct val="102600"/>
              </a:lnSpc>
              <a:spcBef>
                <a:spcPts val="5"/>
              </a:spcBef>
            </a:pPr>
            <a:endParaRPr lang="de-DE" sz="1200" b="1">
              <a:solidFill>
                <a:schemeClr val="bg1"/>
              </a:solidFill>
              <a:latin typeface="Calibri"/>
              <a:cs typeface="Calibri"/>
            </a:endParaRPr>
          </a:p>
          <a:p>
            <a:pPr marL="50165" marR="652780">
              <a:lnSpc>
                <a:spcPct val="102600"/>
              </a:lnSpc>
              <a:spcBef>
                <a:spcPts val="5"/>
              </a:spcBef>
            </a:pPr>
            <a:r>
              <a:rPr lang="de-DE" sz="1200" b="1">
                <a:solidFill>
                  <a:schemeClr val="bg1"/>
                </a:solidFill>
                <a:latin typeface="Calibri"/>
                <a:cs typeface="Calibri"/>
              </a:rPr>
              <a:t>Tel.: +49 152 22976 349</a:t>
            </a:r>
          </a:p>
          <a:p>
            <a:pPr marL="50165" marR="652780">
              <a:lnSpc>
                <a:spcPct val="102600"/>
              </a:lnSpc>
              <a:spcBef>
                <a:spcPts val="5"/>
              </a:spcBef>
            </a:pPr>
            <a:r>
              <a:rPr lang="de-DE" sz="1200" b="1">
                <a:solidFill>
                  <a:schemeClr val="bg1"/>
                </a:solidFill>
                <a:latin typeface="Calibri"/>
                <a:cs typeface="Calibri"/>
              </a:rPr>
              <a:t>graig.groebli@dealcircle.de</a:t>
            </a:r>
          </a:p>
          <a:p>
            <a:pPr marL="50165" marR="652780">
              <a:lnSpc>
                <a:spcPct val="102600"/>
              </a:lnSpc>
              <a:spcBef>
                <a:spcPts val="5"/>
              </a:spcBef>
            </a:pPr>
            <a:endParaRPr lang="de-DE" sz="1200" b="1">
              <a:solidFill>
                <a:schemeClr val="bg1"/>
              </a:solidFill>
              <a:latin typeface="Calibri"/>
              <a:cs typeface="Calibri"/>
            </a:endParaRPr>
          </a:p>
          <a:p>
            <a:pPr marL="50165" marR="652780">
              <a:lnSpc>
                <a:spcPct val="102600"/>
              </a:lnSpc>
              <a:spcBef>
                <a:spcPts val="5"/>
              </a:spcBef>
            </a:pPr>
            <a:endParaRPr lang="de-DE" sz="1200" b="1">
              <a:solidFill>
                <a:schemeClr val="bg1"/>
              </a:solidFill>
              <a:latin typeface="Calibri"/>
              <a:cs typeface="Calibri"/>
            </a:endParaRPr>
          </a:p>
          <a:p>
            <a:pPr marL="50165" marR="652780">
              <a:lnSpc>
                <a:spcPct val="102600"/>
              </a:lnSpc>
              <a:spcBef>
                <a:spcPts val="5"/>
              </a:spcBef>
            </a:pPr>
            <a:endParaRPr lang="de-DE" sz="1200" b="1">
              <a:solidFill>
                <a:schemeClr val="bg1"/>
              </a:solidFill>
              <a:latin typeface="Calibri"/>
              <a:cs typeface="Calibri"/>
            </a:endParaRPr>
          </a:p>
          <a:p>
            <a:pPr marL="50165" marR="652780">
              <a:lnSpc>
                <a:spcPct val="102600"/>
              </a:lnSpc>
              <a:spcBef>
                <a:spcPts val="5"/>
              </a:spcBef>
            </a:pPr>
            <a:r>
              <a:rPr lang="de-DE" sz="1200" b="1">
                <a:solidFill>
                  <a:schemeClr val="bg1"/>
                </a:solidFill>
                <a:latin typeface="Calibri"/>
                <a:cs typeface="Calibri"/>
              </a:rPr>
              <a:t>Kai Hesselmann</a:t>
            </a:r>
          </a:p>
          <a:p>
            <a:pPr marL="50165" marR="652780">
              <a:lnSpc>
                <a:spcPct val="102600"/>
              </a:lnSpc>
              <a:spcBef>
                <a:spcPts val="5"/>
              </a:spcBef>
            </a:pPr>
            <a:r>
              <a:rPr lang="de-DE" sz="1200" b="1">
                <a:solidFill>
                  <a:schemeClr val="bg1"/>
                </a:solidFill>
                <a:latin typeface="Calibri"/>
                <a:cs typeface="Calibri"/>
              </a:rPr>
              <a:t>Managing Partner</a:t>
            </a:r>
          </a:p>
          <a:p>
            <a:pPr marL="50165" marR="652780">
              <a:lnSpc>
                <a:spcPct val="102600"/>
              </a:lnSpc>
              <a:spcBef>
                <a:spcPts val="5"/>
              </a:spcBef>
            </a:pPr>
            <a:endParaRPr lang="de-DE" sz="1200" b="1">
              <a:solidFill>
                <a:schemeClr val="bg1"/>
              </a:solidFill>
              <a:latin typeface="Calibri"/>
              <a:cs typeface="Calibri"/>
            </a:endParaRPr>
          </a:p>
          <a:p>
            <a:pPr marL="50165" marR="652780">
              <a:lnSpc>
                <a:spcPct val="102600"/>
              </a:lnSpc>
              <a:spcBef>
                <a:spcPts val="5"/>
              </a:spcBef>
            </a:pPr>
            <a:r>
              <a:rPr lang="de-DE" sz="1200" b="1">
                <a:solidFill>
                  <a:schemeClr val="bg1"/>
                </a:solidFill>
                <a:latin typeface="Calibri"/>
                <a:cs typeface="Calibri"/>
              </a:rPr>
              <a:t>Tel.:  +49 170 7680 874 </a:t>
            </a:r>
          </a:p>
          <a:p>
            <a:pPr marL="50165" marR="652780">
              <a:lnSpc>
                <a:spcPct val="102600"/>
              </a:lnSpc>
              <a:spcBef>
                <a:spcPts val="5"/>
              </a:spcBef>
            </a:pPr>
            <a:r>
              <a:rPr lang="de-DE" sz="1200" b="1">
                <a:solidFill>
                  <a:schemeClr val="bg1"/>
                </a:solidFill>
                <a:latin typeface="Calibri"/>
                <a:cs typeface="Calibri"/>
              </a:rPr>
              <a:t>kai.hesselmann@dealcircle.de</a:t>
            </a:r>
          </a:p>
        </p:txBody>
      </p:sp>
    </p:spTree>
    <p:extLst>
      <p:ext uri="{BB962C8B-B14F-4D97-AF65-F5344CB8AC3E}">
        <p14:creationId xmlns:p14="http://schemas.microsoft.com/office/powerpoint/2010/main" val="4063377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7">
            <a:extLst>
              <a:ext uri="{FF2B5EF4-FFF2-40B4-BE49-F238E27FC236}">
                <a16:creationId xmlns:a16="http://schemas.microsoft.com/office/drawing/2014/main" id="{C5FE700C-C4E8-4BDB-8D5F-B3EE5E6468E2}"/>
              </a:ext>
            </a:extLst>
          </p:cNvPr>
          <p:cNvSpPr/>
          <p:nvPr/>
        </p:nvSpPr>
        <p:spPr>
          <a:xfrm>
            <a:off x="612648" y="1087629"/>
            <a:ext cx="10976246" cy="4817872"/>
          </a:xfrm>
          <a:custGeom>
            <a:avLst/>
            <a:gdLst/>
            <a:ahLst/>
            <a:cxnLst/>
            <a:rect l="l" t="t" r="r" b="b"/>
            <a:pathLst>
              <a:path w="10248900" h="5480684">
                <a:moveTo>
                  <a:pt x="0" y="0"/>
                </a:moveTo>
                <a:lnTo>
                  <a:pt x="10248899" y="0"/>
                </a:lnTo>
                <a:lnTo>
                  <a:pt x="10248899" y="5480304"/>
                </a:lnTo>
                <a:lnTo>
                  <a:pt x="0" y="5480304"/>
                </a:lnTo>
                <a:lnTo>
                  <a:pt x="0" y="0"/>
                </a:lnTo>
                <a:close/>
              </a:path>
            </a:pathLst>
          </a:custGeom>
          <a:solidFill>
            <a:srgbClr val="DDDDDD"/>
          </a:solidFill>
        </p:spPr>
        <p:txBody>
          <a:bodyPr wrap="square" lIns="0" tIns="0" rIns="0" bIns="0" rtlCol="0"/>
          <a:lstStyle/>
          <a:p>
            <a:endParaRPr/>
          </a:p>
        </p:txBody>
      </p:sp>
      <p:sp>
        <p:nvSpPr>
          <p:cNvPr id="7" name="object 18">
            <a:extLst>
              <a:ext uri="{FF2B5EF4-FFF2-40B4-BE49-F238E27FC236}">
                <a16:creationId xmlns:a16="http://schemas.microsoft.com/office/drawing/2014/main" id="{B7E4EFF3-8826-413E-BEFE-F0B20962B091}"/>
              </a:ext>
            </a:extLst>
          </p:cNvPr>
          <p:cNvSpPr/>
          <p:nvPr/>
        </p:nvSpPr>
        <p:spPr>
          <a:xfrm>
            <a:off x="612647" y="3140075"/>
            <a:ext cx="637580" cy="882650"/>
          </a:xfrm>
          <a:custGeom>
            <a:avLst/>
            <a:gdLst/>
            <a:ahLst/>
            <a:cxnLst/>
            <a:rect l="l" t="t" r="r" b="b"/>
            <a:pathLst>
              <a:path w="623570" h="882650">
                <a:moveTo>
                  <a:pt x="0" y="0"/>
                </a:moveTo>
                <a:lnTo>
                  <a:pt x="623316" y="0"/>
                </a:lnTo>
                <a:lnTo>
                  <a:pt x="623316"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9" name="object 20">
            <a:extLst>
              <a:ext uri="{FF2B5EF4-FFF2-40B4-BE49-F238E27FC236}">
                <a16:creationId xmlns:a16="http://schemas.microsoft.com/office/drawing/2014/main" id="{CE385EEE-0422-4FD2-A5AA-60CCE66E777D}"/>
              </a:ext>
            </a:extLst>
          </p:cNvPr>
          <p:cNvSpPr/>
          <p:nvPr/>
        </p:nvSpPr>
        <p:spPr>
          <a:xfrm>
            <a:off x="1319529" y="3140075"/>
            <a:ext cx="10259823" cy="882650"/>
          </a:xfrm>
          <a:custGeom>
            <a:avLst/>
            <a:gdLst/>
            <a:ahLst/>
            <a:cxnLst/>
            <a:rect l="l" t="t" r="r" b="b"/>
            <a:pathLst>
              <a:path w="9552940" h="882650">
                <a:moveTo>
                  <a:pt x="0" y="0"/>
                </a:moveTo>
                <a:lnTo>
                  <a:pt x="9552432" y="0"/>
                </a:lnTo>
                <a:lnTo>
                  <a:pt x="9552432" y="882395"/>
                </a:lnTo>
                <a:lnTo>
                  <a:pt x="0" y="882395"/>
                </a:lnTo>
                <a:lnTo>
                  <a:pt x="0" y="0"/>
                </a:lnTo>
                <a:close/>
              </a:path>
            </a:pathLst>
          </a:custGeom>
          <a:solidFill>
            <a:srgbClr val="0092CF"/>
          </a:solidFill>
          <a:ln>
            <a:solidFill>
              <a:srgbClr val="0092CF"/>
            </a:solidFill>
          </a:ln>
        </p:spPr>
        <p:txBody>
          <a:bodyPr wrap="square" lIns="0" tIns="0" rIns="0" bIns="0" rtlCol="0"/>
          <a:lstStyle/>
          <a:p>
            <a:endParaRPr/>
          </a:p>
        </p:txBody>
      </p:sp>
      <p:sp>
        <p:nvSpPr>
          <p:cNvPr id="13" name="Textfeld 12">
            <a:extLst>
              <a:ext uri="{FF2B5EF4-FFF2-40B4-BE49-F238E27FC236}">
                <a16:creationId xmlns:a16="http://schemas.microsoft.com/office/drawing/2014/main" id="{52E248B2-04F9-4ED0-8C03-BF13047A0857}"/>
              </a:ext>
            </a:extLst>
          </p:cNvPr>
          <p:cNvSpPr txBox="1"/>
          <p:nvPr/>
        </p:nvSpPr>
        <p:spPr>
          <a:xfrm>
            <a:off x="763917" y="3389550"/>
            <a:ext cx="381000" cy="423193"/>
          </a:xfrm>
          <a:prstGeom prst="rect">
            <a:avLst/>
          </a:prstGeom>
          <a:solidFill>
            <a:srgbClr val="0092CF"/>
          </a:solidFill>
        </p:spPr>
        <p:txBody>
          <a:bodyPr wrap="square">
            <a:spAutoFit/>
          </a:bodyPr>
          <a:lstStyle/>
          <a:p>
            <a:r>
              <a:rPr lang="de-DE" sz="2150" b="1" spc="-10">
                <a:solidFill>
                  <a:schemeClr val="bg1"/>
                </a:solidFill>
                <a:latin typeface="Calibri"/>
                <a:cs typeface="Calibri"/>
              </a:rPr>
              <a:t>9</a:t>
            </a:r>
          </a:p>
        </p:txBody>
      </p:sp>
      <p:sp>
        <p:nvSpPr>
          <p:cNvPr id="2" name="object 21">
            <a:extLst>
              <a:ext uri="{FF2B5EF4-FFF2-40B4-BE49-F238E27FC236}">
                <a16:creationId xmlns:a16="http://schemas.microsoft.com/office/drawing/2014/main" id="{BE1FA086-CF7D-4B0C-AC66-901BAE5C2A26}"/>
              </a:ext>
            </a:extLst>
          </p:cNvPr>
          <p:cNvSpPr txBox="1"/>
          <p:nvPr/>
        </p:nvSpPr>
        <p:spPr>
          <a:xfrm>
            <a:off x="1668753" y="3403917"/>
            <a:ext cx="7506778" cy="383438"/>
          </a:xfrm>
          <a:prstGeom prst="rect">
            <a:avLst/>
          </a:prstGeom>
        </p:spPr>
        <p:txBody>
          <a:bodyPr vert="horz" wrap="square" lIns="0" tIns="13970" rIns="0" bIns="0" rtlCol="0">
            <a:spAutoFit/>
          </a:bodyPr>
          <a:lstStyle/>
          <a:p>
            <a:pPr marL="12700">
              <a:lnSpc>
                <a:spcPct val="100000"/>
              </a:lnSpc>
              <a:spcBef>
                <a:spcPts val="110"/>
              </a:spcBef>
            </a:pPr>
            <a:r>
              <a:rPr lang="de-DE" sz="2400" b="1" spc="15">
                <a:solidFill>
                  <a:srgbClr val="FFFFFF"/>
                </a:solidFill>
                <a:cs typeface="Calibri"/>
              </a:rPr>
              <a:t>Appendix</a:t>
            </a:r>
            <a:endParaRPr lang="de-DE" sz="2400" b="1" spc="-10">
              <a:solidFill>
                <a:schemeClr val="bg1"/>
              </a:solidFill>
              <a:latin typeface="Calibri"/>
              <a:cs typeface="Calibri"/>
            </a:endParaRPr>
          </a:p>
        </p:txBody>
      </p:sp>
      <p:sp>
        <p:nvSpPr>
          <p:cNvPr id="10" name="Textfeld 19">
            <a:extLst>
              <a:ext uri="{FF2B5EF4-FFF2-40B4-BE49-F238E27FC236}">
                <a16:creationId xmlns:a16="http://schemas.microsoft.com/office/drawing/2014/main" id="{59FC214C-DAF3-4071-B1D6-F4B2315FFFA0}"/>
              </a:ext>
            </a:extLst>
          </p:cNvPr>
          <p:cNvSpPr txBox="1"/>
          <p:nvPr/>
        </p:nvSpPr>
        <p:spPr>
          <a:xfrm>
            <a:off x="598314" y="6409850"/>
            <a:ext cx="3216403" cy="25050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050">
                <a:solidFill>
                  <a:srgbClr val="0092CF"/>
                </a:solidFill>
                <a:effectLst/>
                <a:latin typeface="Calibri" panose="020F0502020204030204" pitchFamily="34" charset="0"/>
                <a:ea typeface="Calibri" panose="020F0502020204030204" pitchFamily="34" charset="0"/>
                <a:cs typeface="Times New Roman" panose="02020603050405020304" pitchFamily="18" charset="0"/>
              </a:rPr>
              <a:t>How to create an Investment Memorandum</a:t>
            </a:r>
            <a:endParaRPr lang="de-DE" sz="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0193160"/>
      </p:ext>
    </p:extLst>
  </p:cSld>
  <p:clrMapOvr>
    <a:masterClrMapping/>
  </p:clrMapOvr>
</p:sld>
</file>

<file path=ppt/theme/theme1.xml><?xml version="1.0" encoding="utf-8"?>
<a:theme xmlns:a="http://schemas.openxmlformats.org/drawingml/2006/main" name="1_Office">
  <a:themeElements>
    <a:clrScheme name="DealCircle">
      <a:dk1>
        <a:sysClr val="windowText" lastClr="000000"/>
      </a:dk1>
      <a:lt1>
        <a:sysClr val="window" lastClr="FFFFFF"/>
      </a:lt1>
      <a:dk2>
        <a:srgbClr val="44546A"/>
      </a:dk2>
      <a:lt2>
        <a:srgbClr val="E7E6E6"/>
      </a:lt2>
      <a:accent1>
        <a:srgbClr val="0092CF"/>
      </a:accent1>
      <a:accent2>
        <a:srgbClr val="231F20"/>
      </a:accent2>
      <a:accent3>
        <a:srgbClr val="979797"/>
      </a:accent3>
      <a:accent4>
        <a:srgbClr val="0D0D0D"/>
      </a:accent4>
      <a:accent5>
        <a:srgbClr val="FFFFFF"/>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57cfa24-320b-4dcf-98cf-a67798df7167">
      <Terms xmlns="http://schemas.microsoft.com/office/infopath/2007/PartnerControls"/>
    </lcf76f155ced4ddcb4097134ff3c332f>
    <TaxCatchAll xmlns="70e187ea-adeb-4ac8-bde8-7cd00423083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7A1946F5FB51B459DDB186236A393BD" ma:contentTypeVersion="14" ma:contentTypeDescription="Ein neues Dokument erstellen." ma:contentTypeScope="" ma:versionID="a6fd088aaf6d802fd19fda128b0fa310">
  <xsd:schema xmlns:xsd="http://www.w3.org/2001/XMLSchema" xmlns:xs="http://www.w3.org/2001/XMLSchema" xmlns:p="http://schemas.microsoft.com/office/2006/metadata/properties" xmlns:ns2="457cfa24-320b-4dcf-98cf-a67798df7167" xmlns:ns3="70e187ea-adeb-4ac8-bde8-7cd004230832" targetNamespace="http://schemas.microsoft.com/office/2006/metadata/properties" ma:root="true" ma:fieldsID="b4dc3a22863e4f93f7f204407142e750" ns2:_="" ns3:_="">
    <xsd:import namespace="457cfa24-320b-4dcf-98cf-a67798df7167"/>
    <xsd:import namespace="70e187ea-adeb-4ac8-bde8-7cd00423083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7cfa24-320b-4dcf-98cf-a67798df716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3f5d25f6-8970-4e75-b83c-1a4990c07cc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0e187ea-adeb-4ac8-bde8-7cd00423083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6f4b513-cd19-489f-983a-fcf377faf41f}" ma:internalName="TaxCatchAll" ma:showField="CatchAllData" ma:web="70e187ea-adeb-4ac8-bde8-7cd004230832">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2BBC2F-DD55-4E75-BC03-FFF60079F2C7}">
  <ds:schemaRefs>
    <ds:schemaRef ds:uri="5e6e0c54-dbe9-44da-b4f7-a84bbbb1baf9"/>
    <ds:schemaRef ds:uri="de9d66f4-4654-4683-86b8-1f980da17c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7C73E07-9436-4EC1-AE58-01276AF35399}">
  <ds:schemaRefs>
    <ds:schemaRef ds:uri="http://schemas.microsoft.com/sharepoint/v3/contenttype/forms"/>
  </ds:schemaRefs>
</ds:datastoreItem>
</file>

<file path=customXml/itemProps3.xml><?xml version="1.0" encoding="utf-8"?>
<ds:datastoreItem xmlns:ds="http://schemas.openxmlformats.org/officeDocument/2006/customXml" ds:itemID="{758118A3-6435-438A-9813-C28F2B2EA747}"/>
</file>

<file path=docProps/app.xml><?xml version="1.0" encoding="utf-8"?>
<Properties xmlns="http://schemas.openxmlformats.org/officeDocument/2006/extended-properties" xmlns:vt="http://schemas.openxmlformats.org/officeDocument/2006/docPropsVTypes">
  <Template/>
  <TotalTime>0</TotalTime>
  <Words>5105</Words>
  <Application>Microsoft Office PowerPoint</Application>
  <PresentationFormat>Breitbild</PresentationFormat>
  <Paragraphs>607</Paragraphs>
  <Slides>35</Slides>
  <Notes>7</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35</vt:i4>
      </vt:variant>
    </vt:vector>
  </HeadingPairs>
  <TitlesOfParts>
    <vt:vector size="42" baseType="lpstr">
      <vt:lpstr>Arial</vt:lpstr>
      <vt:lpstr>Calibri</vt:lpstr>
      <vt:lpstr>Open Sans</vt:lpstr>
      <vt:lpstr>PT Sans</vt:lpstr>
      <vt:lpstr>Times New Roman</vt:lpstr>
      <vt:lpstr>1_Office</vt:lpstr>
      <vt:lpstr>Worksheet</vt:lpstr>
      <vt:lpstr>Informations Memorandum (IM)</vt:lpstr>
      <vt:lpstr>Disclaimer</vt:lpstr>
      <vt:lpstr>Agenda</vt:lpstr>
      <vt:lpstr>PowerPoint-Präsentation</vt:lpstr>
      <vt:lpstr>Executive Summary</vt:lpstr>
      <vt:lpstr>Investment Highlights</vt:lpstr>
      <vt:lpstr>PowerPoint-Präsentation</vt:lpstr>
      <vt:lpstr>Firmenprofil – Übersicht</vt:lpstr>
      <vt:lpstr>PowerPoint-Präsentation</vt:lpstr>
      <vt:lpstr>Firmenprofil – Strategie und Erwartungen für die Entwicklung der Erträge </vt:lpstr>
      <vt:lpstr>PowerPoint-Präsentation</vt:lpstr>
      <vt:lpstr>PowerPoint-Präsentation</vt:lpstr>
      <vt:lpstr>Organisationsstruktur – Managementprofile</vt:lpstr>
      <vt:lpstr>Transaktionsstruktur</vt:lpstr>
      <vt:lpstr>PowerPoint-Präsentation</vt:lpstr>
      <vt:lpstr>PowerPoint-Präsentation</vt:lpstr>
      <vt:lpstr>Produkte und Dienstleistungen </vt:lpstr>
      <vt:lpstr>SWOT Analyse der Geschäftstätigkeit </vt:lpstr>
      <vt:lpstr>PowerPoint-Präsentation</vt:lpstr>
      <vt:lpstr>Kundengruppen</vt:lpstr>
      <vt:lpstr>PowerPoint-Präsentation</vt:lpstr>
      <vt:lpstr>Marktübersicht                                                                                                                                                                                                                                                                                                                                                                                                                                                                                                                                                                                                                                                                                                                                                                                                                                                                                                                                                                                                                                                                                                                                                                                                                                                                                                                                                                                                                                                                                                                                                                                                                                                                                                                                                                                                                </vt:lpstr>
      <vt:lpstr>Aktuelle Trends</vt:lpstr>
      <vt:lpstr>Branchenausblick </vt:lpstr>
      <vt:lpstr>Wettbewerb</vt:lpstr>
      <vt:lpstr>PowerPoint-Präsentation</vt:lpstr>
      <vt:lpstr>Finanzübersicht</vt:lpstr>
      <vt:lpstr>GuV – Historie und Plan</vt:lpstr>
      <vt:lpstr>Historische Bilanz und Planung</vt:lpstr>
      <vt:lpstr>Historischer Cash-Flow und Planung</vt:lpstr>
      <vt:lpstr>EBITDA Bereinigungen &amp; Einmal-Effekte</vt:lpstr>
      <vt:lpstr>Aktuelle Auftragspipeline</vt:lpstr>
      <vt:lpstr>PowerPoint-Präsentation</vt:lpstr>
      <vt:lpstr>Zeitplan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 Hesselmann</dc:creator>
  <cp:lastModifiedBy>Kai Hesselmann</cp:lastModifiedBy>
  <cp:revision>1</cp:revision>
  <dcterms:created xsi:type="dcterms:W3CDTF">2018-07-25T12:27:09Z</dcterms:created>
  <dcterms:modified xsi:type="dcterms:W3CDTF">2021-04-07T08:45:43Z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0x010100D7A1946F5FB51B459DDB186236A393BD</vt:lpwstr>
  </property>
  <property fmtid="{D5CDD505-2E9C-101B-9397-08002B2CF9AE}" pid="3" name="Order">
    <vt:r8>2527900</vt:r8>
  </property>
  <property fmtid="{D5CDD505-2E9C-101B-9397-08002B2CF9AE}" pid="4" name="_ExtendedDescription">
    <vt:lpwstr/>
  </property>
</Properties>
</file>